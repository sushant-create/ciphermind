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2.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43" r:id="rId27"/>
    <p:sldId id="281" r:id="rId28"/>
    <p:sldId id="282" r:id="rId29"/>
    <p:sldId id="344" r:id="rId30"/>
    <p:sldId id="345" r:id="rId31"/>
    <p:sldId id="346" r:id="rId32"/>
    <p:sldId id="283" r:id="rId33"/>
    <p:sldId id="284" r:id="rId34"/>
    <p:sldId id="285" r:id="rId35"/>
    <p:sldId id="286" r:id="rId36"/>
    <p:sldId id="287" r:id="rId37"/>
    <p:sldId id="288" r:id="rId38"/>
    <p:sldId id="289" r:id="rId39"/>
    <p:sldId id="290" r:id="rId40"/>
    <p:sldId id="291" r:id="rId41"/>
    <p:sldId id="292" r:id="rId42"/>
    <p:sldId id="293" r:id="rId43"/>
    <p:sldId id="347"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x="9144000" cy="6858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4B5793-A49C-4267-A838-FCC39D9839F5}" v="18" dt="2025-06-23T11:10:32.87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 sharma" userId="3895b4f00a197db2" providerId="LiveId" clId="{8C4B5793-A49C-4267-A838-FCC39D9839F5}"/>
    <pc:docChg chg="addSld modSld">
      <pc:chgData name="abha sharma" userId="3895b4f00a197db2" providerId="LiveId" clId="{8C4B5793-A49C-4267-A838-FCC39D9839F5}" dt="2025-06-23T11:10:42.881" v="31" actId="13926"/>
      <pc:docMkLst>
        <pc:docMk/>
      </pc:docMkLst>
      <pc:sldChg chg="addSp delSp modSp new mod">
        <pc:chgData name="abha sharma" userId="3895b4f00a197db2" providerId="LiveId" clId="{8C4B5793-A49C-4267-A838-FCC39D9839F5}" dt="2025-06-23T11:10:42.881" v="31" actId="13926"/>
        <pc:sldMkLst>
          <pc:docMk/>
          <pc:sldMk cId="2256616220" sldId="343"/>
        </pc:sldMkLst>
        <pc:spChg chg="mod">
          <ac:chgData name="abha sharma" userId="3895b4f00a197db2" providerId="LiveId" clId="{8C4B5793-A49C-4267-A838-FCC39D9839F5}" dt="2025-06-23T11:10:36.949" v="30" actId="255"/>
          <ac:spMkLst>
            <pc:docMk/>
            <pc:sldMk cId="2256616220" sldId="343"/>
            <ac:spMk id="2" creationId="{3155144A-BF9A-8E45-1EDF-990882F8F714}"/>
          </ac:spMkLst>
        </pc:spChg>
        <pc:spChg chg="del">
          <ac:chgData name="abha sharma" userId="3895b4f00a197db2" providerId="LiveId" clId="{8C4B5793-A49C-4267-A838-FCC39D9839F5}" dt="2025-06-23T11:09:36.393" v="9"/>
          <ac:spMkLst>
            <pc:docMk/>
            <pc:sldMk cId="2256616220" sldId="343"/>
            <ac:spMk id="3" creationId="{5665C6CC-8D84-4507-84A5-D29EFF0EB44C}"/>
          </ac:spMkLst>
        </pc:spChg>
        <pc:spChg chg="add mod">
          <ac:chgData name="abha sharma" userId="3895b4f00a197db2" providerId="LiveId" clId="{8C4B5793-A49C-4267-A838-FCC39D9839F5}" dt="2025-06-23T11:10:42.881" v="31" actId="13926"/>
          <ac:spMkLst>
            <pc:docMk/>
            <pc:sldMk cId="2256616220" sldId="343"/>
            <ac:spMk id="4" creationId="{8D8D4439-2D7B-0A62-D525-9F3F48FD1D24}"/>
          </ac:spMkLst>
        </pc:spChg>
        <pc:spChg chg="add mod">
          <ac:chgData name="abha sharma" userId="3895b4f00a197db2" providerId="LiveId" clId="{8C4B5793-A49C-4267-A838-FCC39D9839F5}" dt="2025-06-23T11:10:20.321" v="25" actId="2710"/>
          <ac:spMkLst>
            <pc:docMk/>
            <pc:sldMk cId="2256616220" sldId="343"/>
            <ac:spMk id="5" creationId="{D1338B5B-0C13-CA7F-6C69-912E105220DC}"/>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1:16.256"/>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2487 1 24575,'0'0'0,"-113"17"0,-60 9 0,3-2 0,9-2 0,18-3 0,24-5 0,20-3 0,17-3 0,12-1 0,8-3 0,3-3 0,3 0 0,0-3 0,-2 1 0,-2-2 0,0 1 0,0-1 0,3 1 0,3 1 0,3 1 0,3 1 0,1 1 0,2 1 0,2 1 0,1 1 0,1 2 0,2 1 0,1 3 0,0 1 0,0 4 0,0 3 0,-1 3 0,0 3 0,2 2 0,4 1 0,3 1 0,4-1 0,4-1 0,5 0 0,5-2 0,4-2 0,5 1 0,5-1 0,4 2 0,7 0 0,4 2 0,6 0 0,7 1 0,6 0 0,7-1 0,5 1 0,4-1 0,5 0 0,2-2 0,4-1 0,2-1 0,3-1 0,2-2 0,4-2 0,0 0 0,1-2 0,0-1 0,0-2 0,0-1 0,0-1 0,2-1 0,2-2 0,0 1 0,3 0 0,1 1 0,1 1 0,0 1 0,0 0 0,1 1 0,1 0 0,1 1 0,1 0 0,0-1 0,1 1 0,-1-2 0,-2-1 0,-1-1 0,0-2 0,4 0 0,4 0 0,2 0 0,2 1 0,-1-1 0,-1 1 0,-1 0 0,-1-1 0,1-1 0,1 1 0,0 0 0,-1-1 0,-1-1 0,-2 1 0,0-2 0,-1 0 0,3 0 0,1 0 0,3 1 0,2-1 0,1 1 0,0-2 0,1-2 0,0 0 0,2-3 0,1-1 0,1-1 0,1-2 0,2-3 0,4-1 0,5-1 0,5-3 0,1-1 0,0-1 0,-3 0 0,-2 0 0,0 1 0,0 0 0,-1 1 0,-4 2 0,-4 1 0,0 0 0,-1 1 0,3-1 0,3 0 0,1-2 0,-1 0 0,-2-1 0,-4 0 0,-2-1 0,-3-1 0,0-1 0,-4 0 0,-4 0 0,-6 0 0,-6-2 0,-5-1 0,-5-2 0,-6-2 0,-5 0 0,-4-2 0,-5-2 0,-4 0 0,-5-1 0,-5-1 0,-6 0 0,-7 3 0,-7 1 0,-8 1 0,-6 0 0,-7-2 0,-10-3 0,-8-2 0,-10-4 0,-10-2 0,-8 2 0,-10 0 0,-11 4 0,-11 2 0,-11 3 0,-9 6 0,-5 3 0,-5 4 0,-4 3 0,-9 2 0,-8 0 0,-4 1 0,-3 0 0,-3 1 0,-6-1 0,-6-1 0,-2 1 0,-1-1 0,-1 1 0,-3-2 0,-4-1 0,0-2 0,-3-3 0,-3-2 0,-1-1 0,-2-3 0,-1 0 0,-2 1 0,-2 2 0,2 3 0,1 3 0,-1 3 0,-2 3 0,1 2 0,0 3 0,2 1 0,1 2 0,0 0 0,1 0 0,-1 0 0,0-2 0,3 0 0,1-2 0,3 1 0,-3 2 0,-12 7 0,-22 11-1022,-25 16 1314,35-2-438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4.434"/>
    </inkml:context>
    <inkml:brush xml:id="br0">
      <inkml:brushProperty name="width" value="0.025" units="cm"/>
      <inkml:brushProperty name="height" value="0.025" units="cm"/>
      <inkml:brushProperty name="color" value="#BB5B18"/>
      <inkml:brushProperty name="inkEffects" value="bronze"/>
      <inkml:brushProperty name="anchorX" value="1839.39893"/>
      <inkml:brushProperty name="anchorY" value="742.65063"/>
      <inkml:brushProperty name="scaleFactor" value="0.5"/>
    </inkml:brush>
  </inkml:definitions>
  <inkml:trace contextRef="#ctx0" brushRef="#br0">1 0 24575,'0'0'0,"90"79"0,43 43 0,-12-1 0,-18-6 0,-22-15 0,-26-20 0,-22-19 0,-16-18 0,-12-14 0,-6-11 0,-4-10 0,0-5 0,0-3 0,1-2 0,1-1 0,2 1 0,-17-50 0,-2-14 0,1-11 0,5 0 0,6 5 0,7 9 0,7 10 0,6 11 0,5 10 0,5 8 0,3 7 0,3 7 0,-5 5 0,13 10 0,6 9 0,6 12 0,3 12 0,-1 8 0,-5 6 0,-5 4 0,-10 0 0,-8-2 0,-7-3 0,-9-5 0,-6-4 0,-5-7 0,-4-6 0,-2-8 0,0-7 0,3-6 0,1-5 0,4-2 0,1-2 0,-20-54 0,0-12 0,2-8 0,5 4 0,8 9 0,8 9 0,8 11 0,-7 37 0,0 0 0,0 0 0,1 0 0,5-8 0,17-13 0,6 7 0,6 8 0,4 6 0,4 9 0,2 9 0,4 12 0,2 12 0,-2 10 0,0 11 0,-4 7 0,-5 6 0,-4 1 0,-5-1 0,-4-4 0,-8-16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5.252"/>
    </inkml:context>
    <inkml:brush xml:id="br0">
      <inkml:brushProperty name="width" value="0.025" units="cm"/>
      <inkml:brushProperty name="height" value="0.025" units="cm"/>
      <inkml:brushProperty name="color" value="#BB5B18"/>
      <inkml:brushProperty name="inkEffects" value="bronze"/>
      <inkml:brushProperty name="anchorX" value="-586.53186"/>
      <inkml:brushProperty name="anchorY" value="-943.81952"/>
      <inkml:brushProperty name="scaleFactor" value="0.5"/>
    </inkml:brush>
  </inkml:definitions>
  <inkml:trace contextRef="#ctx0" brushRef="#br0">1 0 24575,'0'0'0,"86"54"0,42 42 0,-8 14 0,-13 12 0,-20 4 0,-65-88 0,21 49 0,-26-48 0,11 43 0,1 31 0,-16-6 0,-8-4 0,-11-2 0,-10-5 0,-5-6 0,-7-12 0,20-60 0,-19 31 0,18-37 0,0 1 0,-15 15 0,16-19 0,-1-1 0,0 0 0,-11 7 0,13-11 0,-1 1 0,0-1 0,0 0 0,-10 3 0,12-5 0,-1 0 0,0-1 0,0 1 0,0-2 0,-9 1 0,10-2 0,-1 1 0,1-1 0,-1-1 0,1 1 0,0-1 0,-8-3 0,5 1 0,0 0 0,1-1 0,-1 0 0,-8-8 0,7 5 0,-1-1 0,-16-20 0,17 17 0,0-1 0,-9-18 0,11 17 0,0-1 0,-5-18 0,8 19 0,1-2 0,-4-20 0,7 21 0,0 0 0,1-26 0,3 24 0,-1 0 0,9-27 0,-3 21 0,16-35 0,24-27 0,13-1 0,9 4 0,4 6 0,-2 8 0,-4 12 0,-10 11 0,-9 12 0,-10 8 0,-10 9 0,-8 6 0,-7 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6.227"/>
    </inkml:context>
    <inkml:brush xml:id="br0">
      <inkml:brushProperty name="width" value="0.025" units="cm"/>
      <inkml:brushProperty name="height" value="0.025" units="cm"/>
      <inkml:brushProperty name="color" value="#BB5B18"/>
      <inkml:brushProperty name="inkEffects" value="bronze"/>
      <inkml:brushProperty name="anchorX" value="-2236.95654"/>
      <inkml:brushProperty name="anchorY" value="-2334.70801"/>
      <inkml:brushProperty name="scaleFactor" value="0.5"/>
    </inkml:brush>
  </inkml:definitions>
  <inkml:trace contextRef="#ctx0" brushRef="#br0">1 0 24575,'0'0'0,"75"84"0,39 37 0,-2-12 0,-3-18 0,-11-24 0,-76-54 0,42 18 0,-48-25 0,-2-2 0,1 0 0,27 3 0,-22-5 0,-2-2 0,0 0 0,24-4 0,-19 4 0,36-11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7.938"/>
    </inkml:context>
    <inkml:brush xml:id="br0">
      <inkml:brushProperty name="width" value="0.025" units="cm"/>
      <inkml:brushProperty name="height" value="0.025" units="cm"/>
      <inkml:brushProperty name="color" value="#BB5B18"/>
      <inkml:brushProperty name="inkEffects" value="bronze"/>
      <inkml:brushProperty name="anchorX" value="-3945.09082"/>
      <inkml:brushProperty name="anchorY" value="-3705.46729"/>
      <inkml:brushProperty name="scaleFactor" value="0.5"/>
    </inkml:brush>
  </inkml:definitions>
  <inkml:trace contextRef="#ctx0" brushRef="#br0">499 0 24575,'0'0'0,"-85"64"0,-33 35 0,15 2 0,17-4 0,68-73 0,-24 39 0,34-49 0,1 1 0,0-1 0,-5 19 0,8-25 0,2 0 0,0 0 0,1 0 0,0 1 0,-1 13 0,1-16 0,1 0 0,1 0 0,-1 0 0,1-1 0,0 1 0,4 11 0,-4-12 0,1 0 0,0 0 0,1-1 0,-1 1 0,1 0 0,5 6 0,-5-6 0,2 0 0,-1 0 0,0-1 0,1 0 0,5 4 0,-5-3 0,2-1 0,-1-1 0,13 7 0,23 3 0,4-8 0,3-6 0,3-9 0,0-8 0,-1-8 0,-3-6 0,-6-6 0,-8-5 0,-8 0 0,-7 3 0,-7 5 0,-4 5 0,-3 7 0,-2 5 0,-2 6 0,1 4 0,0 4 0,1 4 0,3 4 0,3 6 0,5 8 0,7 9 0,4 9 0,6 5 0,3 5 0,5-1 0,2-1 0,3-4 0,-7-10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8.607"/>
    </inkml:context>
    <inkml:brush xml:id="br0">
      <inkml:brushProperty name="width" value="0.025" units="cm"/>
      <inkml:brushProperty name="height" value="0.025" units="cm"/>
      <inkml:brushProperty name="color" value="#BB5B18"/>
      <inkml:brushProperty name="inkEffects" value="bronze"/>
      <inkml:brushProperty name="anchorX" value="-5187.91113"/>
      <inkml:brushProperty name="anchorY" value="-5262.01758"/>
      <inkml:brushProperty name="scaleFactor" value="0.5"/>
    </inkml:brush>
  </inkml:definitions>
  <inkml:trace contextRef="#ctx0" brushRef="#br0">1 202 24575,'0'0'0,"75"22"0,30 8 0,-14-3 0,-16-4 0,-21-7 0,-19-6 0,-16-5 0,-11-3 0,-10-31 0,-2-14 0,0-9 0,6-3 0,6 2 0,-5 44 0,-1 0 0,2 0 0,4-10 0,-5 15 0,0-1 0,0 0 0,0 1 0,1-1 0,7-6 0,-8 8 0,0 1 0,1-1 0,0 1 0,0 0 0,-1-1 0,1 2 0,7-3 0,-6 3 0,1-1 0,-1 2 0,1-1 0,-1 0 0,1 1 0,7 1 0,-3 0 0,-1 1 0,1 0 0,17 6 0,-11-2 0,31 17 0,20 19 0,-1 10 0,-2 9 0,-8 1 0,-5 3 0,-4 0 0,-12-13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8.826"/>
    </inkml:context>
    <inkml:brush xml:id="br0">
      <inkml:brushProperty name="width" value="0.025" units="cm"/>
      <inkml:brushProperty name="height" value="0.025" units="cm"/>
      <inkml:brushProperty name="color" value="#BB5B18"/>
      <inkml:brushProperty name="inkEffects" value="bronze"/>
      <inkml:brushProperty name="anchorX" value="-7127.6875"/>
      <inkml:brushProperty name="anchorY" value="-6348.53613"/>
      <inkml:brushProperty name="scaleFactor" value="0.5"/>
    </inkml:brush>
  </inkml:definitions>
  <inkml:trace contextRef="#ctx0" brushRef="#br0">1 1 24575,'0'0'0,"43"120"0,25 67 0,-4-4 0,-4-10-1582,-7-24 2034,-13-38-678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5:23:59.152"/>
    </inkml:context>
    <inkml:brush xml:id="br0">
      <inkml:brushProperty name="width" value="0.025" units="cm"/>
      <inkml:brushProperty name="height" value="0.025" units="cm"/>
      <inkml:brushProperty name="color" value="#BB5B18"/>
      <inkml:brushProperty name="inkEffects" value="bronze"/>
      <inkml:brushProperty name="anchorX" value="-8302.64648"/>
      <inkml:brushProperty name="anchorY" value="-8118.07324"/>
      <inkml:brushProperty name="scaleFactor" value="0.5"/>
    </inkml:brush>
  </inkml:definitions>
  <inkml:trace contextRef="#ctx0" brushRef="#br0">0 1 24575,'0'0'0</inkml:trace>
</inkml:ink>
</file>

<file path=ppt/ink/ink9.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21:04.731"/>
    </inkml:context>
    <inkml:brush xml:id="br0">
      <inkml:brushProperty name="width" value="0.05292" units="cm"/>
      <inkml:brushProperty name="height" value="0.05292" units="cm"/>
      <inkml:brushProperty name="color" value="#FF0000"/>
    </inkml:brush>
  </inkml:definitions>
  <inkml:trace contextRef="#ctx0" brushRef="#br0">13572 5216 1645 0,'46'-20'32'0,"17"-10"-42"0,26-20 4 0,-7-10 3 0,12-11 1 0,10-13 2 0,-10 5 9 0,6-6 7 0,5-4 6 0,9-12 5 0,3-3-3 32,5-3-4-32,5 0-3 0,1-5-4 0,5 0-5 0,2 2-1 0,-3 2-3 0,-10 7-1 0,-4 2 1 0,-10 6-2 0,-11 9 1 0,-11 17-1 0,-12 9 0 0,-15 8-1 0,-20 4-4 0,-14 7-11 0,-11 3-19 0,-9 8-26 0,-6 5-35 15,-8 3-42-15,-6 3 73 0</inkml:trace>
  <inkml:trace contextRef="#ctx0" brushRef="#br0" timeOffset="466.5">16744 3176 1123 0,'-21'-27'86'16,"-2"0"0"-16,3 3 2 16,1 8-18-16,8 17-43 15,6 7-8-15,13 22-5 16,9 11 4-16,14 12 3 0,10 5 0 15,15-1-7 1,5-5-6-16,6-7-5 0,-2-3 1 16,-9-12-2-16,-3-7 10 31,-13-15 29-31,-6-9 6 0,-13-16 6 16,-6-7-4-16,-13-13-20 0,-4-7-5 0,-10-8-3 15,-1-5-5 1,-8-6-9-16,1-5-2 0,0 9-4 15,2 2 0-15,6 14-1 0,4 9-1 16,3 7-2-16,5 8-8 0,3 6-10 16,2 5-13-16,2 5-17 0,1 4-11 15,2 4-13-15,0 3-19 16,3 3-20-16,2-2-147 0,-1 0 161 0</inkml:trace>
  <inkml:trace contextRef="#ctx0" brushRef="#br0" timeOffset="1964.57">17433 3000 981 0,'19'47'28'0,"-4"8"23"0,1 3 13 15,-2-12 16-15,0-7 9 16,0-16-11-16,-2-7-8 16,0-12-8-16,-5-5-8 15,-1-15-28-15,0-6-9 0,-2-14-10 16,0-2-1-1,-4-4 0-15,-2 3 0 0,-6 10-6 16,0 7 0-16,-4 19-3 16,0 6-1-16,0 18 4 15,-1 4-1-15,3 6 1 16,0-1 0-16,6-10-1 16,3-6 0-16,4-19-12 15,4-13-7-15,1-12-7 0,1-11-3 16,0-1 8-16,3-4 8 94,0 0 5-94,0-1 6 0,-2 2 3 15,-2 0 1-15,-4 0 2 0,0-2 1 0,-4-3-1 0,0 0 1 0,0 0-2 0,0 3 4 16,-3 6 4-16,2 8 4 0,0 9 4 0,2 11 3 0,0 8 2 0,2 6 2 0,1 10-3 0,2 7-2 0,3 10 1 0,3 14 2 0,3 10 2 0,2 11 0 0,0 3-4 0,4-1-6 0,4-2-4 0,7-6-3 15,4-2-3-15,-4-4-2 0,2-3-1 16,-2-8 1-16,-1-6 0 0,-2-5 3 16,-4-8 1-16,-3-2 1 0,-3-5 1 0,-2-4-2 15,-1-5-2-15,-2-4-2 0,1-3 0 16,-3-7-1-16,-3-6 0 0,-4-8-4 16,-1-5-4-16,-3-8-3 0,-1 0 0 15,0-3 2-15,-2 2 5 0,0 4 1 16,1 4 0-16,0 6 1 0,2 8-1 15,0 5-1-15,2 6 0 0,0 4-2 0,-1 5-2 16,1 5 1-16,1 5 2 0,0 3 3 16,1 4 4-16,2 0 2 0,-3 1-1 15,2-1 1-15,1 0-2 0,1-5 1 16,2-2 1-16,0-5-1 0,0-5-1 16,1-5-2-16,0-5 0 0,1-7-1 15,0-4 1-15,0-3-1 0,0-5-1 16,1 1-5-16,-6 0-5 0,0-1-4 15,-2 0-1-15,-1 1 4 0,3 0 0 0,-1 0 4 16,-3 1 2-16,2 4 1 0,-1 2 1 16,2 6 0-16,1 5-1 0,1 5-1 15,1 5-1-15,1 7 6 0,0 4 5 16,2 5 6-16,-1 1 6 0,1 0-1 16,3-1-1-16,1-2-4 0,2-4-3 15,2-4-1-15,0-4-1 0,0-5-1 16,-3-2 0-16,-3-4-1 0,1-6-1 15,1-5 0-15,0-3-1 0,-1-5 0 0,0-3-3 16,-3-2-6-16,-2-1-2 0,-1 0-4 16,-2-1 2-16,-2-1 1 0,-1 3 2 15,-2 0 0-15,-1 3 1 0,0 4 1 16,0 7-2-16,3 8 1 0,0 6 0 16,2 8 0-16,1 6 7 0,1 7 6 15,0 4 6-15,0 2 7 0,0 0-2 16,-1 1 0-16,-3-4 1 0,0-3 3 0,0-2 3 15,1-5 3-15,3-2 0 0,0-3-4 16,-1-4-5-16,2-4-6 0,-1-2-5 16,-1-5-1-16,0-5-2 0,0-3-2 15,2-4 1-15,-3-2-1 0,1-2-2 16,-1-4 2-16,0 1-2 0,1-1 0 16,-2 0 1-16,1 1-1 0,0 4-2 15,2 2 1-15,-1 6-1 0,3 3-1 0,-2 6 2 16,1 4-1-16,1 5 0 0,-2 3 1 15,0 3 1-15,0 2 0 0,0 2 2 16,1-1 2-16,1 0 2 0,0-3 3 16,2-3 0-16,-2-2-2 0,-1-4-1 15,-1-2-2-15,-1-3-2 0,-1-4 1 16,-1-4-1-16,1-6-1 0,1 0-1 16,1-4 0-16,0-1 0 0,1-1 0 15,-1 0 0-15,1 3-1 0,-1 1 0 0,0 1-4 16,1 2-2-16,0 3 0 0,1 2 1 15,0 6 2-15,1 4 1 0,2 2 0 16,0 3 0-16,2 3 1 0,-6 1 2 16,1-1 0-16,0 0 0 0,0-2 1 15,5-2 0-15,1-2 1 0,1-1-2 16,2-4 0-16,-1-3-1 0,0-3-1 16,2-3 0-16,0-5 1 0,0-2 0 0,-2-3 1 15,0-1 0-15,0-1 0 0,-1 1 1 16,-4 0 1-16,-1 1-2 0,-3 2 0 15,-3 1 0-15,-4 1-2 0,-2 1-2 16,-5 2 0-16,-1 5-2 0,0 4 0 16,-3 6 3-16,1 4 0 0,0 5 3 15,2 3 4-15,1 3 3 0,3 0 2 16,2-2 4-16,6-4-2 0,4-5-3 16,7-4 2-16,7-7 0 0,6-8 4 0,3-8 2 15,6-5-1-15,0-4-4 0,1-1-4 16,-3 1-3-16,-4 4-3 0,-2 4 0 15,-6 3-1-15,-7 4-20 0,-4 3-34 16,-5 2-45-16,-4 6-43 0,-4 2-14 16,-1 5-5-16,-5 1-222 0,-1 2 253 15</inkml:trace>
  <inkml:trace contextRef="#ctx0" brushRef="#br0" timeOffset="3418.77">16295 2626 1129 0,'5'31'41'0,"10"-8"-32"0,5 8-6 0,4 9-1 15,13-26 0-15,-9 34 5 0,2 10 6 0,3 14 3 0,6 17 1 0,0 11-7 0,2 11-3 16,2 6-4-16,1 5-1 0,4-3 0 0,2-8 1 16,-2-12 17-16,-6-12 15 0,-7-7 8 15,-8-7 5-15,-5-10-15 0,-1-12-13 16,-7-9-8-16,-1-9-5 0,-2-6-3 15,-2-6-14-15,-3-5-37 0,-4-6-79 16,-3-6 71-16</inkml:trace>
  <inkml:trace contextRef="#ctx0" brushRef="#br0" timeOffset="4235">16399 2863 1296 0,'8'-26'31'0,"1"8"-29"16,8 3 0-16,5 3-1 0,5-1-1 16,8-2 0-16,1-5-1 0,3-5-2 0,6-5 2 15,7-6 1-15,14-7 0 0,9-2 2 16,5-4 0-16,5-1-1 0,-5 1 1 15,9-4-1-15,9-5 0 0,5-9 0 16,3-3-1-16,-2-3 1 0,7 4 0 0,4 3 0 16,5 2-1-16,-2-4 1 0,3-5 0 15,-1-1-1-15,-3 4 1 0,3 4 0 16,-4 10-1-16,-1 2 1 0,-6-2-1 16,-9-3 1-16,-3-3-1 0,-3 2 1 15,-2 5-1-15,-6 7 1 0,-8 4 0 16,-5 5-1-16,2 1 0 0,-1 2 1 15,-3 1-1-15,-8 1 0 0,-7 4 1 16,-9 3-1-16,-3 6 0 0,-6 6 0 0,-2 3 0 16,1 4 1-16,0 5 0 0,-2 4 0 15,-3 6-1-15,-2 7 0 0,-2 4-2 16,1 6 2-16,1 5 2 0,-2 8 2 16,2 1 2-16,0 3 1 0,-1 5 0 15,2 1 1-15,2 5 1 0,0 5 2 16,0 3 3-16,2 2 2 0,-2-5 1 15,-7-6 0-15,0-6-4 0,-2-6-4 0,-3-2-3 16,2-2-1-16,0 0-2 0,-2 0 0 16,-3-1-1-16,-3 0-1 0,-3-1 1 15,-5-2-1-15,-2 1 0 0,-5-1-1 16,-3-1 1-16,-5 0-1 0,-5 1 0 16,-6 0-1-16,-8 2 0 0,-7 4 1 15,-7 3-6-15,-8 5-3 0,-5 4-3 16,-8 4-3-16,0 3 2 0,-8 1 0 0,-6 0-2 15,-12 2 2-15,-8 4 2 16,-5 12 6-16,-5 4 5 0,-3 2 1 0,-6-1 4 16,0-5 2-16,3 3 3 0,0 6 3 15,2-2 1-15,2 2 0 0,3-5-4 16,2-3-3-16,0 3 0 0,-2 0 7 16,3 1 6-16,6-6 6 0,2-11 6 15,2-7-4-15,9-8 0 0,1-3-2 0,11-4-5 16,8-1-5-16,0-6-4 0,7-4-1 15,1-4-1-15,5-6-1 0,7-3-3 16,8-4 0-16,4-3-3 0,5-1-1 16,6-2 1-16,3-2-2 0,4-2-1 15,4-2-1-15,3-1-11 0,2-1-13 16,0-2-14-16,3-2-17 0,1-1-11 16,2-1-12-16,1-3-36 0,1-2 67 15</inkml:trace>
  <inkml:trace contextRef="#ctx0" brushRef="#br0" timeOffset="4899.84">17356 4302 609 0,'-15'0'17'0,"5"-1"-9"0,10 0-22 0,2-2-10 0,6-1-8 0,3-1 3 0,6-3 10 0,6-4 28 0,7-4 31 16,44-29 103-16,-33 17-54 0,7-6 6 16,7-7 3-16,11-7-5 0,9-5-13 15,2-2-19 17,3 1-13-32,-1 3-7 0,11-2-8 0,7-3-3 15,4-8-5-15,5-6-6 0,3-5-4 0,6 0-2 0,4 1-1 0,6 1-3 0,3-3-1 0,-2-6-3 16,2-2-2-16,1 1 0 0,-3 5 0 15,-3 3 0-15,-1-1 2 0,-2-2 0 16,-3-1 2-16,-8 7 1 0,-2 5 1 0,-8 9-1 16,-8 7-1-16,-2 3-2 15,-10 3-3-15,-6 3 1 0,-13 2-2 0,-12 7 1 16,-8 4 2-16,-7 6 0 0,-8 6 0 16,-7 3 0-16,-7 4-4 0,-5 2-7 15,-4 0-15-15,-3 0-24 0,-3-1-48 16,-5-1-237-16,-5-1 211 0</inkml:trace>
  <inkml:trace contextRef="#ctx0" brushRef="#br0" timeOffset="5399.82">16554 2805 1074 0,'5'18'26'0,"4"5"-21"0,4 10-4 0,3 13 0 15,4 15 0-15,5 16 1 0,5 11 1 0,0 5 0 0,9 3 0 0,3 5 1 0,5 2-2 16,-1-6 1-16,-2-10 0 0,-7-16-1 0,-4-10 12 0,-6-6 20 0,-5-4 11 0,-6-8 10 16,-4-4-4-16,-2-9-18 0,-4-6-8 0,-2-2-11 15,-2-6-7-15,0-1-4 0,-1-5-14 0,-1-3-37 16,0-3-207-16,-3-5 163 0</inkml:trace>
  <inkml:trace contextRef="#ctx0" brushRef="#br0" timeOffset="5938.77">16722 2917 1228 0,'3'-25'28'16,"9"6"-25"-16,10 2-4 15,7 3-3-15,10-2-2 0,3-3 2 0,5-4-1 16,2-7 3-16,-1-7 0 0,3-7-1 16,3-5 0-16,6-5-1 0,11 1-2 15,6-3 2-15,5-1 1 0,-1-4 3 0,0-8 4 16,10-9 1-16,7-3-1 0,2-1 0 15,1 3-1-15,-5 1-1 0,6-3 0 16,3-5 1-16,-3 3-1 0,1 5-1 16,-8 9 1-16,3 7-1 0,-1-4 0 15,-5 1 0-15,-10-1 0 0,-6 6 0 16,2 9 0-16,-1 5 1 0,-2 6 0 16,-7 1-1-16,-11 0 1 0,-3 0 0 0,-3-3 0 15,0 3-1-15,0 0 1 0,0 2 0 16,-5 6 0-16,-3 5 1 0,-6 6 0 15,-5 4-1-15,-2 6 1 0,-4 5 0 16,-4 3-2-16,-2 2-1 0,0 3-6 16,-1 4-3-16,1 3 1 0,0 7 2 15,1 5 4-15,4 8 4 0,4 9 1 0,4 5 0 16,5 3 0-16,-2 2-1 0,2-3-1 16,0 4 1-16,-3-1-1 0,4 7 0 15,-2 7 0-15,-3 4 0 0,1 2 0 16,0-6 1-16,0-7 0 0,4-7 0 15,2-3 1-15,-7-3 0 0,0-1 0 16,-3-2 0-16,-6-3 0 0,-1 0-2 16,-5-2-8-16,-4-4-39 0,-7-3 30 15</inkml:trace>
  <inkml:trace contextRef="#ctx0" brushRef="#br0" timeOffset="6537.05">20168 3818 1113 0,'26'42'41'16,"4"1"45"-16,-2 2 7 0,-4-4 2 0,-4-4 8 0,1-1-58 0,-4-10-5 16,-2 0 5-16,-6-8-18 0,-2 0-5 0,-1-2-5 15,-1-1-7-15,1-2-2 0,-2-2-1 16,0-3-4-16,0-1-2 0,-2-2-1 16,0-2 0-16,0-2 0 0,1-1-5 15,-3-4-13-15,-3-3-13 0,0-3-19 16,0-4-18-16,-3-5-19 0,0-3-23 15,-2-5-54-15,-1-5 91 0</inkml:trace>
  <inkml:trace contextRef="#ctx0" brushRef="#br0" timeOffset="6884.24">19986 3624 982 0,'-5'4'41'0,"2"11"-7"16,4 19 12-16,4 8 7 16,2 15 10-16,2 2 2 0,-1 3-8 15,0-3-4-15,-3-7-4 16,-2-5 1-16,-3-15 0 16,-1-7-5-1,-3-13-21-15,-1-7-5 0,-1-15-14 16,-2-11-1-16,-1-17 0 15,1-8-1-15,1-10-2 16,3-1-1-16,1 2 1 16,6-1 3-16,10 13 13 15,10 5 4-15,14 19 3 16,6 9-2-16,-3 11-12 0,3 4-2 16,-8 2-5-16,-2-1-1 0,2-3-8 0,1-4-16 15,-3-6-26-15,2-8-43 0,3-7-195 16,-1-11 179-16</inkml:trace>
  <inkml:trace contextRef="#ctx0" brushRef="#br0" timeOffset="25349.2">6498 18910 1255 0,'-114'41'753'0,"82"-35"-752"0,4-4-1 0,-4-4-613 0,18-5 610 0,2-4 0 0,3-6 1 15,-1-4 2-15,0-8 4 0,2-5-1 0,0-12-1 16,0-7-2-16,1-12 0 0,1-9-3 15,-1-5-1-15,0-12 1 0,-1-10-3 16,4-9-2-16,-3-5 0 0,2-6-1 16,-1-5 3-16,-4 5 2 0,1 1-1 15,1 6-7-15,0 10-12 0,2 10-25 16,0 14-143-16,2 18 124 0</inkml:trace>
  <inkml:trace contextRef="#ctx0" brushRef="#br0" timeOffset="38255.21">20004 3754 403 0,'0'-6'12'0,"2"-1"12"0,-1 0 17 0,1 1 29 0,0 1 11 15,1 2 4-15,0 1-11 0,1 3-22 16,3 2-9-16,1 2-17 0,1 0-3 16,4 4-3-16,3 0-1 0,4 3-2 15,4 7-2-15,0 4-1 0,3 5-2 16,0 8-1-16,3 8-1 0,1 7-3 0,0 5-1 15,1 0 2-15,-4-7 12 16,-2-4 10-16,-2-7 4 0,0-5 1 0,-2-4-11 16,-2-2-9-16,-2-2-4 0,-3 1-3 15,0 0-3-15,0 0-1 0,-2-1 0 16,0-2 0-16,0-2-1 0,-2-7 2 16,-2-3-1-16,-2-5-5 0,-3-2-20 15,-2-2-30-15,0-3-122 0,-6-6-131 0,-5-4 165 16</inkml:trace>
  <inkml:trace contextRef="#ctx0" brushRef="#br0" timeOffset="38732.81">19983 3717 348 0,'-6'15'27'0,"3"11"25"16,2 6 6-16,6 12 2 16,3 8-8-16,9 9-5 15,1 0 6-15,0-10 2 0,0-5 3 16,-3-16-13-16,-3-6-5 0,1-7 2 15,-4-6 5-15,-5-8 0 0,0-4-3 0,-4-7-14 16,-3-5-10-16,-2-6-7 0,-4-7-4 16,-2-4-2-16,-2-5-3 0,1 0 0 15,-1-1-1-15,0 1-1 0,1 1-2 0,0 0 2 16,1 3-1-16,1 0-1 0,3 5 1 16,5 1-1-16,0 3 5 0,4 4 7 15,3 3 5-15,4 4 3 0,3 4 2 16,4 3-3-16,0 2-4 0,7 2 0 15,3 3-5-15,0 0-5 0,4 0-2 16,1-2 0-16,2-1 0 0,1-1 0 16,-2-3 1-16,2-1-1 0,-5-1 1 0,-2-3 0 15,0 0-1-15,-3-3-6 0,0 1-22 16,-1-2-45-16,0 0-225 0,-6 0 187 16</inkml:trace>
  <inkml:trace contextRef="#ctx0" brushRef="#br0" timeOffset="42283.96">22302 2648 781 0,'-1'-25'73'15,"-2"3"46"-15,0 15-50 0,-1 8 4 0,-1 17-17 16,0 9-8-16,-1 12-3 0,1 8-3 15,-1 6-5-15,1 5-3 16,2 7-7 0,-1 6-2-16,2 1-8 0,1-6-3 15,1-10-4-15,-1-12-1 32,-1-13-3-32,0-5-1 0,-1-9 0 0,1-3 0 0,-2-7-15 15,0-4-24 1,-1-7-144-16,-2-4 112 15</inkml:trace>
  <inkml:trace contextRef="#ctx0" brushRef="#br0" timeOffset="42832.73">21784 2954 782 0,'-7'0'24'0,"6"-4"15"16,1 1 11-16,1-2 20 16,3 0 6-16,3 1-12 0,1 0-5 15,2 2-8-15,1-1-4 16,-2 1-2-16,0 0-2 15,-3-2-6-15,-1 0-4 16,1-1-11-16,1-1-5 16,2-1-7-16,0 1-2 15,3 2-3-15,-1 2-2 16,2 2 1-16,2 3 0 0,5 3 5 31,2 1 2-31,3 3 11 0,5-2 3 0,9-1 5 16,2-1-1-16,0-4-11 15,1 0-4-15,-5-1-7 0,4 0-2 16,3 1 2-16,4-1-2 0,2 0 0 16,-1-1 1-16,-2-3 0 0,-4 0 1 15,-2-3 2-15,-1 0-2 0,-5-1-2 0,-1 0 0 16,-2 1-2-16,-3 1-1 0,-1 0 0 16,-4 1 0-16,-2 2-2 0,-1 0 2 15,0 1-1-15,-5 1 0 0,-1-1 0 16,-7 1 0-16,-2 0-1 0,-2-1 2 15,-3 1 0-15,3 0-1 0,0 0 2 16,-2 2 0-16,-1-1-4 0,-1 1-18 16,-1 0-18-16,1 1-21 0,-3 1-19 15,0 0-8-15,1 0-18 0,2-1-190 0,-3 0 190 16</inkml:trace>
  <inkml:trace contextRef="#ctx0" brushRef="#br0" timeOffset="45099.99">21586 4543 928 0,'0'16'76'0,"-7"6"29"16,1 3 2-16,0 9-23 0,0 6-21 0,0 9-17 0,0 7-5 16,2-2-13-16,-2 3-2 0,1-8-8 15,0 0-3-15,0-4-4 16,2-3-5-16,1-4-2 0,-2-4-1 0,1-1-1 0,-3-4 0 15,-1-1 0-15,0-2 0 0,1 0 0 16,0-2 1-16,0-2-1 0,-1-3 0 16,0 1 0-16,2-7 1 0,-2-3-4 15,0-3-11-15,-1-4-12 0,-2-2-20 16,-1-1-23-16,0-4-31 0,0-1-226 0,0 2 208 16</inkml:trace>
  <inkml:trace contextRef="#ctx0" brushRef="#br0" timeOffset="45432.66">21148 5157 961 0,'-21'-5'65'0,"4"0"-3"0,10 2 12 16,5 0 9-16,12 0-19 15,7 0-5-15,3 2-9 0,4 0-2 16,-4 0-16-16,3 0-6 15,4 1-7-15,3 0-8 0,0 0-3 0,4 0-5 16,2-1 0-16,1 0-1 0,8 0 1 16,-3 0-1-16,-1-1 0 0,-3 0 1 62,-3 1-2-62,-5 0 2 0,1 0-2 0,-1 1 1 0,-4 0 0 0,0 1 0 0,-1 1-1 0,-2 0 1 0,-4-1-1 0,0 1 0 16,-7 1 2-16,-4-1 0 0,0 0-2 0,-4 0 2 0,0-1-3 0,-4-1-11 15,-2 1-19-15,-2-1-25 0,-1-2-36 16,0-1-234-16,-3-2 211 0</inkml:trace>
  <inkml:trace contextRef="#ctx0" brushRef="#br0" timeOffset="46716.71">23286 4015 1159 0,'-1'7'52'0,"3"14"-4"0,9 7 5 0,15 14-2 0,6 8-12 0,7 2-1 16,1 2-3-16,-7-10-7 15,0 0-4-15,-11-9-12 0,-1-3-5 16,-3-4-3-16,0-3 1 0,-4-5-2 16,-1-4 1-16,-4-1-4 0,-2-2-14 15,-3-6-18-15,-4-6-23 0,2 0-29 16,-4-9-150-16,-2-6 149 0</inkml:trace>
  <inkml:trace contextRef="#ctx0" brushRef="#br0" timeOffset="46917.52">23252 4197 1049 0,'-24'-29'86'0,"8"0"10"15,8 1 8-15,6-3-10 16,3 2-38-16,6-4-13 0,4-1-14 0,4 0-13 0,6 1-8 16,5 2-4-16,3 6-3 0,3 4 1 15,-2 5-2-15,-3 4-14 0,-2 3-20 16,-4 5-22-16,-1 4-28 0,0 6-28 15,-6 3-169-15,-4 5 175 0</inkml:trace>
  <inkml:trace contextRef="#ctx0" brushRef="#br0" timeOffset="47137.56">23416 4259 1008 0,'-2'4'90'16,"0"-7"18"-16,4-9-11 0,2-4-16 0,5-2-32 15,3-4-7-15,2-4-6 0,2-3-12 16,4-3-9-16,-2-1-7 0,1 0-4 16,1 4-2-16,-1 7-1 0,1 3-6 0,-1 6-15 15,-5 4-15-15,-2 6-22 0,-4 7-21 16,-3 7-38-16,-2 6-207 0,-2 3 203 16</inkml:trace>
  <inkml:trace contextRef="#ctx0" brushRef="#br0" timeOffset="47284.05">23593 4454 1195 0,'1'30'80'0,"6"-19"33"15,3-9-12-15,1-9-40 0,4-3-9 16,0-5-19-16,3-6-9 16,3-2-10-16,2-4-6 0,1 0-5 0,1-1 0 15,2 4-9-15,-2 1-25 16,-4 2-32-16,-5-1-44 0,-4 1-257 0,-3-1 235 15</inkml:trace>
  <inkml:trace contextRef="#ctx0" brushRef="#br0" timeOffset="47551.66">23976 3648 1163 0,'-6'-22'47'0,"-9"3"41"16,-2 3-56-16,2 9-3 0,-1 4 1 15,3 9-19-15,0 5 2 0,1 6 2 16,-2 7 2-16,1 5 0 0,4 5 0 0,0 5 3 16,4 2 1-16,5 0 3 0,2 4-3 15,7-2-2-15,5-2-2 0,4-5-3 16,8-11 0-16,2-7-2 0,4-7-3 16,0-5 1-16,0-5-3 0,-1-6 0 0,-3-2 1 15,-2-5-1-15,-3-1-2 0,-3-4 0 16,-2-2-1-16,-3-2-16 0,-2-5-30 15,-2 1-42-15,-4 1-19 0,-2 0 47 16</inkml:trace>
  <inkml:trace contextRef="#ctx0" brushRef="#br0" timeOffset="48203.47">23795 4211 1079 0,'5'-17'31'0,"15"-32"13"0,0-12-12 0,2-10 12 0,10-12-21 0,-14 22-8 0,2 9-4 0,-4 9-4 0,-4 5-3 16,-4 9 0-16,-5 3-2 0,-4 7 1 0,-5 6 0 15,-4 5-1-15,-3 7 1 0,-5 4-2 16,-2 8-1-16,-2 5 1 0,-3 8-1 15,3 4 0-15,-1 7 0 0,-1 4 0 16,0 8 0-16,1 8 2 0,4 5-1 16,2 0 0-16,4-2 0 0,2-9 0 0,4-9 0 15,5-8 0-15,5-10 0 0,6-8-1 16,4-9 8-16,3-7 7 0,5-9 5 16,5-8 5-16,5-9-3 0,1-10-5 15,-2-9 2-15,2-8 3 0,-5-2-1 16,-3 3-1-16,-5 11-7 0,-7 13-8 15,-6 13-2-15,-6 9-1 0,-6 9 0 16,-7 9-1-16,-5 11 0 0,-6 14-1 16,-5 16-6-16,-6 8-11 0,2 8-14 0,0-1-22 15,1-2-39-15,4 3 52 0</inkml:trace>
  <inkml:trace contextRef="#ctx0" brushRef="#br0" timeOffset="48620.55">23616 5296 1185 0,'-8'-26'89'16,"4"9"13"-16,4 6-6 0,2 10-60 0,5 6-22 0,4 7-4 0,4 11 7 0,5 7 4 0,4 7 2 0,5 4-4 0,1 0-9 15,2-2-2-15,2-3-3 0,-8-3-1 0,0-4-1 16,-7-1 0-16,-1-3 0 16,-2-3 0-16,-2-3 0 0,-6-2-1 0,-3-1 0 15,-2-4-12-15,-2-3-19 0,-1-4-26 16,-4-5-28-16,-1-6-27 0,-7-5-212 16,-5-3 208-16</inkml:trace>
  <inkml:trace contextRef="#ctx0" brushRef="#br0" timeOffset="48763.98">23693 5492 886 0,'-20'-30'109'16,"5"5"123"-16,3 0-126 0,4 1-27 16,3-3-16-16,1-3-23 0,0-1-17 15,3 1-15-15,2 4-5 0,3 4-1 16,0 3-1-16,3 3-2 0,2 4-10 16,1 2-17-16,3 4-20 0,3 4-22 0,0 3-22 15,2 3-69-15,1 3-127 0,1 2 165 0</inkml:trace>
  <inkml:trace contextRef="#ctx0" brushRef="#br0" timeOffset="48934.84">23873 5551 1095 0,'0'19'176'16,"-2"-19"-89"-16,1-9 2 15,2-6-57-15,0-10-8 0,5-8-8 16,2-8-4-16,2-1-7 0,1-1-5 15,1 5-13-15,0 6-14 0,0 6-22 16,0 9-18-16,1 7-12 0,-2 7-74 0,1 5-135 16,-3 7 168-16</inkml:trace>
  <inkml:trace contextRef="#ctx0" brushRef="#br0" timeOffset="49118.41">24041 5592 822 0,'3'28'116'16,"0"-11"79"-16,1-6-47 0,-1-8-74 15,2-4-16-15,1-4-11 0,1-3-15 16,4-3-10-16,-1-2-12 0,0-2-5 16,0-4-2-16,0 1-1 0,-1-1-7 15,1 1-17-15,0 0-18 0,-1-1-27 0,-1-3-35 16,-2 1-189-16,-1-1 184 0</inkml:trace>
  <inkml:trace contextRef="#ctx0" brushRef="#br0" timeOffset="49350.82">24026 4971 944 0,'-4'9'71'0,"-4"-19"43"16,2 3-15-16,3 4-12 0,-2-18-43 15,5 23-14-15,6 6-6 0,3 6-5 0,3 7-2 16,4 8 3-16,2 3 1 0,2 2-1 15,3 0-2-15,1-1-6 0,-1-2-5 16,4-2-3-16,0-3-2 0,1-4 1 16,-3 1-1-16,-3-4-2 0,-2-3-9 0,-7-1-24 15,-5-5-23-15,-2-6-32 0,-1-4-152 16,0-4 152-16</inkml:trace>
  <inkml:trace contextRef="#ctx0" brushRef="#br0" timeOffset="49785.21">24123 5129 1060 0,'-26'-28'59'16,"4"1"5"-16,4-4 9 0,7 2-7 15,4-2-4-15,3-2-2 0,3 1-4 16,3 2-8-16,3 3-16 0,3 5-14 0,2 6-12 16,3 7-4-16,2 6-1 0,0 5-1 15,0 7 0-15,-1 7 0 0,0 5 1 16,0 6 0-16,-1 1 0 0,-2 2-1 15,-2 2 0-15,-3-2 0 0,-2-1 0 16,-1-3 0-16,0-3 1 0,-3-6-1 0,0-6 1 16,0-5 0-16,0-6 0 0,2-1 1 15,0-6-1-15,3-5 0 0,-1-1 1 16,2-3-1-16,2 0 0 0,3 2 8 16,2 3 1-16,3 3 0 0,3 4 1 15,-2 5-7-15,4 5-2 0,0 4 1 16,2 3-2-16,5 3-1 0,-4 0 1 15,-3-1 0-15,-1 1-1 0,-4-1 1 16,-1 0 0-16,-4 1 0 0,-3-1 1 0,-4 0 0 16,-2-1 0-16,-2-2 2 0,-1 0 0 15,-2-2 0-15,-3-2 1 0,-1 0-2 16,-2-1 0-16,-3-1-2 0,0-1 0 16,-1 0 0-16,0 0 0 0,1-2-1 15,0-1-4-15,2-1-10 0,2-1-12 16,4 0-15-16,0-3-20 0,4-4-22 15,0-2-36-15,0-1 65 0</inkml:trace>
  <inkml:trace contextRef="#ctx0" brushRef="#br0" timeOffset="50269.5">24442 4650 983 0,'0'-30'72'0,"-2"4"18"0,-1 0 4 0,0 5-33 0,1 4-13 0,1 2-13 0,-3 3-10 0,1 5-10 0,0 5-8 0,-1 4-2 0,0 6 2 0,-1 5-1 16,0 4 0-16,-1 5 2 15,-1 4-1-15,1 0-1 0,1 2-1 0,2-1-2 16,4-3-2-16,4-2 2 0,3-3-1 16,2-2-1-16,1-3 1 0,1-3 0 15,2-5 1-15,1-2 4 0,0-2 6 16,1 0 3-16,1-1 4 0,-2-1 1 16,1 0 0-16,-2-2 1 0,1 0 1 15,1 1 0-15,1-1 1 0,0 2 0 0,1 0 2 16,1 2 1-16,-1 2 0 0,0 4-1 15,2 2 0-15,-2 3-1 0,-3 2-5 16,-2 2-1-16,-3 2-4 0,-3 1-2 16,-3 1-1-16,-3-1-2 0,-1-1-3 15,-3 1-2-15,-2 0-3 0,-2 0-1 16,-2 1 1-16,-2-1-1 0,-1-1 0 0,-3-1 1 16,-4-3-5-16,1-1-17 0,-2-2-23 15,-2-1-28-15,1-3-23 0,0 0-16 16,2-2-17-16,2 1-184 0,4 2 197 15</inkml:trace>
  <inkml:trace contextRef="#ctx0" brushRef="#br0" timeOffset="50753.25">24145 6272 1353 0,'13'22'77'0,"-3"-11"-5"0,3-4-36 0,7 1 19 0,0-10-45 0,9 10-3 0,5 2-4 0,0-1 0 15,0 1 3-15,-1-3 0 0,-3-3 4 0,-2-4 4 16,-3-4 1-16,-2-5 3 16,-3-2 5-16,-2-2 0 0,-4-3 8 0,-2-5 8 15,-3-5 5-15,-1-8 8 0,-5-9 0 16,-1-6-3 15,-2-10-2-31,-4-7-7 16,-2-10-9-16,-2-7-8 0,-2-5-11 0,0 1-6 0,-3 5-4 0,4 2 0 0,3 3-1 15,3 8-1-15,3 7-2 0,3 12-1 0,1 13-3 0,-1 10-2 0,0 6-7 16,-1 6-11-16,-2 4-19 0,-2 4-19 16,-1 4-26-16,0 3-17 0,-1 4-10 15,-1 3-17-15,-2 4-137 0,-2 4 168 16</inkml:trace>
  <inkml:trace contextRef="#ctx0" brushRef="#br0" timeOffset="51133.75">24117 6212 1170 0,'0'-1'49'0,"-3"-3"-9"0,3 0 3 16,0 2-1-16,4 3-14 0,3 3-9 15,2 3-3-15,5 2-3 0,5 2-2 0,7 3 1 16,6 3-1-16,3-1-2 0,0-1 2 16,2-4 2-16,-4-7 8 0,-1-4 7 15,-2-8 3-15,-5-8 0 0,-2-6 2 16,-3-8 11-16,-3-6 9 0,-4-6 10 15,-2-7-4-15,-3-7-10 0,-1-10-9 16,-2-7-13-16,0-6-9 0,-2-1-6 16,1 1-7-16,-2 6-4 0,0-1 1 15,-2 1-2-15,0 6 0 0,0 5-13 0,0 13-12 16,0 11-14-16,-3 11-13 0,0 9-8 16,-1 7-14-16,0 5-14 0,-1 4-24 15,0 3-127-15,-2 4 148 0</inkml:trace>
  <inkml:trace contextRef="#ctx0" brushRef="#br0" timeOffset="51485.34">24118 6239 1118 0,'17'17'36'15,"4"-4"-14"-15,7-2 5 0,5-5 4 0,0-2 0 16,3-4 1-16,-3-3 0 0,-2-8-2 16,-4-7 3-16,-2-8 5 15,-2-7 9-15,-7-7 6 0,-1-5-2 0,-5-7-6 16,-1-7-6-16,-2-10-6 0,0-6-5 15,0-2-9-15,-1 4-9 0,-2 2-5 0,-1 5-3 16,0 1-1-16,1 0 1 0,1 7-1 16,0 3-2-16,0 11 1 0,-2 10-1 15,0 8-1-15,-1 8-4 0,-2 6-9 16,0 5-16-16,-3 2-25 0,0 1-23 16,-3 1-25-16,-1 2-112 0,-2-1 133 15</inkml:trace>
  <inkml:trace contextRef="#ctx0" brushRef="#br0" timeOffset="51783.55">24202 6079 1181 0,'19'12'32'0,"5"-2"-5"16,1-7 1-16,2-5 7 16,-3-7 6-16,0-6-3 0,1-8 4 15,4-10 3-15,-7-12 5 0,-1-10-5 0,-4-10-12 16,-2-6-11-16,0 2-13 0,-3 4-6 16,-1 5-11-16,-3 6-15 31,-1 5-18-16,-1 3-18-15,0 8-15 0,0 2-26 0,0 9-183 0,-1 5 180 0</inkml:trace>
  <inkml:trace contextRef="#ctx0" brushRef="#br0" timeOffset="54284.04">23940 7445 1149 0,'-27'21'28'0,"27"12"-18"0,7 14 5 0,8 17 5 0,1 10 1 0,5 9-3 0,7 7-5 0,3 12-5 0,3 11-2 47,2 2-2-47,-2 2-1 0,-1 0 1 0,-1-5 0 15,-2-4 0-15,-5-5-1 0,-5-15 0 0,-2-2 0 0,-6-1 0 0,-7-7 0 0,-2-8 2 0,-2-14 3 16,-1-13 0-16,0-6 1 0,2-9-1 0,-2-7-6 0,0-8-17 0,0-8-39 0,-2-6-201 15,-2-9 162-15</inkml:trace>
  <inkml:trace contextRef="#ctx0" brushRef="#br0" timeOffset="54866.47">23890 7462 939 0,'25'-31'63'0,"6"-9"91"0,10-1-152 16,7-9-1-16,-3 1-1 0,9-5 1 16,9 0-1-16,6 1 0 0,5 4 1 15,-3 2-1-15,-6 4 1 0,-7 2 0 16,-8 2 0-16,-4 5 0 0,-10 5 0 0,-5 7 0 15,-4 10-1-15,-7 6 0 0,-6 6 0 16,-4 5 0-16,-4 1 4 0,-6 5 4 16,0 8 1-16,-2 4 2 0,0 6-2 15,3 3-2-15,2 3 0 0,2 4-1 16,3 5 1-16,2 8 1 0,6 12 0 0,4 7 1 16,4 3-1-16,2 0-1 0,3-7-2 15,-1-1-1-15,-1 5 0 0,0 1 4 16,-1 1 13-16,-4-4 5 0,-1-10 3 15,-2-6-2-15,1-3-9 0,1 4-2 16,-1 4-1-16,-1 8-3 0,0-1 0 0,0-4 5 16,-1-4 4-16,-2-6 7 15,-8 1 6-15,0 1 1 0,-4 6-3 0,-2 0-3 16,1-3-5-16,-3-6 0 0,-3-7 2 16,-5-7-3-16,-4 0-5 0,-3-3-8 15,-6-2-5-15,-2 0-1 0,-5-2-1 16,-2-1 0-16,-3 4-1 0,-1-1 1 15,-2-1-1-15,-3-1-1 0,-4 1 0 0,-4-2 0 16,0 0-1-16,-2 0 1 16,2-4 0-16,3-3-1 0,4-2 1 0,5-4-1 15,7-1-1-15,3-3-3 0,6-2-12 16,6-4-22-16,2-3-26 0,5-3-37 16,0-5-30-16,4-3 68 0</inkml:trace>
  <inkml:trace contextRef="#ctx0" brushRef="#br0" timeOffset="55422.06">24106 7516 601 0,'5'9'90'0,"1"-8"75"0,2-3-50 16,5-5-16-16,7-7-28 0,6-4-19 0,9-6-18 0,7-5-9 0,7-6-8 0,3-6-7 0,2-8-2 0,-3-4-3 0,-2 2-7 15,-6 6-19-15,-4 9-41 0,-7 9-193 0,-9 6 161 16</inkml:trace>
  <inkml:trace contextRef="#ctx0" brushRef="#br0" timeOffset="55668.67">24128 7988 1050 0,'16'-12'42'0,"12"-12"-8"0,14-8 3 16,6-2-19-16,8-7 4 0,3-11 6 16,2-10-1-16,-1-1-2 0,-3 0-7 0,2 11-10 15,-2 10-4-15,1 9-19 0,-8 9-28 16,-2 2-148-16,-11 4 117 0</inkml:trace>
  <inkml:trace contextRef="#ctx0" brushRef="#br0" timeOffset="55867.68">24498 8487 840 0,'26'6'78'15,"1"-20"115"-15,6-9-183 0,5-4-5 16,3-2 0-16,11-2-3 0,5-4-25 16,2 0-94-16,-2-5 75 0</inkml:trace>
  <inkml:trace contextRef="#ctx0" brushRef="#br0" timeOffset="63516.61">2720 15104 740 0,'41'9'29'16,"17"-3"-12"-16,5-4-4 0,4-3-3 0,-12-3-8 0,-2-2-2 0,-3-3 0 0,3 0-1 0,5-1-1 78,12-2 0-78,4-1 2 0,2-2-1 0,-2 1 1 0,-7-2 0 0,1-3 0 0,8 1 0 16,7-5-1-16,3 1 1 0,-3 0 0 0,-7-2 0 0,-2 1 23 0,13-1 15 0,7 0 12 0,-4 0 12 0,-5 3-16 0,-8 0-14 0,1 2-10 0,13 0-9 0,-3-2-7 0,-1 1 0 0,-11 1-2 0,-5 0-2 0,6 2 1 0,2 2-1 15,-1 1 0-15,-5 3 1 0,-10 6 1 0,-2 4-2 0,-5 2-19 0,6 7-201 16,-2-2 151-16</inkml:trace>
  <inkml:trace contextRef="#ctx0" brushRef="#br0" timeOffset="64365.96">2718 16180 1136 0,'-16'3'28'0,"9"3"-22"0,4 2-3 0,3 0-1 0,-3 1 1 0,-2 2 1 16,1 2 1-16,2-1 2 0,4 2-1 0,2-1-1 15,0 1-2-15,0-2-1 0,2-1 0 16,8-4-1-16,8-1 0 0,7-3 1 16,9-4-1-16,11-2 0 0,6 0 1 15,7-3-1-15,1 0 1 0,-3 0-1 16,4-2-1-16,7 0 1 0,11-1-1 15,7-2 0-15,9 1 0 0,-8 0 0 16,3 0 0-16,9 0 0 0,-1 1 0 0,7 2 0 16,-1 1 0-16,6 3 1 0,1 3 0 15,1 2 1-15,2 5 0 0,-1 3 0 16,1 4 0-16,0 2 1 0,-1 3-3 16,0 1-27-16,-4-2-248 0,0-2 189 15</inkml:trace>
  <inkml:trace contextRef="#ctx0" brushRef="#br0" timeOffset="74520.58">13725 15410 856 0,'-35'-1'52'16,"-7"-5"65"-16,5-4-130 0,2-2-16 0,2 1-10 0,2 1-19 0,1 0-8 0,0 0 4 0,-1 0 5 0,-2 0 14 0,1-2 18 0,-6 3 7 0,-5 1 7 0,-7 2 8 0,-2 1 4 31,-3 0 5-31,4 1 9 0,4 1 16 0,5 3 15 0,6 4 10 0,-1 4 4 0,3 5-5 0,-1 7-6 16,-4 3-3-16,-1 5-5 0,-3 4-3 15,2 2-1-15,4-1 1 0,0 0 2 16,7-3 0-16,1-2-5 0,4-1-6 15,7-1-7-15,3 3-9 0,3-2-4 16,4 4-3-16,3 4-3 0,4 3-1 16,3 7 0-16,2 4-1 0,4 3 1 15,2-2 0-15,3-5 1 0,3-1 1 0,6-5 0 16,3 3 0-16,6 1-1 0,6 0 0 16,4 6-2-16,5 3 1 0,3 3-1 15,0-2 0-15,5-2 0 0,-3-7 2 16,3-3 0-16,5-3 3 0,5-5 0 15,4 0-1-15,0-3 0 0,2-3-2 16,-3-1-2-16,3-3 1 0,8-1 0 16,5-4-1-16,0-2 1 0,1-1-1 15,-6-4 0-15,3-4 1 0,4 0-1 0,1-4 0 16,2-4 1-16,-6-3 1 16,-2-2 0-16,3-5 1 0,3 0-1 15,1-4-3-15,0-5 0 0,-6-1 0 0,3-6 0 16,3-2 1-16,2 0 0 0,-2-2 2 15,-2-2-1-15,-4 2-1 0,1-3-1 16,-2-4 2-16,-2-4 1 0,-9-5 2 0,-10-2 3 16,-5-2 4-16,-9-1 1 15,-10 1 2-15,-4-2 2 0,-10 0 0 0,-8-3 3 16,-8-3 4-16,-10-3-1 0,-10-4 2 16,-10 4 0-16,-10 3 2 0,-6 2 3 15,-9 6-2-15,-7 0-2 0,-6-4-6 16,-5-1-5-16,-1 0-3 0,-2-1-3 15,1 7-1-15,-3 3 1 0,-5 4 0 16,-5 2 1-16,-4-1-2 0,0 1-3 0,0-3-5 16,-8 2-4-16,-5 1-2 0,-3 4 1 15,-2 6 0-15,3 6-2 0,-2 4 0 16,3 9-1-16,5 6 2 0,8 6 1 16,-2 8 0-16,-2 5 0 0,-1 6 1 15,1 4 0-15,7 6 2 0,8 6 0 16,-5 4 0-16,0 2 2 0,1 0-2 15,7-2 0-15,9 1 0 0,6 1 0 0,6 4-1 16,-1 8 1-16,5 5-1 0,2 7 1 16,7 2 0-16,8-1 0 0,6 1 0 15,9 3 0-15,5 7 0 0,8 5-10 16,5 1-9-16,6-5-13 0,10-7-17 16,8-3-11-16,8 2-18 0,9 2-35 15,6-3 64-15</inkml:trace>
</inkml:ink>
</file>

<file path=ppt/ink/ink10.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22:47.033"/>
    </inkml:context>
    <inkml:brush xml:id="br0">
      <inkml:brushProperty name="width" value="0.05292" units="cm"/>
      <inkml:brushProperty name="height" value="0.05292" units="cm"/>
      <inkml:brushProperty name="color" value="#FF0000"/>
    </inkml:brush>
  </inkml:definitions>
  <inkml:trace contextRef="#ctx0" brushRef="#br0">17521 4397 1411 0,'-38'36'31'0,"6"-12"-31"0,2-2 3 0,9-8 0 0,1-1-1 0,2-1 0 0,5 3 0 0,2-1 0 0,2 1 1 0,6-2 0 0,2-1-3 0,5-2-1 0,8-1-3 0,1-3-1 16,8-3 2-16,6-2 2 0,6-3 1 16,8-4 0-16,2-2 0 0,9-1 1 0,5-1-1 15,11 2 5-15,7 2 5 0,3-1 6 16,2-1 5-16,0 3 1 0,11-1-3 16,7-1-4-16,6-3-6 0,4-1-3 15,4 0-3-15,5-1 0 0,3-1 0 16,5 3-1-16,2 2 0 0,0 1 1 0,1 4-1 15,4-3 1-15,-2 2 3 16,-2 0 3-16,1 2 2 0,2 2 9 0,-6 1 2 16,0 0-3-16,-2 2 0 0,0-1-8 15,-6 0-4-15,-3 0 2 0,-2 0-1 16,-3 0 0-16,1 1-2 0,-8 0-3 16,-2 2-2-16,-9-2 1 0,-4 0-1 15,-1-1 0-15,-7 0 1 0,-8 1-1 0,-8 1 0 16,-10 0-1-16,-4-2-17 0,-8-1-20 15,-8 1-23-15,-5-1-33 0,-10 1-40 16,-9-2 73-16</inkml:trace>
  <inkml:trace contextRef="#ctx0" brushRef="#br0" timeOffset="1930.97">12712 5755 869 0,'-39'273'26'16,"37"-257"-26"-16,0 14-1 0,2 31-1 15,2 4-1-15,4-9 0 63,4 0-1-63,1-3-1 0,7-4-1 0,5-5 1 0,4-3 3 0,5-1-2 0,1-3-4 0,-1 0-2 0,0-3 0 0,1 1 5 0,1-2 5 0,3-3 2 16,5-7 12-16,2-6 18 0,0-3 18 0,5-7 14 0,-1-4 3 15,-1-6-8-15,2-6-10 0,-4-7-9 16,1-5-6-16,4-5-3 0,2-7 0 15,3-2 2-15,-9-3-1 0,0-3 1 16,-5 1 3-16,-9-1 2 0,0-7 1 16,-7-3-1-16,-4-9-6 0,-3-1-8 15,-3-2-6-15,-4 3-7 0,-4 4-4 16,-3 0-2-16,-4 3-1 0,-5-4-1 16,-4-2-1-16,-4 1 0 0,-4 0-2 15,-4 8 0-15,-4 4 0 0,-8 8-4 0,-5 5-1 16,-7 4 0-16,-6 6 0 0,-3 6 3 15,-2 6-1-15,-2 8-1 0,3 8 1 16,-5 8-1-16,-3 7 1 0,-6 5 1 16,-6 6 1-16,5 4 0 0,5 8 1 15,7 5-8-15,10 7-12 0,6 2-19 16,2 1-19-16,4-4-19 0,2 0-35 0,7 0 63 16</inkml:trace>
  <inkml:trace contextRef="#ctx0" brushRef="#br0" timeOffset="2999.68">17997 5499 899 0,'-20'8'34'0,"-7"-4"-15"0,4 0-3 0,-2 0-2 0,-5-5 16 0,2 3-2 0,2 3 1 0,1 1 0 16,-2 1-2-16,-3 3-2 0,1 4-3 0,-1 2-2 0,0 4-3 0,2 1 0 16,2 1-1-16,2 3-4 0,4 5-1 15,-2 2-5-15,3 5-2 0,3 3-2 16,0-3 0-16,3 0-1 0,3-1-1 0,1-4 0 15,2 0 0-15,1 1-1 0,2-2 0 16,2 2-2-16,2 1 0 0,0 2 0 16,2 2-1-16,4 4 2 0,3 0 1 15,3 0 0-15,2-4 1 0,1-4 0 16,2-1 3-16,0-3 3 0,2-2 5 16,3-3 3-16,-1-1 4 0,4-3-3 15,3-1-5-15,5-3-3 0,2 0-3 16,2-1-1-16,3-2 0 0,-2 0 0 0,0-2-3 15,-1-3 1-15,-1 0 1 0,1-3 0 16,1-2 0-16,-1-3 2 0,2-2-1 16,2-5 1-16,1-2 0 0,1-3 0 15,-2-4-1-15,0 0 0 0,-6-4-3 16,-2-3 2-16,2 1 0 0,-1-1 3 16,-1-1 7-16,-1-1 5 0,-2 0 6 15,-3 0 4-15,4-1-2 0,-4-1-3 0,1-1-7 16,-1-1-4-16,-1 2-5 0,-6-3-1 15,1 0-1-15,-10 2-1 0,-2-3 1 16,-4-1 1-16,-3 2 2 0,0-2 2 16,-3-2 0-16,-3 0-3 0,-4-5-1 15,0-5-3-15,0-4 0 0,-5-5 4 16,1-1-1-16,-4-1-1 0,1 6 0 16,-2 4-2-16,-2 6 1 0,-4 5 1 0,-2 0-2 15,-1 2-1-15,-1 0 0 0,1-5-1 16,-2-4-3-16,-3-6-6 0,-2-3-11 15,-3-1-12-15,-5 0-12 0,-5 5-17 16,-5 5-25-16,-2 5-40 0,-8 8 68 16</inkml:trace>
  <inkml:trace contextRef="#ctx0" brushRef="#br0" timeOffset="4467.25">4557 10855 889 0,'27'-23'24'0,"13"11"-9"0,4 5-4 0,7 1 3 0,0-1-3 0,-3 0-4 0,-1-1-3 15,0 0-1-15,0-1-1 0,-1 0 0 0,2 0-1 16,8-1 0-16,9 1 0 16,3 0 0-16,2-1 0 0,-4 0 0 15,-3-1 0-15,5-2 1 0,11-1 0 16,3-2 2-16,4-3 0 0,-1-3 1 0,-4-4 1 16,8-2-1-16,9-4 2 0,-1-5-1 15,0 2 1-15,-5-4 2 0,6-2 6 16,6 0 7-16,-2-2 2 0,-3-2 2 15,-1-2-4-15,8-4-3 0,0-8 0 0,0-4-2 16,1-5-2-16,-3-4-4 0,3 0-1 16,1-4 0-16,-7-9 5 0,2-8 1 15,5-5-1-15,1 2-3 0,7-2-5 16,-13-2-3-16,3-4 0 0,3-3-1 16,-8 1 1-16,6 0 2 0,-1-5 2 15,0 0 1-15,-1 2 2 0,-2 0 0 0,-5 2-1 16,5 0-2-16,-1 2 0 0,-2 0-2 15,-1 2-2-15,-1 1-1 0,2 2-1 16,-1 7 5-16,-8 1 8 0,-3 3 3 16,2 1 1-16,6 6-4 0,-6 7-6 15,-1 6 0-15,-9 4-2 0,-1 2 0 16,4 0 0-16,0 3-1 0,-1 1-3 16,-6 5 1-16,-7 3-2 0,2 4-1 15,3 1 1-15,1 2-1 0,-3-2 0 0,-8 1 1 16,-4 1 0-16,-6 1 0 0,2 4 9 15,-5 4 3-15,1 2 0 0,-2 5 1 16,-5 2-8-16,-9 5-4 0,-5 2 1 16,-5 3-2-16,-3 2-1 0,-6 3 2 15,-5 1-1-15,-4 0 0 0,-3 2 0 16,-2 1 1-16,-1 0-1 0,0-1 0 16,-2 0 0-16,0 0-1 0,-2 0 0 15,0-1 0-15,-1 1-1 0,-3-1 0 0,-1 1-2 16,-2 0-2-16,-3 1-4 0,-3 2-5 15,-3 3 0-15,-3 2 5 0,-2 1 5 16,1 2 4-16,5 3 3 0,1-1-1 16,0 1-2-16,3 0 1 0,2 0-2 15,4 0-1-15,4 0-1 0,3 0 0 16,4 0 1-16,5 0 1 0,5 1 0 0,4 0 0 16,1 2 1-16,0 1 0 0,-1 0-1 15,1 4 1-15,3 0-1 0,-2 4-13 16,-3 5-43-16,-2 5-53 0,-8 10 56 15</inkml:trace>
  <inkml:trace contextRef="#ctx0" brushRef="#br0" timeOffset="9316.48">17347 9763 747 0,'10'-1'43'0,"-4"-1"9"0,4 1-13 0,1 1-1 0,-3 1-11 0,3 2-3 0,2 1 2 0,-1 0 0 0,4 1-3 0,0 1-6 0,2 0-6 0,3 1-5 0,1 0-1 0,4 0-2 0,2 0-1 0,4-1 0 0,5 0 0 0,5-1 0 0,5-2 0 0,2 0 0 16,3-1 1-16,0-1 5 0,-5-1 3 15,8 2 2-15,-6-1 0 0,5 0-2 16,9 1-1-16,0-1-1 0,6-1 0 16,-2 0-2-16,-2-1-3 0,-2-2 0 15,2-1 1-15,5-1 4 0,3-1 6 16,-2-1 6-16,-2 0 7 0,-5-1 0 0,-5 1 0 15,2 0 2-15,1 2-1 0,0 2 2 16,-2 2-1-16,-6 0-3 0,-6 1-2 16,-9 0-2-16,-5 1-4 0,-3 0-2 15,-7 2-5-15,-6 0-4 0,-2-1-4 16,-5 2-1-16,-3-2-4 0,-2 0-15 16,-5 0-25-16,-2 0-37 0,-5 1-232 15,-4 0 199-15</inkml:trace>
  <inkml:trace contextRef="#ctx0" brushRef="#br0" timeOffset="10583.19">20025 10020 1007 0,'9'0'41'0,"1"-2"-6"0,-1 1-12 0,2-1-3 0,-1-2-12 0,0 2-4 0,3-1-1 16,-1 0-1-16,1 0-1 0,-4 0 0 0,0 0 0 15,2 0 0-15,1 0 0 0,4 2-1 16,4-1 0-16,2 1 1 0,-2 1 4 0,2-4 5 16,3 0 7-16,4-1 3 15,0 0 2-15,4-1 2 0,4-1-2 0,3 2-3 16,7 0-3-16,5 1-3 0,-1 2-3 16,2 0-2-16,-6-1-3 0,4 1 0 15,0-1 1-15,4-1 3 0,4 0 4 16,2-1 4-16,5-1 4 0,-1 0 1 15,-2 0 0-15,0-2-4 0,-1-1-4 16,7 1-4-16,3 0-4 0,2 0-2 0,1 0 0 16,-2-1-1-16,-1 0-2 0,0-1 1 15,6 0-1-15,-1-1-1 0,0-1 1 16,-3 0 4-16,-6-1 2 0,3-1 4 16,-1-2 2-16,3 0 1 0,-2 0 0 15,-2-1 1-15,-3-1 0 0,-1 1 2 16,-4 2 0-16,2 1 1 0,-3 1-1 0,-2 0 0 15,0 1-2-15,-7-1-2 0,-2 3-1 16,-4 3-2-16,-5 1 0 0,-2 3-4 16,-5 2 0-16,-1 1-1 0,-3 0-2 15,-1 1-2-15,-5 1-1 0,-6 0-2 16,-1 2-2-16,-6-1 0 0,-4 1-5 16,-2-1-10-16,-3 0-16 0,-2 0-18 15,-3-1-18-15,-5 1-18 0,-8-3-34 0,-7 0 69 16</inkml:trace>
  <inkml:trace contextRef="#ctx0" brushRef="#br0" timeOffset="11828.69">9523 11057 463 0,'10'3'22'0,"-1"-2"1"0,2 0 4 0,1 0 2 0,0 1-3 0,2 0-5 0,-1 1-4 16,1 0-6-16,2 1-8 0,2 0-3 0,4-1-7 0,0 0-3 0,12-1-1 15,5-1 1-15,4-1 3 0,4 0 2 16,-2 0 0-16,2-2-2 0,4 0 2 15,-1 1 1-15,3-1 0 0,2 1 0 0,10 0-1 16,9 1-2-16,1 0 0 0,2-2 1 16,-6 1 1-16,-4-2 5 0,7 1 4 15,9-1 4-15,3-1 3 0,0 1 0 16,-5 0-2-16,1 1-1 0,6 0-3 16,5 1-3-16,-2 0-2 0,-6 1 1 15,-2-1-1-15,3-1 8 0,7-1 20 16,-5-2 18-16,-4-2 21 0,-7-1 16 0,-9-1-3 15,7-2-6-15,3-1-12 0,-3-2-14 16,-7-3-11-16,-10-1-6 0,-11 0-4 16,-1 0-2-16,-5 2-3 0,0 2-3 15,-1-2-4-15,-5 1-4 0,0 0-4 16,-11 0-1-16,-2 1-2 0,-8 0 0 16,-2 2-1-16,1 0-1 0,-2 2-16 15,-5 0-39-15,-1 1-193 0,-3 2 155 0</inkml:trace>
  <inkml:trace contextRef="#ctx0" brushRef="#br0" timeOffset="13066.44">14844 10782 335 0,'14'4'9'0,"-1"-2"-6"0,4 1 0 0,-2-2-2 0,1 1-1 0,3-1 2 0,3 1-2 0,3 1 1 0,-4 1-1 0,2 2 0 0,2-1-2 0,1 0 1 0,4-1 6 16,-1 1 23-16,-1 0 11 0,3 0 3 15,1-1-5-15,-1-4-20 0,4-4-9 16,3 0 5-16,3-3 17 0,7 1 24 16,1 0 14-16,2-1 7 0,-4 1-9 0,1 0-19 15,0 0-10-15,4 0-12 0,3-1-7 16,10 0-6-16,5-2-4 0,-1 0-1 16,-1-2-2-16,-3-1-2 0,-4 0-1 15,8-2 0-15,8-1-1 0,-1 0 2 16,3 1 1-16,-5 1 1 0,-6 2 4 15,3 1 5-15,5 0 6 0,3 0 7 16,1-1 4-16,-4 0-1 0,-6 0-3 0,0-1-6 16,1 0-4-16,4 0-2 0,0 1-1 15,-5-1 2-15,-6 1 3 0,-2-1 1 16,-2 3-3-16,4 0-4 0,-1 1-5 16,-1 0-2-16,-2 1-1 0,-8 1 1 15,-5 1-2-15,0 3 1 0,-7 2-1 0,0 1 2 16,0 1 5-16,-5-2 4 15,2 2 2-15,-4-2 3 0,-5 2-2 0,-8 2-3 16,-4-1-3-16,-3 2-4 0,0-1-2 16,-4 0-2-16,-2-1-1 0,-3-1-1 15,-4-1 0-15,0-1 0 0,-3 1-4 16,-1-3-10-16,-3 1-15 0,-1-1-17 16,-1 2-14-16,0 0-21 0,0 0-141 15,-2 2 141-15</inkml:trace>
  <inkml:trace contextRef="#ctx0" brushRef="#br0" timeOffset="15249.65">16053 13809 1328 0,'-1'0'40'0,"-2"0"-20"0,3 1-11 0,0 1-1 0,-2 0-5 0,2 2-1 0,-1 1-10 0,0 0-30 0,0 1-66 0,-4 0 60 0</inkml:trace>
  <inkml:trace contextRef="#ctx0" brushRef="#br0" timeOffset="15439.39">15940 14555 1325 0,'-1'38'55'0,"-2"-16"38"0,1-6-105 15,5-5-31-15,-1-3-24 0,1-2-28 16,-1 2-45-16,0 0-169 0,0 0 191 16</inkml:trace>
  <inkml:trace contextRef="#ctx0" brushRef="#br0" timeOffset="15611.18">15931 15128 1225 0,'1'48'57'0,"-1"-11"-6"0,1-7-13 15,2-11-24-15,2-4-31 0,0-4-43 16,-2-3-242-16,1 0 193 0</inkml:trace>
  <inkml:trace contextRef="#ctx0" brushRef="#br0" timeOffset="15812.74">16105 16016 1373 0,'-3'52'27'0,"2"-17"-48"16,1-2-38-16,0-12-66 0,1-5 65 15</inkml:trace>
  <inkml:trace contextRef="#ctx0" brushRef="#br0" timeOffset="15967.29">16078 16760 1412 0,'-2'40'45'0,"-2"-11"-16"0,3-3-11 16,1-9-6-16,2-5-18 0,2-2-26 16,0-3-27-16,2-5-42 0,1-2 52 0</inkml:trace>
  <inkml:trace contextRef="#ctx0" brushRef="#br0" timeOffset="16836.64">19887 14296 1415 0,'1'27'35'0,"-2"-10"-25"0,0-2-6 0,1-4-2 0,0-1-2 0,0-1-3 0,1 1-9 0,-1-1-11 0,1-1-17 15,1 0-19-15,-2 0-30 0,2 0-135 0,-1 1 139 0</inkml:trace>
  <inkml:trace contextRef="#ctx0" brushRef="#br0" timeOffset="16983.82">19846 14880 1223 0,'-16'65'109'15,"10"-38"-80"-15,-2-2 7 0,4-2-37 16,2-11-14-16,1-2-23 0,0-2-33 15,1-1-138-15,0 3 129 0</inkml:trace>
  <inkml:trace contextRef="#ctx0" brushRef="#br0" timeOffset="17152.8">19808 15489 1402 0,'-3'57'41'0,"-3"-8"-10"16,2-16-29-16,2-7-2 0,2-12-12 0,0-3-15 16,2-2-16-16,-1 0-28 0,0 0-45 15,-1 0-189-15,2 1 187 0</inkml:trace>
  <inkml:trace contextRef="#ctx0" brushRef="#br0" timeOffset="17316.29">19775 16079 1157 0,'-1'50'60'0,"-5"-10"22"0,0-2-22 16,3-8-7-16,2 1-7 0,0-1-12 15,-1 0-12-15,2 1-9 0,2-4-9 16,-1-7-13-16,2-6-18 0,2-7-30 0,0-8-42 16,1-6-225-16,-1-5 205 0</inkml:trace>
  <inkml:trace contextRef="#ctx0" brushRef="#br0" timeOffset="17741.82">20021 13843 695 0,'0'7'38'0</inkml:trace>
  <inkml:trace contextRef="#ctx0" brushRef="#br0" timeOffset="21519.26">19951 13846 1102 0,'9'-34'129'0,"-7"1"245"0,-2 12-369 16,-1 6-14-16,0 7-32 0,0 3-45 0,-4 2 44 16</inkml:trace>
</inkml:ink>
</file>

<file path=ppt/ink/ink11.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23:12.519"/>
    </inkml:context>
    <inkml:brush xml:id="br0">
      <inkml:brushProperty name="width" value="0.05292" units="cm"/>
      <inkml:brushProperty name="height" value="0.05292" units="cm"/>
      <inkml:brushProperty name="color" value="#FF0000"/>
    </inkml:brush>
  </inkml:definitions>
  <inkml:trace contextRef="#ctx0" brushRef="#br0">9806 16509 894 0,'-8'15'22'0,"3"4"-15"0,7 0 0 0,7 0 3 0,3 1 7 0,0-1 3 15,3 0 3-15,3 1 0 0,4-2-3 0,3 0-3 0,5-1-3 0,4 0-4 16,1 0-3-16,4-2-2 0,-2-4-3 15,1-4 1-15,3-5 7 0,3-9 4 16,6-10 7-16,5-9 3 0,0-11-4 16,1-6-2-16,-5-10-5 0,-1-8-4 15,0-6-4-15,2-9-2 0,4-1-1 16,5 3 2-16,1 3 0 0,-1 4 0 0,-3 2 1 16,-6-3-3-16,-1 5 2 0,-4 6 0 15,2 7-1-15,-5 11 0 0,1 5-1 16,-4 5 1-16,-9 5 0 0,-1 4-1 15,-3 3 1-15,-1 4-12 0,-1 3-30 16,-1 4 25-16</inkml:trace>
  <inkml:trace contextRef="#ctx0" brushRef="#br0" timeOffset="417.91">13115 16658 1321 0,'20'38'32'0,"-5"-5"-25"0,8-1-3 0,2-10-2 0,3-8-1 0,8-5 1 0,-1-6 1 0,1-10-1 0,3-2 2 16,2-10 1-16,6-2 0 0,6-6-1 0,5-6 1 16,1-3-2-16,3-8-2 0,-4-4 0 15,-3-10 0-15,0-5 0 0,2-6 1 16,4 2 0-16,5 2 1 0,-1 4-1 15,-2 4 1-15,-6 2-2 0,-4 0 1 16,-2 5-1-16,-1 1 0 0,-3 7 0 0,0 6-1 16,-1 6-1-16,-3 8-21 0,-2 6-38 15,-6 5-238-15,-6 4 190 0</inkml:trace>
  <inkml:trace contextRef="#ctx0" brushRef="#br0" timeOffset="802.23">15481 16717 1197 0,'42'24'31'0,"-1"3"-19"16,-2-6-7-16,4 0 3 0,-9-10 3 15,7-2 3-15,0-7 4 0,5-1 0 0,7-4-1 16,1-6 0-16,3 0-1 16,1-6 4-16,-3-1 6 0,3-6 4 0,-3-7 5 15,4-6-2-15,2-3-4 0,-2-7-3 16,6-4-7-16,-1-10-6 0,-2-6-3 15,3-3-5-15,-3 2-3 0,7 6-1 0,1 5-1 16,1 5-1-16,0 4-2 0,-8 6-13 16,-3 3-13-16,-4 7-20 0,-1 7-25 15,0 9-36-15,-3 5-248 0,0 7 230 16</inkml:trace>
  <inkml:trace contextRef="#ctx0" brushRef="#br0" timeOffset="1214.76">19485 16538 1703 0,'27'29'29'0,"-7"-18"-31"0,4-9-13 0,3-9 5 0,7-7 8 0,1-6 2 0,9-3-1 0,2-6 2 15,6-5 0-15,4-3 0 0,1-3 1 16,0-2-2-16,6-2 2 0,7-4 1 16,-1-1 1-16,5-3 0 0,-5-6-2 15,-2-6 0-15,3-6 0 0,1-3 0 0,2 0-1 16,2 5-11-16,-2 5-28 0,-6 3-33 16,-2 3-41-16,-5 5-190 0,0 7 190 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4:55.307"/>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107 1579 9266,'0'0'0,"-4"0"248,-7 3-140,-3 0 3,-3 4 9,1 0 26,1 2-44,2 0-3,4 0-66,3 0-21,5 0-8,4 2-12,7 2 1,6 3-1,8 5 10,7 3-13,7 3-5,6 3 1,6 2-1,6-1 10,5-3-4,3-5 2,5-7-9,4-10 21,-50-6-6,32-5 1,-30 0 11,32-9-1,-28 4-2,28-14-1,31-24 1,1-14 21,1-11 12,0-9 35,4-9 10,5-7 38,5-7-18,5-5 8,3-3-19,-1 0-24,-2 2-12,-4 5-18,-5 3-16,-2 2-7,-2 4-9,-4 4 1,-4 6-10,-6 9-91,-8 11-208,-7 11-311,-9 14 426,-16 14-11271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4:55.721"/>
    </inkml:context>
    <inkml:brush xml:id="br0">
      <inkml:brushProperty name="width" value="0.025" units="cm"/>
      <inkml:brushProperty name="height" value="0.025" units="cm"/>
      <inkml:brushProperty name="color" value="#BB5B18"/>
      <inkml:brushProperty name="inkEffects" value="bronze"/>
      <inkml:brushProperty name="anchorX" value="-3523.22241"/>
      <inkml:brushProperty name="anchorY" value="731.74585"/>
      <inkml:brushProperty name="scaleFactor" value="0.5"/>
    </inkml:brush>
  </inkml:definitions>
  <inkml:trace contextRef="#ctx0" brushRef="#br0">70 1957 7906,'0'0'0,"-2"1"1040,-13 0 2157,-3 1-3940,1 1 1192,4 2-455,9 2-10,8 1 18,9 1-4,9-1 2,8-2 18,6-2-23,6-5 17,4-4-5,4-7 1,4-7 0,4-9 0,6-8-10,5-11-6,5-12-8,4-11-17,2-10-6,0-9 10,2-6-4,1-7 10,3-7 26,5-6 2,5-4 20,5-1 6,1 4-10,4 6-5,-5 7 2,-5 7-2,-7 9-10,-9 8-6,-5 8-8,-4 9-92,-3 10-105,-5 8-163,-5 9-208,-5 10-331,-6 8-1823,-6 11 2327,-12 4-7031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4:56.145"/>
    </inkml:context>
    <inkml:brush xml:id="br0">
      <inkml:brushProperty name="width" value="0.025" units="cm"/>
      <inkml:brushProperty name="height" value="0.025" units="cm"/>
      <inkml:brushProperty name="color" value="#BB5B18"/>
      <inkml:brushProperty name="inkEffects" value="bronze"/>
      <inkml:brushProperty name="anchorX" value="-6719.74756"/>
      <inkml:brushProperty name="anchorY" value="1842.09058"/>
      <inkml:brushProperty name="scaleFactor" value="0.5"/>
    </inkml:brush>
  </inkml:definitions>
  <inkml:trace contextRef="#ctx0" brushRef="#br0">48 2408 11450,'0'0'0,"-6"2"265,-7 1-300,-1 3 58,4 0-64,5 3-4,10 0 17,10 0-25,12 0-11,12-3 12,10-4-15,11-4 23,8-6 12,6-6-3,7-8 13,7-8 6,7-9 17,8-14-22,6-14 17,3-17-15,2-15 14,3-15-14,4-10 14,4-12 14,4-8 6,2-7 18,-2-4 6,0 1 37,-3 2 46,-2 5 18,-5 6 19,-7 11-57,-7 12-20,-10 15-43,-9 16-20,-6 17-18,-4 16-176,-56 43-47,35-16 0,-38 21 24,0 0 0,23-4 1,-23 6 104,1 2 0,21-1 0,20 1-12063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5:00.249"/>
    </inkml:context>
    <inkml:brush xml:id="br0">
      <inkml:brushProperty name="width" value="0.025" units="cm"/>
      <inkml:brushProperty name="height" value="0.025" units="cm"/>
      <inkml:brushProperty name="color" value="#BB5B18"/>
      <inkml:brushProperty name="inkEffects" value="bronze"/>
      <inkml:brushProperty name="anchorX" value="-10642.83203"/>
      <inkml:brushProperty name="anchorY" value="3403.62305"/>
      <inkml:brushProperty name="scaleFactor" value="0.5"/>
    </inkml:brush>
  </inkml:definitions>
  <inkml:trace contextRef="#ctx0" brushRef="#br0">45 1393 9778,'0'0'0,"-4"5"280,-8 6-289,0 4 54,2 6-42,4 1 26,6 3-9,9 3 4,11 0 10,11 0-4,11-2 2,11-4-9,8-4 2,8-5-29,4-7-10,3-6-9,3-10 28,2-10 47,6-15 82,7-16 74,8-19 14,5-16-12,8-14-48,0-10-60,0-9-25,1-7-18,-3-5-10,0-1 0,-1 3-10,-7 9-26,-8 13-114,-10 13-147,-14 15-191,-13 15-558,-15 17 791,-15 16-10987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5:00.583"/>
    </inkml:context>
    <inkml:brush xml:id="br0">
      <inkml:brushProperty name="width" value="0.025" units="cm"/>
      <inkml:brushProperty name="height" value="0.025" units="cm"/>
      <inkml:brushProperty name="color" value="#BB5B18"/>
      <inkml:brushProperty name="inkEffects" value="bronze"/>
      <inkml:brushProperty name="anchorX" value="-13725.44434"/>
      <inkml:brushProperty name="anchorY" value="3949.61426"/>
      <inkml:brushProperty name="scaleFactor" value="0.5"/>
    </inkml:brush>
  </inkml:definitions>
  <inkml:trace contextRef="#ctx0" brushRef="#br0">115 1985 10602,'0'0'0,"-12"11"272,-12 8-224,-2 5 8,3 0-34,5 0-13,8-1 10,9-2-5,9-2 12,8-3-13,10-2 23,10-4-25,12-4-11,11-7-16,11-8-35,8-10-10,6-12 9,3-12 22,2-16 32,2-16 76,5-16 66,5-14 54,5-10 30,2-7-39,3-4-30,-1-3-39,-1-3-59,1 1-15,-1 3-12,2 7-10,-2 7 11,-4 8-4,-7 6-18,-6 8-41,-9 7-111,-9 10-111,-9 12-203,-9 11-225,-11 15-404,-12 15 753,-12 10-10447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5:00.927"/>
    </inkml:context>
    <inkml:brush xml:id="br0">
      <inkml:brushProperty name="width" value="0.025" units="cm"/>
      <inkml:brushProperty name="height" value="0.025" units="cm"/>
      <inkml:brushProperty name="color" value="#BB5B18"/>
      <inkml:brushProperty name="inkEffects" value="bronze"/>
      <inkml:brushProperty name="anchorX" value="-17002.68359"/>
      <inkml:brushProperty name="anchorY" value="5087.44287"/>
      <inkml:brushProperty name="scaleFactor" value="0.5"/>
    </inkml:brush>
  </inkml:definitions>
  <inkml:trace contextRef="#ctx0" brushRef="#br0">19 1945 9562,'0'0'0,"-6"3"216,-2 5-224,3 1 36,7 1-24,8-1 52,10 0 40,9-1 29,7-3 54,8-2-20,5-4 10,4-5-10,4-7-7,2-9 1,4-14-1,2-13-9,4-14-7,5-15-8,8-11-26,8-11-41,4-11 0,4-8-13,1-6-17,0-3 13,0 3-5,0 5-9,-1 5 4,0 7-12,-1 6 13,-3 6-42,-5 8-118,-7 8-183,-10 11-228,-9 11-336,-10 11-1153,-10 11 1640,-13 12-8624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25:01.340"/>
    </inkml:context>
    <inkml:brush xml:id="br0">
      <inkml:brushProperty name="width" value="0.025" units="cm"/>
      <inkml:brushProperty name="height" value="0.025" units="cm"/>
      <inkml:brushProperty name="color" value="#BB5B18"/>
      <inkml:brushProperty name="inkEffects" value="bronze"/>
      <inkml:brushProperty name="anchorX" value="-20038.76172"/>
      <inkml:brushProperty name="anchorY" value="6184.57568"/>
      <inkml:brushProperty name="scaleFactor" value="0.5"/>
    </inkml:brush>
  </inkml:definitions>
  <inkml:trace contextRef="#ctx0" brushRef="#br0">26 1833 8250,'0'0'0,"-3"3"208,-3 2-94,-1 0 0,1-3 3,3-4 50,3-3-6,3-5 34,4-3 12,3-5-21,4-1-19,4-3-42,4-2-27,7-2-34,5-2-32,6-3-23,4-2-6,7-3-2,3-3-1,5-2-9,5-3 2,1-3-1,4-2 0,3-4 10,7-2-4,7-2 2,6-4 19,5-4-6,1-5 13,2-6 15,-3-5 15,-2-1 44,-3 0-1,-4 2 22,-1 3-22,0 5-30,-3 4-10,-2 3-19,-6 4-7,-4 3-37,-5 5-168,-5 6-300,-6 6-1589,-4 8 1789,-12 9-8887</inkml:trace>
</inkml:ink>
</file>

<file path=ppt/ink/ink19.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29:05.793"/>
    </inkml:context>
    <inkml:brush xml:id="br0">
      <inkml:brushProperty name="width" value="0.05292" units="cm"/>
      <inkml:brushProperty name="height" value="0.05292" units="cm"/>
      <inkml:brushProperty name="color" value="#FF0000"/>
    </inkml:brush>
  </inkml:definitions>
  <inkml:trace contextRef="#ctx0" brushRef="#br0">18217 3882 866 0,'-144'-32'20'0,"17"5"-16"0,0 4-2 0,18 5 0 32,0 1 3-32,-3 3 7 0,-6 2 4 0,-1 2 5 0,-3 4 0 0,-5 5-4 0,0 2-4 0,-1 3-4 0,-6 2-1 0,3 1-2 0,1 1-1 0,3-3-1 0,-3 0-2 0,3 0 0 0,3-2-1 15,-6 1 0-15,-1-1 0 0,1-1 0 16,-2 1 0-16,-7 3-1 0,1 4 0 15,3 3 0-15,-8 4 0 0,1 3 1 16,3 1-1-16,-8 5 0 0,-1 4 1 16,7 3-1-16,4 0 0 0,-1-6 0 15,8-7 0-15,6 0 0 0,1-7 0 0,1-2 0 16,4-2 0-16,2-2 0 0,1 2 0 16,5 3 0-16,-2 5 0 0,3 4 0 15,5 3 0-15,5 3 0 0,2 4 0 16,0 2-1-16,4 2 1 0,11 5 0 15,12 7 0-15,2 3 0 0,2 0-1 16,3-4 0-16,4-7-1 0,10-6 1 16,11-3-2-16,6-3 1 0,9-2-4 15,7 0-2-15,6-1-6 0,4 3-5 0,6 0-5 16,3 1 3-16,7 4 7 0,6 5 4 16,9 0-3-16,9 0-8 0,10-1-8 15,13-4-3-15,3-3 8 0,3-4 9 16,0-5 11-16,-1-2 7 0,7-4 4 15,11-1 1-15,7-2 0 0,4-2 0 16,-2 1 0-16,-1-3 0 0,8 0 2 16,4-1-1-16,7 1 0 0,0 0-1 0,3 1 1 15,8 1 2-15,3 1 3 0,7-1 1 16,5-1-2-16,-3 0-5 0,5-2-1 16,10 0-2-16,-7-2 1 0,3-1 7 15,4 3 20-15,-3 0 16 0,-3 2 6 16,-1 5-6-16,2 2-16 0,-4 3-14 15,2 0-5-15,9-2 0 0,-9-6-5 16,5-1-1-16,9-2-2 0,-8-3 0 16,3 3 1-16,-2-4 4 0,-4-4 8 0,-3-2 9 15,-3-4 5-15,5-3-1 0,-6-1-10 16,1-4-8-16,7-4-7 0,-6 0-4 16,-2-1-1-16,4 2 0 0,-1 1-1 15,-6 0 0-15,0 2 1 0,2 2-1 16,-9 2-1-16,0 1 2 0,0 2-2 15,-5 0 4-15,-2 1 4 0,-2-1 1 0,-3-1 1 16,1-2-1-16,-3 1-4 0,-1-1-1 16,-2 1-1-16,-3 1-1 0,-3 1 0 15,0 2 4-15,-2 3 5 0,-6 3 5 16,-4 0 4-16,0 2 0 0,-5 2-4 16,-3 2-5-16,-4 1-4 0,-7 0-3 15,-2-3 0-15,-4-1-1 0,-1-2 0 0,-6-2 1 16,-3-3 0-16,-8-2-1 0,-6-3 0 15,-6-2 0-15,-4-2-1 16,-9-2 1-16,-4-5 0 0,-4 0 4 0,-7-5 5 16,-6-4 0-16,-6-5 1 0,-10-3-3 15,-8-3-4-15,-7-3-1 0,-10-2 1 16,-13-5 1-16,-8-1-1 0,-11-8 1 16,-3-5-3-16,-3-9-1 0,-6-3 0 15,-7 2-1-15,-7 5-1 0,-5 1 1 16,-8-3 1-16,-7-5-1 0,-6-3 1 15,-7 1-2-15,-4 7 0 0,-4 9 1 0,3 3-2 16,-5 0 0-16,-1-6 0 0,2 7 0 16,-7 2-2-16,-1 8 1 0,-2 8 1 15,0 1-2-15,-4 2 1 0,3 4 0 16,-3 2 0-16,-5-3 0 0,5 4 0 16,0 2-1-16,-4 3 1 0,11 10 0 15,1 10-1-15,1 8 1 0,5 12 1 16,7 7-2-16,4 5 2 0,4 4-1 0,12 3-16 15,6-2-14-15,13 2-18 0,9 6-19 16,5 1-2-16,2 7-8 0,7 3-16 16,12 4-208-16,9-2 197 0</inkml:trace>
  <inkml:trace contextRef="#ctx0" brushRef="#br0" timeOffset="5715.16">19220 4126 1485 0,'22'-33'26'0,"11"9"-44"0,9-3 16 0,4-3-1 0,-7-3 4 0,2 0 8 0,1-3 8 16,3-1 9-16,5-2 4 0,1 0-1 16,6-4-3-16,0-7-7 0,0-3-6 0,2-4-4 15,-2 1-3-15,0 2-2 0,5 6-1 16,-1 1-1-16,-4 3 0 0,-3 2 0 15,-8 3-1-15,-3 1 0 0,-3 1 0 16,-5 2 0-16,-2 2 0 0,-5 4 0 16,-3 4 0-16,-3 5-1 0,-6 4 0 15,-2 2-2-15,-6 5-1 0,-4 3 1 16,-2 2 0-16,-2 4-2 0,0 0-6 0,-2-2-12 16,-2 2-14-16,-1 0-15 0,-2 1-10 15,-5 0-10-15,-1 1-12 0,-3 1-30 16,-2 0-229-16,-1 0 218 0</inkml:trace>
  <inkml:trace contextRef="#ctx0" brushRef="#br0" timeOffset="6025.77">20035 3012 1264 0,'40'-13'29'0,"-3"-1"-25"0,2 2-1 0,-5 4-2 0,-1 2 1 0,-3 3 0 16,0 5-2-16,-2 8 1 0,-3 8-3 0,-3 12-2 0,-5 11 2 0,-9 9 1 0,-3 10 2 16,-6 2 4-16,-3 0-1 0,-4 1-5 15,-1-2-26-15,-4 0-188 0,-1-3 145 16</inkml:trace>
</inkml:ink>
</file>

<file path=ppt/ink/ink20.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7-24T03:32:59.881"/>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1" timeString="2025-07-24T03:33:04.682"/>
    </inkml:context>
  </inkml:definitions>
  <inkml:trace contextRef="#ctx0" brushRef="#br0">21469 9853 0,'0'0'0,"0"0"0,0 0 0,0 0 0,0 0 0,0 0 16,0 0-16,0 0 15</inkml:trace>
  <inkml:trace contextRef="#ctx0" brushRef="#br0" timeOffset="215.07">22522 9851 0,'0'0'0,"0"0"0,0 0 15,0 0-15,0 0 0,0 0 16,0 0-16</inkml:trace>
  <inkml:trace contextRef="#ctx0" brushRef="#br0" timeOffset="394.77">22853 9568 0,'0'0'0,"0"0"0,0 0 0,0 0 0,0 0 0</inkml:trace>
  <inkml:trace contextRef="#ctx1" brushRef="#br0">22729 11965 1936 0,'16'-152'5'0,"9"85"7"0,-4 31-7 0,8-421-3 172,-17 394 0-172,-5 7 0 0,-6 6-3 0,-6 7-13 0,-7 4-18 0,-7 9-13 0,-7 12-10 0,-7 15 8 0,-5 17 17 0,-7 19 12 0,-3 17 14 0,-7 13 4 0,-4 19 3 0,2 16 11 0,3 7 11 0,6 5 11 0,10 1 10 0,8 0-7 0,8-3-7 0,10-5-10 0,7-13-9 0,8-9-7 0,9-11-3 0,7-10-1 0,8-14-1 0,10-13 2 0,11-12-2 0,1-9 0 0,7-11-1 0,2-15 0 0,4-13 0 0,8-14 0 0,4-18-3 0,8-9 0 0,2-14-7 0,-1-14-3 0,-2-9 0 0,-7-3-1 0,1 1 4 0,-4 6 2 0,-12 1 2 0,-6 4 1 0,-16 6 2 0,-13 13 2 0,-11 16 0 0,-13 12-1 0,-9 12-3 0,-11 9 6 0,-9 13 4 0,-8 11 6 0,-11 12 10 15,-4 13-2-15,-6 12 0 0,0 8-4 16,0 10-4-16,-4 9-3 0,2 8 0 16,0 7 1-16,1 2 0 0,5-1-3 0,6-3-1 15,4 4-3-15,7 3-1 0,5 2-1 16,6 1-1-16,6-6-2 0,9-7-2 16,5-9-2-16,8-7-4 0,8-7 1 15,7-6 0-15,9-14 1 0,8-8 4 16,5-9-2-16,9-10 3 0,7-6-4 0,4-11 1 15,5-14 1-15,2-15-1 0,0-10 4 16,-2-12 1-16,4-7 2 0,3-9 1 16,-6-4 1-16,0 2-1 0,-9 7 2 15,-12 12-1-15,-5 12 3 0,-6 9 0 16,-10 10-1-16,-5 9 1 0,-9 9-1 16,-4 10 2-16,-3 8 2 0,-4 8 3 15,-2 10 3-15,-1 7 0 0,0 7 1 0,0 4-3 16,2 0-3-16,3 2-4 0,3 1-4 15,3 1-1-15,6 0-3 0,4-2-12 16,9-7-20-16,8-11-44 0,9-12-38 16,8-10-26-16,4-11-18 0,4-11 6 15,-2-13 84-15</inkml:trace>
  <inkml:trace contextRef="#ctx1" brushRef="#br0" timeOffset="882.15">23226 13130 1585 0,'23'-4'23'0,"8"-5"-53"15,10-7 29-15,2-6 1 0,11-11 5 0,4-6 4 0,2-7 0 0,8-8 1 0,2-8 1 0,9-7 0 0,4-4 0 0,2-1-3 0,-2 4-3 0,1 1-1 16,4-2-2-16,2-5 0 0,2 1 0 15,-4 1-1-15,-6 7-1 0,2 12-3 16,0 6-9-16,-6 6-15 0,-5 4-13 0,-10 2-18 16,-10 4-18-16,-8 4-31 15,-11 7-234-15,-11 6 218 0</inkml:trace>
  <inkml:trace contextRef="#ctx1" brushRef="#br0" timeOffset="4924.21">11323 7141 493 0,'25'17'24'16,"-12"23"21"-16,4 0 1 0,1 0-8 0,-19 8-9 0,18-20-10 0,3-1-2 0,3-1 9 0,3 0 5 0,2-2 5 0,3-2-2 16,5-3-12-16,6 1-9 0,8 0-6 0,10-1-4 15,1 2-5-15,2-3-3 375,1-2-2-359,-2-4 0-16,11-3 0 0,13-3 3 0,7-4 0 0,2-2-2 0,1-4-2 0,3-4 0 0,6 0-1 0,5-2 23 0,-1 0 22 0,2-1 11 0,3 1 12 0,2 0-10 0,4 1-6 0,-1 2-2 0,4 0-6 0,1 1-4 0,-1 0-7 0,1 2-5 0,-1-1-3 0,0 1-1 0,3 0-1 0,-2 1 0 0,0 0 2 0,-4 1-2 0,2-1 4 0,0 1 2 0,-5 1-1 0,1 0 0 0,-3 1-6 0,-2 0-4 0,-4 1-4 0,-1 1-1 0,-5-1-1 0,0 1-1 0,-2-1 0 0,-1 0-1 0,0 0-1 0,-11-1 1 0,0 0-1 0,2-1 0 0,-7-1 2 0,-1 0-1 0,-8 0-1 0,-5 0 2 0,3 0-2 0,-1 1 0 0,0 0 1 0,-5 1-1 0,-10 2-9 0,-7 0-42 0,-12 3-210 0,-7-1 169 0</inkml:trace>
</inkml:ink>
</file>

<file path=ppt/ink/ink21.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3:13.515"/>
    </inkml:context>
    <inkml:brush xml:id="br0">
      <inkml:brushProperty name="width" value="0.05292" units="cm"/>
      <inkml:brushProperty name="height" value="0.05292" units="cm"/>
      <inkml:brushProperty name="color" value="#FF0000"/>
    </inkml:brush>
  </inkml:definitions>
  <inkml:trace contextRef="#ctx0" brushRef="#br0">897 4153 1234 0,'10'31'28'0,"3"-5"-23"0,9 2-3 0,4-4 1 0,6-2-2 0,2 0 1 16,-2 0-1-16,3-1 0 0,-4-1 0 0,0-5-1 0,2-4 2 0,-3-7-2 0,1-5 4 0,2-11 10 0,4-10 7 0,6-10 6 0,14-10 0 0,11-12-9 0,7-16-7 15,2-19-2-15,-1-9-2 0,4-9 1 16,13-1-4-16,7-4-1 0,1-2-1 0,-3-1 0 16,-1 2 9-16,5 0 9 0,6 0 5 15,-9 0 3-15,-7 2-1 0,4 4-3 16,-3 0-5-16,4 6-3 0,-6 6-5 16,-12 14-4-16,-5 8-2 0,-1 6-1 15,-6 8-1-15,-5 9-1 0,-12 10 0 16,-13 14-2-16,-6 9-13 0,-8 8-14 15,-3 6-28-15,-3 4-47 0,0 6 58 16</inkml:trace>
  <inkml:trace contextRef="#ctx0" brushRef="#br0" timeOffset="2346.94">762 924 750 0,'-22'51'16'0,"9"-3"-17"0,4 1 0 0,4-1 0 0,2 7 0 0,1 6-1 0,2 4 0 0,1-5-1 0,3-4-2 16,2-5 0-16,3 1-2 0,3 3-2 0,4 8 1 0,2 6 0 0,2 0 1 0,6-1 3 0,1-5-1 0,8-5 0 0,5 1-3 15,10 0-3-15,8 2 0 0,1-4 3 16,-1-5 3-16,-3-9 5 0,-4-6 0 0,2-6 1 16,1-5-2-16,7-1-7 0,8-5-8 15,1-5-6-15,-5-3-3 0,-7-6 23 16,-8-6 12-16,-1-4 16 0,5-7 15 15,10-5-1-15,0-6 5 0,6-6 3 16,-6-5-4-16,-8-8-7 0,-5-10-3 16,-2-10 3-16,-2-7 7 0,2-4 3 15,4-1 1-15,-10 0-4 0,-1-8-7 0,-6-7-8 16,-7-3-7-16,-4 2-8 0,-9 6-5 16,-3 3-3-16,-7-4-2 0,-5-1 0 15,-3 4-1-15,-8 8-1 0,-4 10 1 16,-8 1 0-16,-8 0 0 0,-7-3 0 15,-5 3 1-15,-3 8 0 0,-3 9 3 16,2 8-1-16,-2 7-2 0,0 6-3 16,-2 7-2-16,-10 7-2 0,-10 8 1 0,-8 5 2 15,-1 9 2-15,7 5 1 0,6 6 2 16,-3 5-3-16,-4 1 0 0,-3 5-15 16,0 8-23-16,10 6-44 0,8 9 41 15</inkml:trace>
  <inkml:trace contextRef="#ctx0" brushRef="#br0" timeOffset="2930.97">677 2912 769 0,'-1'67'17'0,"5"10"-15"0,1 9-1 0,-4-8 0 0,-4 3 0 0,-4 6-1 0,-3 12-1 16,-6 6 0-16,0 5 0 0,-1 7 1 0,2 6 0 0,-1 5 0 0,0 6 2 0,1 7-1 0,1 0 0 0,1 6-1 0,6 12 1 15,3-5-1-15,1 8 1 0,3 7 0 16,3-6 0-16,3 11 0 0,1 3 0 0,4 0-1 15,1 11 1-15,2-4-1 0,-1 6 1 16,0 2 0-16,-5-9 0 0,-1 9 0 16,-4-11-1-16,-1 3 0 0,2 1-1 15,-4-14 0-15,0 8 22 0,-1-14 26 16,-4-8 8-16,2 4 12 0,-2-15-12 16,-1-4-20-16,3 2-4 0,1-10-10 15,-1-4-6-15,0 0-3 0,-3-5-4 16,-1-4-2-16,-2-4-2 0,-1-8-1 0,1-8 0 15,1-6-1-15,1-8 0 0,2-9-1 16,-2-17 1-16,2-12-1 0,0-12 1 16,0-9 0-16,2-8-1 0,-1-7-5 15,2-7-25-15,2-6-98 0,-2-3-116 16,-2-8 128-16</inkml:trace>
  <inkml:trace contextRef="#ctx0" brushRef="#br0" timeOffset="3180.11">390 9749 924 0,'-5'0'33'15,"-2"6"-8"-15,3 6-5 0,3 6-17 0,1 4 1 16,3 7 1-16,2 9-2 0,1 10-1 16,2 5 0-16,1 7 1 0,1 3-1 15,2-2 1-15,0-1-1 0,1-3 0 16,4 1-1-16,-1-3 1 0,0-3-2 15,2-8-1-15,2-9 2 0,3-12 2 0,1-9 3 16,0-9 4-16,3-9-1 0,5-11-1 16,1-12-2-16,6-15-1 0,3-6 0 15,0-11 0-15,7-2-9 0,11-7-33 16,12-10-178-16,3-14 139 0</inkml:trace>
</inkml:ink>
</file>

<file path=ppt/ink/ink22.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3:23.714"/>
    </inkml:context>
    <inkml:brush xml:id="br0">
      <inkml:brushProperty name="width" value="0.05292" units="cm"/>
      <inkml:brushProperty name="height" value="0.05292" units="cm"/>
      <inkml:brushProperty name="color" value="#FF0000"/>
    </inkml:brush>
  </inkml:definitions>
  <inkml:trace contextRef="#ctx0" brushRef="#br0">21538 4236 1119 0,'-40'-3'26'0,"15"4"-23"0,6 4 1 0,8 2-1 0,5 3 0 0,3-1 0 0,3 1-3 0,3 1 0 0,5 0-3 0,5 2-3 0,7 0-2 0,7 1-2 0,5-1-2 15,4-1 0-15,3-2 4 0,7-3 3 16,6-2 3-16,6-4 2 0,10-1 0 16,8-2 1-16,8-1 0 0,2 0 1 15,0 1 0-15,3-1-1 0,7 1-1 16,3 1 0-16,-2-2 0 0,-2-1 2 0,-2-2 6 16,1-4 12-16,-3 0 20 0,-2-4 16 15,-8-3 14-15,-3-3 5 0,0-3-3 16,-3-4-7-16,0-4-9 0,-8-6-9 15,-5-6-10-15,-9-6-8 0,-7-5-7 16,-6-2-3-16,-6-2-2 0,-6 0-1 16,-10-3-3-16,-8-2-4 0,-10-8-4 15,-11-4-3-15,-9-2-2 0,-9 3-5 0,-8 7-1 16,-7 6 1-16,-8 0 1 0,-10-3 3 16,-14-1 1-16,-10-1-1 0,-9 4-4 15,-7 10-1-15,-7 6-1 0,-2 10 1 16,-1 9 3-16,5 8 2 0,10 10 0 15,5 10-1-15,8 10 0 0,5 11 0 16,6 10 0-16,5 10 0 0,2 13 1 16,-1 9 0-16,-2 5 0 0,0 4 1 0,0-3-1 15,2-4 0-15,8-1-18 0,4-1-21 16,6 0-26-16,3-3-29 0,1-3-30 16,1-4 68-16</inkml:trace>
</inkml:ink>
</file>

<file path=ppt/ink/ink23.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3:51.379"/>
    </inkml:context>
    <inkml:brush xml:id="br0">
      <inkml:brushProperty name="width" value="0.05292" units="cm"/>
      <inkml:brushProperty name="height" value="0.05292" units="cm"/>
      <inkml:brushProperty name="color" value="#FF0000"/>
    </inkml:brush>
  </inkml:definitions>
  <inkml:trace contextRef="#ctx0" brushRef="#br0">9908 14332 589 0,'0'-1'13'0,"8"-3"-3"0,52 1 12 0,-1-1-5 0,20 1-1 0,0-3 1 0,7-5-2 0,0-6-3 0,0-2-2 15,-5-4-2-15,-1-6 1 0,6-6 1 0,-1-3 0 0,1-4 1 0,-7-6-2 0,-9 1-1 0,2-1-2 0,1 1 0 0,-4 1-1 0,-3 2-3 0,-11-3 36 0,-12-1 3 0</inkml:trace>
  <inkml:trace contextRef="#ctx0" brushRef="#br0" timeOffset="1288.61">11530 13358 902 0,'15'-108'0'0,"-8"75"34"0,9-41 31 15,-5 23-6-15,-2 1-8 0,-3 0-8 0,-3-1-6 0,-3-3-5 0,-2-7-4 31,-6-4-1-31,-3-5-1 0,-5 2-2 0,-4 8 0 0,-7 5-3 0,-6 7-4 0,-9 0-4 0,-10-3-2 0,-10-7-3 0,-14-1-2 0,-3-1-1 0,-6 4 0 0,-8 8 0 0,-5 3 1 0,-9 4-1 0,-3 7 1 0,-2 3 1 0,-1 5 1 0,-5 6 0 0,0 11-2 0,1 9-2 0,8 10-1 0,-9 12-2 16,-2 10 0-16,1 11 1 0,-12 12-2 16,11 11 0-16,4 7 1 0,6 4-1 15,6-3 0-15,8-6 1 0,3-6-1 16,12 2 0-16,9 7 1 0,7 7-1 16,0 2 0-16,2 0 1 0,5 0-2 15,2 7 1-15,22 10 0 0,-7 5-2 0,9 0 1 16,5-1 0-16,-6-2 0 0,17-1 0 15,9-4 0-15,7-7-1 0,6-8 1 16,6 3-1-16,19 2 0 0,-2-1 1 16,2-5-1-16,9-7 0 0,-4-3 1 15,15-3 0-15,5 4 0 0,3-1 0 16,-3-7 0-16,1-7 0 0,2-13-1 0,7-7 1 16,10-8-1-16,5-7 1 0,1-7 1 15,-1-5 0-15,-3-7 0 0,9-3 2 16,5-6-3-16,4-4 12 0</inkml:trace>
</inkml:ink>
</file>

<file path=ppt/ink/ink24.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5:12.518"/>
    </inkml:context>
    <inkml:brush xml:id="br0">
      <inkml:brushProperty name="width" value="0.05292" units="cm"/>
      <inkml:brushProperty name="height" value="0.05292" units="cm"/>
      <inkml:brushProperty name="color" value="#FF0000"/>
    </inkml:brush>
  </inkml:definitions>
  <inkml:trace contextRef="#ctx0" brushRef="#br0">11597 5830 1543 0,'10'2'-4'0,"-4"-1"-65"0,5 3 14 0,5 2 60 0,0 0 4 0,4 0 3 0,4 0-2 0,3 2-1 0,-2 1-3 0,3 1-1 16,0 4 2-16,2-1-1 0,1 2 0 15,0 1-2-15,2 0-1 0,1 1-2 16,5-1 0-16,6-3 0 0,5-2 0 16,7-4 0-16,5-3 0 0,4-4 0 0,0-5 1 15,0-6-1-15,8-6 1 0,6-9 6 16,8-13 5-16,8-15 6 0,0-11 7 15,3-10 3-15,4-4 3 0,5-4 5 16,0-8 2-16,0-9-3 0,4-2 5 16,1-1 1-16,-1 2-3 0,1 2-2 0,-1 0-8 15,-2 4-4-15,4 2 2 0,-4 6-1 16,-3 2-3-16,-4-2-6 0,-4 8-8 16,-3 5-4-16,-11 7-2 0,-2 6-2 15,-1-2-1-15,-6 0 0 0,-5 4 0 16,-9 5-7-16,-15 11-15 0,-7 6-17 15,-15 9-24-15,-9 6-27 0,-8 6-20 16,-12 4-28-16,-9 6 26 0,-11 6 52 16</inkml:trace>
  <inkml:trace contextRef="#ctx0" brushRef="#br0" timeOffset="1048.99">13119 7678 1623 0,'13'2'0'15,"-4"8"-24"-15,1 0-62 0,9 5 86 0,3 1 6 0,1 1 9 0,7-1 7 0,0-1 6 0,-3-3 5 0,1-1 2 0,0 0 1 0,-1-2-2 0,6 0-4 0,2 0-8 0,4-3-6 0,7-1-7 0,7-4-4 0,5-1-2 16,4-5-2-16,4-4 0 0,0-5-1 0,12-7-3 0,11-9-5 0,7-13-5 0,7-9-5 0,3-12 0 0,5-5 1 0,4-10 2 0,0-12 4 0,0-9 2 0,-2-8 6 0,-1-5 3 0,2-7 1 0,-4-5 9 0,-1 2 8 0,-1 2 8 0,-5 7 5 0,1 11 1 0,-8 5-6 0,1 9-3 0,-5 11 0 0,-2 9-1 0,-2 7-2 0,-10 4-5 0,0 2-5 0,0 4-5 0,-9 6-2 0,0 7-2 0,-8 5 1 0,-14 10-2 0,-6 3-2 0,-12 4-12 0,-9 4-18 0,-7 2-25 0,-9 4-26 0,-8 4-19 16,-13 6-26-16,-12 9-191 0,-18 11 204 0</inkml:trace>
  <inkml:trace contextRef="#ctx0" brushRef="#br0" timeOffset="1050.52">13514 9648 1755 0,'-16'7'-12'0,"2"2"-81"0,7 2 32 0,9-2 61 15,4-1 10-15,2 0-2 0,5 0 0 16,4 0-1-16,10-1-3 0,5 1 0 16,1-1 0-16,9-1-1 0,0-1 9 15,2 0 1-15,4 0-2 0,-1-2 1 16,4-2-11-16,7-1 0 0,9-3-1 16,8-3-2-16,7-3-3 0,-1-4-2 0,3-5-6 15,5-7-2-15,4-13 2 0,3-10 1 16,2-11 5-16,-6-10 5 0,3-2 2 15,2-2 4-15,0-4 9 0,-5-5 6 16,-2-8 7-16,0-3 6 0,-4 0 2 16,0 4 2-16,-4 3 0 0,-5-1 1 15,-3 2-4-15,2 5-6 0,0 6-10 16,-1 6-8-16,0 0-2 0,-1-4-5 0,-2-2 0 16,3 4-1-16,3 4-1 0,0 4 0 15,0 3 0-15,-5-2-2 0,-6 0-7 16,-2 0-12-16,-1 3-16 0,-6 9-20 15,-3 4-13-15,-6 8-10 0,-11 7-12 16,-9 3-11-16,-9 6 63 0,-12 6 5 16</inkml:trace>
  <inkml:trace contextRef="#ctx0" brushRef="#br0" timeOffset="2096.38">12506 11229 1947 0,'9'10'-9'0,"-10"-6"-82"0,3 1 18 0,7 0 65 15,3-2 8-15,-1 1 1 0,4 0 1 0,2 2-1 0,5 1-1 0,6 4 0 0,3 3-1 0,1 4-7 0,5 3-12 0,3-1-12 0,2 4-9 0,7 0-1 0,1 2 2 0,5-2 4 0,4-4 1 16,8-6 0-16,8-8 4 0,-2-8 10 0,0-11 8 0,-2-8 9 0,0-12 5 0,5-14 5 0,8-8 5 0,1-11 9 0,0-3 5 0,-2 0 6 0,-1-8 6 0,6-7 1 0,4-6 2 0,0-1 2 0,-4 3-1 0,2 4-5 0,4-6-5 0,1 0-6 0,-2 2-8 0,-5 3-5 0,0 8-4 0,5-2-2 0,-1-5-2 0,2-2-2 0,-6 1 1 0,-1 5-2 0,1 3-1 0,-3-3 0 0,2-1 0 0,-8 2-3 0,-5 10-3 0,-4 10-7 0,0 9-7 0,-6 5-5 0,-3 4-6 0,-9 2-6 0,-12 5-3 0,-6 6-4 0,-11 10-2 0,-7 5-2 0,-7 7-3 0,-5 5-4 0,-8 2-1 0,-8 8-9 0,-9 11-4 0,-12 10-265 0,-12 11 225 0</inkml:trace>
  <inkml:trace contextRef="#ctx0" brushRef="#br0" timeOffset="2101.07">12612 13060 1851 0,'-5'10'-11'16,"-4"-2"-70"-16,3 3 21 0,6-2 40 0,4 2 26 15,2 3 3-15,3 4-2 16,7 5-2-16,4 0-3 0,6 2-2 0,2 1-3 0,1 0-5 15,5 1-4-15,0-4-5 0,5-1-5 16,-3-2 5-16,0-3 1 0,2-4 3 16,0-5 5-16,5-4 1 0,6-4 3 15,6-4 1-15,8-6 4 0,1-5 1 16,1-6 1-16,4-6 1 0,3-8 2 16,8-10 4-16,5-7 1 0,0-9 1 0,-4-4 2 15,-4-4-1-15,-2-4 1 0,5-7 4 16,0-4 1-16,-2-7 1 0,-6 0 0 15,-6 3-4-15,0-3-3 0,1-3-2 16,3-1-3-16,3 1 1 0,-1 6 3 16,-3 5 1-16,-1-1-1 0,0-3-3 15,4 4-5-15,1 7-2 0,-1 6-2 16,-5 4 0-16,-3 1 1 0,-7 1 0 0,-1 2 1 16,-2 7-1-16,-2 7 1 0,-7 7-2 15,-3 6 0-15,-8 6-1 0,-8 6-10 16,-3 5-10-16,-9 6-19 0,-6 3-19 15,-5 2-11-15,-4 5 1 0,-9 3 2 16,-8 7-7-16,-17 4 28 0,-16 8 15 16</inkml:trace>
  <inkml:trace contextRef="#ctx0" brushRef="#br0" timeOffset="3140.62">11527 15172 1709 0,'0'12'10'0,"0"20"-26"0,8-4-13 0,5-1 20 0,2-6 22 0,4 0-3 0,6 1-7 0,4 0-3 0,8 1-1 0,8 3-4 0,4 1-20 0,4 0-6 0,-2-3 1 0,2 0 3 0,-4-2 16 0,-3-4-1 47,0 1-7-47,3-5-2 0,2-3 1 0,6-1 5 0,-1-3 6 0,0-2 4 0,-5-3 3 0,-4-3 1 0,-3-5 2 0,-1-4 3 0,-1-6 2 0,4-8 1 0,1-9-1 0,0-9 0 0,1-7 0 0,-2-8 2 0,0-1 3 0,0-3 1 0,0-3 1 0,2-2-1 0,3-5-2 0,7-2 0 0,3 0-1 0,5 4-2 0,0 5 1 0,-1 3-3 0,-2-1-3 0,2 0-2 0,4 2-10 0,2 4-11 0,0 9-14 0,-5 8-15 0,-7 6-18 0,-3 5-34 16,-6 3 58-16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26.071"/>
    </inkml:context>
    <inkml:brush xml:id="br0">
      <inkml:brushProperty name="width" value="0.025" units="cm"/>
      <inkml:brushProperty name="height" value="0.025" units="cm"/>
      <inkml:brushProperty name="color" value="#BB5B18"/>
      <inkml:brushProperty name="inkEffects" value="bronze"/>
      <inkml:brushProperty name="anchorX" value="-23204.46484"/>
      <inkml:brushProperty name="anchorY" value="7171.31543"/>
      <inkml:brushProperty name="scaleFactor" value="0.5"/>
    </inkml:brush>
  </inkml:definitions>
  <inkml:trace contextRef="#ctx0" brushRef="#br0">1 2498 8762,'0'0'0,"3"3"256,6 13-243,6 10 42,7 8-36,6 11-21,5-1 70,3-6 91,4-7 70,2-10 74,-34-19-235,0 0 1,0 0-1,14 1 1,-13-2-15,0-1 0,0 0 0,12-2 0,30-11 124,5-11-68,4-11-25,7-9-37,5-9-13,10-6-19,9-6 2,10-4-2,10-4 0,7-5-9,7-6 12,7-6-14,5-7 4,7-4-1,4-1-9,2 2 12,3 3-14,2 1 14,1-1 23,-1-1 41,0-3 46,-1 1 57,-2 3-2,-3 6 7,-6 8-9,-7 7-34,-6 6-18,-6 5-8,-6 5-19,-8 2-15,-7 4-16,-9 3-25,-10 3-5,-8 4-10,-9 5-8,-9 4 2,-8 5-12,-9 4 4,-7 3 7,-6 3-2,-5 1-9,-5 3 13,-5 0-23,-4 2-115,-3 2-117,-4 0-180,-4 3-233,-3 1-93,-3 1 441,0 3-11562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28.346"/>
    </inkml:context>
    <inkml:brush xml:id="br0">
      <inkml:brushProperty name="width" value="0.025" units="cm"/>
      <inkml:brushProperty name="height" value="0.025" units="cm"/>
      <inkml:brushProperty name="color" value="#BB5B18"/>
      <inkml:brushProperty name="inkEffects" value="bronze"/>
      <inkml:brushProperty name="anchorX" value="-28691.73047"/>
      <inkml:brushProperty name="anchorY" value="8822.20215"/>
      <inkml:brushProperty name="scaleFactor" value="0.5"/>
    </inkml:brush>
  </inkml:definitions>
  <inkml:trace contextRef="#ctx0" brushRef="#br0">18 2622 4881,'0'0'0,"-2"-1"544,-2-2 187,0 0 49,1 1-357,0 0-80,2 1-70,1 0-62,3 1 5,2 1-17,3 1-35,4 2-28,1 4-51,3 3-36,3 5-13,3 4-20,5 4-6,7 3-1,5 1-1,5-1 19,4-3 143,5-6 36,4-10 46,6-10 25,8-11-113,7-13-20,11-14-37,7-15-35,8-14-13,5-15-38,7-10-1,6-7 7,8-7 61,7-7 29,4-8 80,5-7 39,3-3-13,4-2 11,3 2-12,2 0-15,0 0 4,0 0-3,0 4-19,-3 7 6,-5 7-31,-5 8-39,-7 8-27,-6 7-34,-9 7-32,-10 11-14,-11 9-18,-15 12 3,-14 10-218,-15 11-181,-16 9-251,-14 7-334,-15 7-2351,-13 9 3326,0 0 0,0 0-1,0 0 1,0 0 0,0 0-1,0 0 1,0 0 0,0 0-1,-1 0 1,1 0 0,0 0-1,0 0 1,0 0 0,0 0-1,0 0 1,0 0 0,0 0-1,0 0 1,0 0 0,0 0-1,0 0 1,0 0 0,0 0-1,-1 0 1,1 0 0,0 0-1,0 0 1,0 0 0,0 0-1,0 0 1,0 0 0,0 0-1,0 0 1,0 0 0,0-1-1,0 1 1,0 0 0,0 0-1,0 0 1,0 0 0,0 0-1,0 0 1,0 0 0,0 0-1,0 0 1,0 0 0,0 0-1,0 0 1,0-1 0,0 1-1,0 0 1,0 0 0,0 0-1,0 0 1,0 0 0,0 0-1,0 0 1,0 0 0,0 0-1,-8 0-8558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28.894"/>
    </inkml:context>
    <inkml:brush xml:id="br0">
      <inkml:brushProperty name="width" value="0.025" units="cm"/>
      <inkml:brushProperty name="height" value="0.025" units="cm"/>
      <inkml:brushProperty name="color" value="#BB5B18"/>
      <inkml:brushProperty name="inkEffects" value="bronze"/>
      <inkml:brushProperty name="anchorX" value="-33762.46094"/>
      <inkml:brushProperty name="anchorY" value="10596"/>
      <inkml:brushProperty name="scaleFactor" value="0.5"/>
    </inkml:brush>
  </inkml:definitions>
  <inkml:trace contextRef="#ctx0" brushRef="#br0">1 2467 9362,'0'0'0,"2"-2"256,6-2-177,6 2 69,6 4-40,7 5 5,6 5-29,7 4-20,8 5-24,8 3-14,6 1 0,6-1-2,4-2 0,2-6 0,3-8 10,1-11-4,-51 0-9,27-8 0,32-14 17,6-14 21,7-11 22,7-13 5,5-14 28,4-13 4,5-13 10,4-12 26,5-8 22,4-4 15,3-1 17,0-2-12,2-2 6,-2 1-12,0 2-15,-4 4-34,-5 5-29,-4 2-32,-3 3-32,-5 2-22,-3 7-8,-6 7-19,-6 12 4,-8 11-3,-9 12-84,-10 12-210,-10 13-280,-12 12-312,-14 14-2368,-35 12 3214,0 1 0,0-1 0,1 1-1,-1 0 1,0 0 0,0 0 0,0 0 0,0 0 0,4 1 0,8 4-8519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29.317"/>
    </inkml:context>
    <inkml:brush xml:id="br0">
      <inkml:brushProperty name="width" value="0.025" units="cm"/>
      <inkml:brushProperty name="height" value="0.025" units="cm"/>
      <inkml:brushProperty name="color" value="#BB5B18"/>
      <inkml:brushProperty name="inkEffects" value="bronze"/>
      <inkml:brushProperty name="anchorX" value="-38539.66016"/>
      <inkml:brushProperty name="anchorY" value="12209.46875"/>
      <inkml:brushProperty name="scaleFactor" value="0.5"/>
    </inkml:brush>
  </inkml:definitions>
  <inkml:trace contextRef="#ctx0" brushRef="#br0">1 2219 9626,'0'0'0,"12"5"2481,14 4-2848,9-1 804,12-2-431,10-5 15,10-9 3,8-9-1,8-13 10,5-12-21,5-13-12,5-11 3,3-9-13,5-5 13,5-6 14,5-2-3,5-2 20,2-5-14,3-4 15,4-5 14,3-2 6,3 0 18,0 2 15,-1 1-2,-2 2-8,-1 1 4,-2 1-30,-4 3-11,-6 6-8,-7 7-18,-9 9-6,-9 9 1,-9 11-12,-9 10-52,-12 9-117,-11 9-213,-13 9-211,-14 8-305,-14 8-2217,-12 2 3107,-1-1 0,0 0 0,0 0 0,0 0 1,0 1-1,0-1 0,1 0 0,-1 0 0,0 1 0,0-1 0,0 0 0,0 0 0,0 1 0,0-1 0,0 0 0,0 0 0,0 1 0,0-1 0,0 0 0,0 0 0,0 1 0,0-1 0,0 0 0,0 0 0,0 1 0,0-1 0,0 0 0,-1 0 0,1 0 0,0 1 0,0-1 0,0 0 0,0 0 1,-1 0-1,1 1 0,-6 9-8525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29.835"/>
    </inkml:context>
    <inkml:brush xml:id="br0">
      <inkml:brushProperty name="width" value="0.025" units="cm"/>
      <inkml:brushProperty name="height" value="0.025" units="cm"/>
      <inkml:brushProperty name="color" value="#BB5B18"/>
      <inkml:brushProperty name="inkEffects" value="bronze"/>
      <inkml:brushProperty name="anchorX" value="-42851.66797"/>
      <inkml:brushProperty name="anchorY" value="13562.13672"/>
      <inkml:brushProperty name="scaleFactor" value="0.5"/>
    </inkml:brush>
  </inkml:definitions>
  <inkml:trace contextRef="#ctx0" brushRef="#br0">0 2791 10042,'0'0'0,"4"6"688,6 4 999,4 1-2040,7 2 616,8-2-253,8-3 0,8-4 16,7-5-14,9-5 6,5-7-2,6-4-10,4-6 13,4-5-4,2-5-18,5-6 24,4-7-17,5-9-4,8-8 11,5-7-4,7-7 10,4-5 7,6-4-1,6-3 1,4-5-10,6-7 4,2-8 63,1-4 28,1-4 43,-1-2 3,-1-1-24,-3-1-19,-3-2-33,-4 2-3,-3 3-22,-2 7-14,-4 6-6,-6 9-20,-6 8-14,-7 7 12,-5 7-14,-7 8-6,-6 8-64,-7 8-142,-8 8-122,-8 9-211,-9 8-207,-8 6 168,-8 8-2724,-8 4 3073,-9 3-8419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35.899"/>
    </inkml:context>
    <inkml:brush xml:id="br0">
      <inkml:brushProperty name="width" value="0.025" units="cm"/>
      <inkml:brushProperty name="height" value="0.025" units="cm"/>
      <inkml:brushProperty name="color" value="#BB5B18"/>
      <inkml:brushProperty name="inkEffects" value="bronze"/>
      <inkml:brushProperty name="anchorX" value="-48167.34375"/>
      <inkml:brushProperty name="anchorY" value="15506.41016"/>
      <inkml:brushProperty name="scaleFactor" value="0.5"/>
    </inkml:brush>
  </inkml:definitions>
  <inkml:trace contextRef="#ctx0" brushRef="#br0">1 2126 10682,'0'0'0,"0"-2"256,1-1-233,1 4 20,3 2-30,4 4 6,3 2-23,3 2 16,3 0-6,3 0 2,1-1-9,2-1 12,4 0-14,4-2 14,5 0-5,3-1-7,5-1 2,4-4 9,4-3-13,6-4 4,4-7-1,6-6 0,4-9 10,5-11-13,6-12-5,5-11 11,4-11-5,1-8 12,1-4 52,1-2 33,1-2 41,2-3 49,3-4-8,4-4-31,2-3-7,1 1-38,0 2 9,-1 5-6,-1 6 0,-1 3-10,-1 2-6,-4 2-36,-4 2-9,-5 4-10,-6 4-18,-5 7-6,-6 7-9,-6 9 2,-5 7-12,-5 8-6,-7 8-45,-6 6-63,-7 6-79,-8 4-123,-4 3-124,-5 3-154,-4 1-120,-3 1-2149,-3 1 2559,-4 0-7759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38.293"/>
    </inkml:context>
    <inkml:brush xml:id="br0">
      <inkml:brushProperty name="width" value="0.025" units="cm"/>
      <inkml:brushProperty name="height" value="0.025" units="cm"/>
      <inkml:brushProperty name="color" value="#BB5B18"/>
      <inkml:brushProperty name="inkEffects" value="bronze"/>
      <inkml:brushProperty name="anchorX" value="-52470.40234"/>
      <inkml:brushProperty name="anchorY" value="16785.87891"/>
      <inkml:brushProperty name="scaleFactor" value="0.5"/>
    </inkml:brush>
  </inkml:definitions>
  <inkml:trace contextRef="#ctx0" brushRef="#br0">1870 492 6545,'0'0'0,"-20"-11"160,-26-13-149,-17-5 52,-12-1-15,-7 3 8,-3 6-2,1 9 77,1 7 165,3 8 126,2 7 71,4 4-2,2 4-164,3 4-109,2 3-72,4 6-53,4 5-44,2 6 6,5 5-16,4 6 2,4 6 8,4 5 7,3 6-10,3 7 12,5 7-12,5 9-16,5 6-4,8 5-1,6 0-20,7-3 6,9-1 6,8-4-11,7-4 12,10-5-3,9-6 11,-29-58-10,22 26 0,-20-30 8,29 25 1,-24-25-12,29 17 1,31 12 30,7-6-24,6-4-12,4-4 12,8-1-15,6-2-5,7-1 11,7-1 5,4 0-2,4-2 30,5-1-8,5-1 14,5-1 24,4-1 50,5-1 7,4 0-7,4-2-23,3-3-49,2-2-25,3-5 2,0-3-23,0-6 14,-1-3-6,-1-5 2,-3-5 19,-2-4 22,-4-4 5,-4-5 10,-3-3-20,-3-3-31,-3-3-1,-6-1-3,-4-2-10,-7-1 2,-5-3-1,-6-3 0,-7-6 0,-8-6 10,-10-6-13,-9-4 14,-10-4-4,-9-1 38,-9 1 46,-7 1 45,-8 4 20,-8 1 0,-10 2-24,-24 46-85,7-31 0,-10 33-19,0 0 0,-1-24 0,-2 23 6,-1 0-1,-5-23 0,2 19 23,-15-34-1,9 29 14,-16-26 1,-25-24 70,-13 0 4,-11 1 0,-12 0-19,-10-1-31,-9-2-40,-7-2-19,-5-3-27,-7 2-15,-7 2 2,-6 7-12,-8 7 2,-7 11-1,-7 10 0,-6 9 0,-6 9 9,-5 6-2,-4 5 1,-5 2 0,-2 1 0,-2 0 0,2-2 9,1-3-11,3-3 3,4-2-10,3-2-7,4 0 1,2 1-10,3 3-7,3 6 1,3 8 18,1 9-15,3 11 24,2 9-7,5 9-6,6 9 11,5 7 6,7 8-10,7 7 3,9 6 8,9 5-11,10 4 3,9 1 8,8-1-11,7-3-34,7-3-56,7-2-118,8-2-111,9 0-185,10 1-175,9 1 405,9 1-44,7-14-12585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39.090"/>
    </inkml:context>
    <inkml:brush xml:id="br0">
      <inkml:brushProperty name="width" value="0.025" units="cm"/>
      <inkml:brushProperty name="height" value="0.025" units="cm"/>
      <inkml:brushProperty name="color" value="#BB5B18"/>
      <inkml:brushProperty name="inkEffects" value="bronze"/>
      <inkml:brushProperty name="anchorX" value="-49753.93359"/>
      <inkml:brushProperty name="anchorY" value="16800.85547"/>
      <inkml:brushProperty name="scaleFactor" value="0.5"/>
    </inkml:brush>
  </inkml:definitions>
  <inkml:trace contextRef="#ctx0" brushRef="#br0">12 0 13467,'0'0'0,"-2"2"296,-2 2-308,0 4 51,2 4-43,5 9 6,6 9 6,7 11 18,8 13-14,7 11 5,9 10-1,9 7-9,7 4 2,7 2-1,5 3 9,1 0-11,1 1 12,-3-1-12,-3-3-6,-4-5-120,-6-7-135,-8-9-203,-6-10-283,-8-12-361,-7-13 774,-9-12-12329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39.544"/>
    </inkml:context>
    <inkml:brush xml:id="br0">
      <inkml:brushProperty name="width" value="0.025" units="cm"/>
      <inkml:brushProperty name="height" value="0.025" units="cm"/>
      <inkml:brushProperty name="color" value="#BB5B18"/>
      <inkml:brushProperty name="inkEffects" value="bronze"/>
      <inkml:brushProperty name="anchorX" value="-51491.125"/>
      <inkml:brushProperty name="anchorY" value="14553.5"/>
      <inkml:brushProperty name="scaleFactor" value="0.5"/>
    </inkml:brush>
  </inkml:definitions>
  <inkml:trace contextRef="#ctx0" brushRef="#br0">123 90 11690,'0'0'0,"2"-2"393,3 3 101,2 7-588,5 14 164,5 16-86,6 17 20,6 17-6,2 16 2,2 15 28,0 9-27,0 6 19,-3 1-5,-3-5-9,-3-6 13,-5-9-14,-6-8 14,-5-10-4,-4-12 29,-3-13 122,-3-14 33,-2-13 47,-2-13-24,6-16-218,0 1-1,-1-1 1,1 0 0,0 0-1,0 1 1,-1-1-1,1 0 1,0 0 0,0 0-1,-1 1 1,1-1-1,0 0 1,-1 0-1,1 0 1,0 0 0,-1 0-1,1 0 1,0 0-1,0 0 1,-1 0 0,1 0-1,0 0 1,-1 0-1,1 0 1,0 0-1,-1 0 1,1 0 0,-1 0-1,-12-10 52,-5-13-42,-4-14 2,-4-11-7,-3-11 19,-2-10-15,-2-8 5,-1-9-1,-1-9 84,1-8 60,1-6 44,1-3 43,2 0-53,3 4-25,5 6-32,5 7-42,5 12-30,8 14-42,5 14-2,7 15-32,-7 37 8,1 0 1,-1 1-1,0-1 0,0 0 0,1 1 0,0-1 0,3-4 1,-3 6-1,-1 0 0,1-1 1,-1 1-1,1 0 1,-1 0-1,1 0 1,0 0-1,-1 0 1,1 1-1,0-1 0,2 0 1,-1 0-2,0 1 0,0-1 0,0 1 1,1 0-1,-1 0 0,0 1 0,5 0 0,31 12-9,9 12 4,11 12-1,7 10 12,9 9-4,4 7 12,2 6-4,2 3 12,0 4-4,-3 2-16,-2-1 23,-4-3-8,-4-5-6,-5-7-7,-6-7-129,-7-9-226,-8-8-205,-7-8-308,-9-7-294,-8-7 790,-7-5-13218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39.729"/>
    </inkml:context>
    <inkml:brush xml:id="br0">
      <inkml:brushProperty name="width" value="0.025" units="cm"/>
      <inkml:brushProperty name="height" value="0.025" units="cm"/>
      <inkml:brushProperty name="color" value="#BB5B18"/>
      <inkml:brushProperty name="inkEffects" value="bronze"/>
      <inkml:brushProperty name="anchorX" value="-53524.95313"/>
      <inkml:brushProperty name="anchorY" value="12757.875"/>
      <inkml:brushProperty name="scaleFactor" value="0.5"/>
    </inkml:brush>
  </inkml:definitions>
  <inkml:trace contextRef="#ctx0" brushRef="#br0">68 519 10442,'0'0'0,"-6"0"552,-7-2-214,-1-4-164,0-7 109,2-8-231,5-8 15,5-9-31,7-8-29,5-7 14,6-7-202,4-3-289,2-3-2029,1-1 2212,-4 13-9493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0.390"/>
    </inkml:context>
    <inkml:brush xml:id="br0">
      <inkml:brushProperty name="width" value="0.025" units="cm"/>
      <inkml:brushProperty name="height" value="0.025" units="cm"/>
      <inkml:brushProperty name="color" value="#BB5B18"/>
      <inkml:brushProperty name="inkEffects" value="bronze"/>
      <inkml:brushProperty name="anchorX" value="-54418.71875"/>
      <inkml:brushProperty name="anchorY" value="12429.24512"/>
      <inkml:brushProperty name="scaleFactor" value="0.5"/>
    </inkml:brush>
  </inkml:definitions>
  <inkml:trace contextRef="#ctx0" brushRef="#br0">229 1 11723,'0'0'0,"-14"2"728,-15 2-616,-5 4-58,-2 5-39,5 2-10,4 6-7,5 6 2,6 7 0,5 5 0,5 6 0,3 6 0,5 4 0,4 2 0,4 0 0,6-3 0,4-5-19,5-5 6,4-6-13,5-8 13,4-7 14,4-7-3,5-6 48,4-5 62,4-3 23,6-4 46,5-1-17,4 0-46,4-1 14,3 0-17,3 1-17,2 0-14,0 1-34,-2 2-21,-4 3-6,-8 2-2,-8 4-10,-8 4 2,-8 4 8,-9 4-11,-7 4-6,-8 5 10,-8 4 6,-8 5-1,-10 4 20,-8 6-6,-11 2-16,-7 4 81,-10-2 106,-8-2 38,-7-4 48,-7-6-33,-4-6-115,-3-6-24,-1-5-58,3-6-29,4-4-7,7-3-21,6-3-15,8-2-91,7-4-246,7-5-282,6-6-304,6-9-347,5-10 857,5 1-13026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0.899"/>
    </inkml:context>
    <inkml:brush xml:id="br0">
      <inkml:brushProperty name="width" value="0.025" units="cm"/>
      <inkml:brushProperty name="height" value="0.025" units="cm"/>
      <inkml:brushProperty name="color" value="#BB5B18"/>
      <inkml:brushProperty name="inkEffects" value="bronze"/>
      <inkml:brushProperty name="anchorX" value="-55564.29297"/>
      <inkml:brushProperty name="anchorY" value="10258.99609"/>
      <inkml:brushProperty name="scaleFactor" value="0.5"/>
    </inkml:brush>
  </inkml:definitions>
  <inkml:trace contextRef="#ctx0" brushRef="#br0">247 203 9882,'0'0'0,"-2"-10"408,-7-14 103,-4-6-198,-4-3 7,-3 0-129,-1 5-151,-1 7-4,1 6-24,0 8-2,1 5-2,1 5 0,2 2 0,3 1 0,2-1 0,3 0 28,4-2 29,2-1 31,1-2 23,4-1-13,2 0-20,5 0-22,5 2-34,6 2-11,6 6-19,5 7 12,3 7-15,3 9 14,-1 9-14,-2 8 14,-2 7-98,-3 5-9,-5 3-21,-5 2 0,-5-1 99,-5-2 0,-3-7 15,-1-7 2,-1-10 1,2-8 0,2-10-28,2-8 64,2-10 36,2-7 38,4-8 52,4-7-57,3-4-16,4-3-42,2 0-20,4 1-9,4 2-19,4 5 4,2 4-3,3 7 0,-1 6 0,-2 7 0,-4 7 0,-7 5 18,-6 4-14,-7 5 15,-5 4-4,-8 4-9,-5 3 4,-6 1 7,-5 2-2,-7-1 1,-3-2 0,-5-1-10,-3-4 4,-3-2-2,-2-4-10,-2-4 4,-2-3-12,-1-6-146,-1-4-136,2-5-269,1-5 1105,4-8-827,6 0-13713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1.272"/>
    </inkml:context>
    <inkml:brush xml:id="br0">
      <inkml:brushProperty name="width" value="0.025" units="cm"/>
      <inkml:brushProperty name="height" value="0.025" units="cm"/>
      <inkml:brushProperty name="color" value="#BB5B18"/>
      <inkml:brushProperty name="inkEffects" value="bronze"/>
      <inkml:brushProperty name="anchorX" value="-56764.20313"/>
      <inkml:brushProperty name="anchorY" value="8494.9082"/>
      <inkml:brushProperty name="scaleFactor" value="0.5"/>
    </inkml:brush>
  </inkml:definitions>
  <inkml:trace contextRef="#ctx0" brushRef="#br0">0 308 13011,'0'0'0,"1"2"344,1 1-243,0 0 42,3-1-55,2-3-24,3-4-5,2-4-2,1-5-1,2-5-19,2-3-3,-1-4-10,0-3 1,0-2-10,-2-1-7,-1 2 10,-2 2-22,-2 4 7,-2 4-12,-3 6-17,-1 4 14,-4 7-5,-2 6 10,-4 8-2,-3 8-8,-3 8 11,-3 5 6,-2 4-1,-3 2 1,1-2 0,0-1 9,3-6-2,3-5 1,5-7 9,3-6-11,2-5 22,3-6 68,1-5 18,2-4 1,2-5 5,1-4-75,3-4-25,1-2 3,1-1-259,2-1-273,1 0-386,0 1-1070,0-1 1525,-3 5-11697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1.711"/>
    </inkml:context>
    <inkml:brush xml:id="br0">
      <inkml:brushProperty name="width" value="0.025" units="cm"/>
      <inkml:brushProperty name="height" value="0.025" units="cm"/>
      <inkml:brushProperty name="color" value="#BB5B18"/>
      <inkml:brushProperty name="inkEffects" value="bronze"/>
      <inkml:brushProperty name="anchorX" value="-57722.10938"/>
      <inkml:brushProperty name="anchorY" value="7871.62402"/>
      <inkml:brushProperty name="scaleFactor" value="0.5"/>
    </inkml:brush>
  </inkml:definitions>
  <inkml:trace contextRef="#ctx0" brushRef="#br0">1 0 11658,'0'0'0,"14"15"297,23 29-235,18 24-16,21 27-10,15 17-12,10 9-19,5 6 15,1 3-15,-4 3 14,-7 0-14,-7-3 23,-9-5 59,-8-7-7,-9-9 16,-7-10-20,-6-10-49,-8-11 3,-6-12-23,-5-12-24,-7-14-173,-6-10-176,-7-12-187,-6-13-303,-9-13-2158,-7-17 2688,-1-1-7966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2.462"/>
    </inkml:context>
    <inkml:brush xml:id="br0">
      <inkml:brushProperty name="width" value="0.025" units="cm"/>
      <inkml:brushProperty name="height" value="0.025" units="cm"/>
      <inkml:brushProperty name="color" value="#BB5B18"/>
      <inkml:brushProperty name="inkEffects" value="bronze"/>
      <inkml:brushProperty name="anchorX" value="-59905.54297"/>
      <inkml:brushProperty name="anchorY" value="5145.07275"/>
      <inkml:brushProperty name="scaleFactor" value="0.5"/>
    </inkml:brush>
  </inkml:definitions>
  <inkml:trace contextRef="#ctx0" brushRef="#br0">34 4158 8698,'0'0'0,"-4"2"640,-8 3 355,2 1-699,3 0 137,7-3-238,11-6 48,11-6-57,14-11-36,13-13-47,14-17-57,12-19 2,12-22-16,12-20 2,11-18-12,12-15 4,11-15-12,9-9-6,7-8 2,7-5 7,5-3-12,4-1 23,2-1 3,2 2-10,0 3 14,1 2-14,-3 4-14,-2 4 4,-3 6-3,-4 6-10,-3 7 4,-4 9 7,-7 13-12,-7 14 14,-8 15 14,-9 14 62,-9 13 12,-11 11 29,-10 8-4,-12 10-24,-10 9-2,-8 8-10,-9 9-26,-6 7-22,-6 6-15,-4 5-7,-3 6-10,-1 3-8,-2 3 10,1 5-3,0 5 1,1 6 9,2 8-2,0 7-8,3 7 11,1 8-3,3 9-8,4 9 21,4 12-26,3 10 18,6 8-14,5 4 3,5 2-1,5 1 9,2 0-11,4 0 12,0 0-3,1-2 1,0-3 0,-3-6 0,-2-4 0,-4-3-9,-5-3 11,-5-1-12,-5-1 3,-4 0-1,-6-3-9,-5-1 11,-6-3-3,-7-1 1,-8 0 0,-9 3 0,-9 4 0,-12 4-9,-11 4 11,-12 2-3,-11 3 1,-10 3 0,-12 5-9,-12 5-54,-12 7-4,-14 5-11,-12 4-10,-12 5 76,-11 6-23,-11 6 20,-7 4 17,-5 3-5,-2 3 31,2 1 20,1 1 15,5-3-2,5-4-6,5-5 11,6-4 44,6-5 52,5-7 8,7-10-16,6-11-47,9-10-43,8-10-39,10-10-13,8-10-20,8-9 3,7-10-3,8-10-28,7-8-123,9-9-87,8-8-134,8-6-115,8-7-28,7-5-128,5-5-149,6-5-1628,6-4 2073,0 0-9588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3.015"/>
    </inkml:context>
    <inkml:brush xml:id="br0">
      <inkml:brushProperty name="width" value="0.025" units="cm"/>
      <inkml:brushProperty name="height" value="0.025" units="cm"/>
      <inkml:brushProperty name="color" value="#BB5B18"/>
      <inkml:brushProperty name="inkEffects" value="bronze"/>
      <inkml:brushProperty name="anchorX" value="-63192.07031"/>
      <inkml:brushProperty name="anchorY" value="1714.42175"/>
      <inkml:brushProperty name="scaleFactor" value="0.5"/>
    </inkml:brush>
  </inkml:definitions>
  <inkml:trace contextRef="#ctx0" brushRef="#br0">1 443 13019,'0'0'0,"0"-3"144,3-6-551,3-8 419,7-9-60,6-8-17,6-7-110,5-7-97,4-5-205,1-3-245,1 0-1209,0 1 1598,-7 11-9722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3.276"/>
    </inkml:context>
    <inkml:brush xml:id="br0">
      <inkml:brushProperty name="width" value="0.025" units="cm"/>
      <inkml:brushProperty name="height" value="0.025" units="cm"/>
      <inkml:brushProperty name="color" value="#BB5B18"/>
      <inkml:brushProperty name="inkEffects" value="bronze"/>
      <inkml:brushProperty name="anchorX" value="-64305.21484"/>
      <inkml:brushProperty name="anchorY" value="1309.85449"/>
      <inkml:brushProperty name="scaleFactor" value="0.5"/>
    </inkml:brush>
  </inkml:definitions>
  <inkml:trace contextRef="#ctx0" brushRef="#br0">0 312 12787,'0'0'0,"4"-6"256,5-14-420,6-12-11,10-14-321,12-16 515,13-15-330,-4 9-13556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5.431"/>
    </inkml:context>
    <inkml:brush xml:id="br0">
      <inkml:brushProperty name="width" value="0.025" units="cm"/>
      <inkml:brushProperty name="height" value="0.025" units="cm"/>
      <inkml:brushProperty name="color" value="#BB5B18"/>
      <inkml:brushProperty name="inkEffects" value="bronze"/>
      <inkml:brushProperty name="anchorX" value="-65337.14844"/>
      <inkml:brushProperty name="anchorY" value="774.65564"/>
      <inkml:brushProperty name="scaleFactor" value="0.5"/>
    </inkml:brush>
  </inkml:definitions>
  <inkml:trace contextRef="#ctx0" brushRef="#br0">0 1 6497,'0'0'0,"1"4"208,-1 6 28,2 4-63,2 3 93,1 3 28,3 3-25,0 1-14,3 4-23,0 1-24,2 4-15,1 2-45,1 3-54,2 2-26,3 5-46,4 4 0,5 7-14,6 8-8,7 9 1,6 7 8,7 5-11,3 4-16,2 0-60,0 0-106,-1 1-199,-3 3-719,-2 3-354,-5 1-366,-3-1 918,-11-19-2689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5.736"/>
    </inkml:context>
    <inkml:brush xml:id="br0">
      <inkml:brushProperty name="width" value="0.025" units="cm"/>
      <inkml:brushProperty name="height" value="0.025" units="cm"/>
      <inkml:brushProperty name="color" value="#BB5B18"/>
      <inkml:brushProperty name="inkEffects" value="bronze"/>
      <inkml:brushProperty name="anchorX" value="-67022.89844"/>
      <inkml:brushProperty name="anchorY" value="-1655.61609"/>
      <inkml:brushProperty name="scaleFactor" value="0.5"/>
    </inkml:brush>
  </inkml:definitions>
  <inkml:trace contextRef="#ctx0" brushRef="#br0">10 429 11835,'0'0'0,"-4"-4"872,-1-10-682,4-9-196,8-10 70,14-8-464,9-7 8,9-6-211,6-2-261,4-1-1380,2 2 1900,-9 11-8950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45.999"/>
    </inkml:context>
    <inkml:brush xml:id="br0">
      <inkml:brushProperty name="width" value="0.025" units="cm"/>
      <inkml:brushProperty name="height" value="0.025" units="cm"/>
      <inkml:brushProperty name="color" value="#BB5B18"/>
      <inkml:brushProperty name="inkEffects" value="bronze"/>
      <inkml:brushProperty name="anchorX" value="-68143.3125"/>
      <inkml:brushProperty name="anchorY" value="-2073.69141"/>
      <inkml:brushProperty name="scaleFactor" value="0.5"/>
    </inkml:brush>
  </inkml:definitions>
  <inkml:trace contextRef="#ctx0" brushRef="#br0">1 576 9762,'0'0'0,"5"-21"288,10-31-93,5-15-179,7-14 36,4-3-101,3 3-233,2 7-554,0 8 672,-6 17-10247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3:35:52.315"/>
    </inkml:context>
    <inkml:brush xml:id="br0">
      <inkml:brushProperty name="width" value="0.025" units="cm"/>
      <inkml:brushProperty name="height" value="0.025" units="cm"/>
      <inkml:brushProperty name="color" value="#BB5B18"/>
      <inkml:brushProperty name="inkEffects" value="bronze"/>
      <inkml:brushProperty name="anchorX" value="-69224.33594"/>
      <inkml:brushProperty name="anchorY" value="-2345.11646"/>
      <inkml:brushProperty name="scaleFactor" value="0.5"/>
    </inkml:brush>
  </inkml:definitions>
  <inkml:trace contextRef="#ctx0" brushRef="#br0">420 711 4969,'0'0'0,"-9"4"288,-12 4 355,-8 6-764,-6 5 230,-2 5-92,-1 7-1,0 5 28,0 4 20,3 3 15,2 2 17,4 1-21,5 0-30,4 1-1,5 0-21,5 1 3,4 2-11,3 2 2,6 3 9,3 5-4,4 5 2,3 2-9,3 3 2,5-4-1,4-4 10,4-8 43,3-9 63,2-7 32,2-8 44,3-6-16,2-6-37,2-4-35,3-3-31,5-2-33,4-1-22,7-3 20,4-1-8,6-2 11,2-3-2,1-4-27,1-4-11,0-7 11,0-7-24,0-6 25,1-7-17,1-6-4,0-6 2,0-4-12,-1-2 13,-3-2 5,-2-2-11,-4 0 14,-4 0-23,-2 1 7,-3 0 6,-4-2-2,-2-2 38,-4-3 130,-4-3 77,-5-3 109,-7-1 47,-10 0-48,-7-1-33,-10 2-75,-9 0-58,-9 2-66,-8 2-36,-9 0-35,-7 0-24,-6 0-6,-4 2-20,-4 2-6,-1 5 0,0 6-19,-1 9 23,-2 8 11,-2 11 7,-3 9 18,-4 10-22,-1 8-2,-3 9 0,-2 9-10,-1 8 2,0 8-1,2 8 0,0 6-9,1 4 12,0 4-14,0 2 14,0 1-14,-2 2 14,0 1-5,1 3-7,2 1 12,5 3-14,6 1 14,5 0-14,6 1 4,6 0-1,6-3 0,5-3 0,5-4-74,5-2-92,5-2-183,5-1-145,4 1-2206,6-1 2468,1-11-7906</inkml:trace>
</inkml:ink>
</file>

<file path=ppt/ink/ink46.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5:59.882"/>
    </inkml:context>
    <inkml:brush xml:id="br0">
      <inkml:brushProperty name="width" value="0.05292" units="cm"/>
      <inkml:brushProperty name="height" value="0.05292" units="cm"/>
      <inkml:brushProperty name="color" value="#FF0000"/>
    </inkml:brush>
  </inkml:definitions>
  <inkml:trace contextRef="#ctx0" brushRef="#br0">9176 14479 984 0,'-8'6'40'0,"4"-2"4"0,4 2-25 0,2 0-11 0,4 3-1 0,3 2 1 0,2 1 1 0,1 0 1 0,4 0-1 0,3-5-1 16,4 0-3-16,3-2-1 0,4-2 0 16,6 0-1-16,4-3 0 0,0-6 2 15,2-4 3-15,-3-9 13 0,1-5 9 16,3-6 8-16,0-8 4 15,8-2-7-15,5-5-3 0,6-6-2 0,3-10 0 0,-2-10-2 16,2-9 0-16,-1-4-1 0,2 1-1 16,0 6 0-16,2 3-1 0,1-2-5 15,-2 1-2-15,-6 3-7 0,-7 6-4 16,-5 9-3-16,-6 7-2 0,-3 5-1 16,-2 6 0-16,-3 3-1 0,-3 3 1 15,-3 5-1-15,-5 7-20 0,-8 7-21 0,-10 5-33 16,-4 5-45-16,-5 3-266 0,-4 4 247 15</inkml:trace>
  <inkml:trace contextRef="#ctx0" brushRef="#br0" timeOffset="599.41">9221 14573 1069 0,'8'0'30'0,"-4"0"-13"0,6 4-11 16,1 1-5-16,2 5 0 0,2 2 0 0,1 0 0 0,2 1 0 0,1-3 0 0,3 0 0 0,2-1 0 0,0-2 0 0,-3-1 5 0,1-4 14 0,3-4 9 0,0-8 12 0,6-10 7 16,3-12-2-16,3-11-1 0,2-12-8 15,14-6-11 1,5-5-10-16,7-3-7 0,3-9-4 0,-2-5-3 0,1-1 0 0,-2 2-1 15,-1 5 0-15,0 9 12 0,2 3 5 16,0-2 4-16,-1 1 0 0,-7 2-11 16,-4 2-5-16,-8 8-2 0,-4 6-2 15,-3 7 0-15,-4 4-1 0,-1 6 1 0,-3 4-1 16,-2 2-1-16,-4 6 0 0,-7 4 0 16,-6 5-11-16,-5 5-24 0,-3 3-41 15,-4 2-198-15,0 4 171 0</inkml:trace>
</inkml:ink>
</file>

<file path=ppt/ink/ink47.xml><?xml version="1.0" encoding="utf-8"?>
<inkml:ink xmlns:inkml="http://www.w3.org/2003/InkML">
  <inkml:definitions>
    <inkml:context xml:id="ctx0">
      <inkml:inkSource xml:id="inkSrc0">
        <inkml:traceFormat>
          <inkml:channel name="X" type="integer" max="30182" units="cm"/>
          <inkml:channel name="Y" type="integer" max="18864" units="cm"/>
          <inkml:channel name="F" type="integer" max="4095" units="dev"/>
          <inkml:channel name="T" type="integer" max="2.14748E9" units="dev"/>
        </inkml:traceFormat>
        <inkml:channelProperties>
          <inkml:channelProperty channel="X" name="resolution" value="1000.06628" units="1/cm"/>
          <inkml:channelProperty channel="Y" name="resolution" value="1000.2121" units="1/cm"/>
          <inkml:channelProperty channel="F" name="resolution" value="0" units="1/dev"/>
          <inkml:channelProperty channel="T" name="resolution" value="1" units="1/dev"/>
        </inkml:channelProperties>
      </inkml:inkSource>
      <inkml:timestamp xml:id="ts0" timeString="2025-07-24T03:36:55.568"/>
    </inkml:context>
    <inkml:brush xml:id="br0">
      <inkml:brushProperty name="width" value="0.05292" units="cm"/>
      <inkml:brushProperty name="height" value="0.05292" units="cm"/>
      <inkml:brushProperty name="color" value="#FF0000"/>
    </inkml:brush>
  </inkml:definitions>
  <inkml:trace contextRef="#ctx0" brushRef="#br0">2283 3324 158 0,'84'-4'9'0,"-37"4"-5"0,1 0 1 0,1 0 0 0,-8 1-1 0,0 1 0 0,-1 1 0 0,-5 1 0 0,2 0 1 0,0-2-1 0,4-1 1 16,13 0-1-16,3-1-1 0,4-2-1 0,-1 0 0 15,-7-1 1-15,-1-1-1 0,-2 0 0 16,5-1-1-16,8 1 1 0,6 0-2 15,3 2 1-15,-4 1 0 0,0 2-1 16,-10 1 0-16,2 1-1 0,12 1 1 16,-4-1-2-16,11 1-1 0,-3 2 0 0,-9-4-1 15,-2-1 4-15,9-1 10 0,10-2 13 16,3-3 7-16,-9 0 10 0,-6 0 2 16,-9-1 9-16,5 1 9 0,12-1 3 15,3 2-4-15,0 0-11 0,-11 2-12 16,-7 0-12-16,4 1-6 0,6 1-7 15,4 2-3-15,-1 1-3 0,-5 1-4 16,-10 0 0-16,2-1-1 0,8 1-2 0,4-1 0 16,-1-1-1-16,-2 0 1 0,-9-1 1 15,-7 0 0-15,8-1 1 0,3 1 1 16,5 0 0-16,0 0 0 0,0 2 1 16,-16 1-1-16,-1 1-1 0,1 0 0 15,3 0 0-15,11 0 0 0,0 1 0 16,-5-1 0-16,-6 1 0 0,-7-1 0 15,1 1 0-15,7-1-1 0,7 1-1 0,3-1-2 16,-4 0 1-16,-7 0 9 0,-7-1 9 16,2 0 9-16,3 0 5 0,4-1 2 15,5 0 0-15,-2 1 2 0,-6 0-2 16,-3 0-3-16,-6 1-7 0,2-1-6 16,2 0-6-16,6 1-4 0,3 0-2 15,0-2-2-15,-3 0-1 0,-7-2 0 16,4-1-1-16,-9-2 1 0,5-1 1 15,4 1 0-15,-3 0 0 0,5 0 1 0,-2 1-1 16,-8 1 1-16,0 0-1 0,-4 0 0 16,1 0-1-16,2 0 1 0,6 0-1 15,1 0 1-15,2 0-1 0,-3 0 1 16,-7 0 0-16,-2-2-1 0,-2 1 1 16,-2 0-1-16,4 0 0 0,3 1 0 15,5-1 1-15,-3 0-1 0,1 0 1 0,-8 0-1 16,-3 0 0-16,-2 0 1 0,-4 0-1 15,2 1 0-15,6-1 0 0,1 1 0 16,-2-1 0-16,1 0 0 0,-9-2 0 16,-1 1 0-16,1 1 0 0,-1-1 1 15,2 0-1-15,-7 0 0 0,0 0 1 16,-3 0-1-16,0 1 0 0,1-2 0 16,-2 0 0-16,1-2 0 0,2 0 0 15,1 0 0-15,3-1 0 0,0 1 0 0,-1 1 2 16,-2 1-1-16,-1 0 0 0,-2-2 0 15,-1 1-1-15,2-1 0 0,-3 0 0 16,1 0 0-16,-3 0 0 0,1-1 0 16,2-1 0-16,-2-1-1 0,1 1-1 15,2-3 0-15,4 1 1 0,4-2 0 16,1-1 0-16,4 1 1 0,-3-2-1 16,0-1 1-16,0-4 0 0,-2 1 1 0,0-2 0 15,-1-2 1-15,0 1-1 0,-1 0 0 16,3 4 0-16,0 2 1 0,3-2-1 15,5 1 2-15,2 0 1 0,-5 1-2 16,3 0 2-16,-3 3-2 0,0 0 1 16,0 2-1-16,-3 1 0 0,0 2-1 15,3 0 1-15,3 1-1 0,5 0 0 16,4 2 0-16,2 0 1 0,-1 0-1 16,-2 2 1-16,-6 0 0 0,1 1 0 0,-1 2 0 15,5 1-1-15,5 1 0 16,4 0 1-16,3 0-1 0,-1 1 1 0,-5 0-1 15,-4 0 0-15,-5 1 0 0,-1 1 0 16,1 1 0-16,4 1 0 0,2-1 1 16,-1 2 0-16,-2-2 0 0,-7 2 0 15,-6 1-14-15,-1 1-29 0,-5-1-101 16,-4-2 84-16</inkml:trace>
  <inkml:trace contextRef="#ctx0" brushRef="#br0" timeOffset="1152.09">12561 3283 490 0,'41'-3'45'0,"-2"-3"82"0,3-2-142 0,-2-4-8 0,-3-4 6 0,-5-4 4 0,-1-4 5 16,-3-3 8-16,-4-3 27 0,1-1 16 0,-4 0 11 0,3 0-2 0,-2-1-21 0,2 0-14 0,1 2-9 0,1 0-4 0,2 1-2 31,1 0 1-15,-2-1 0-16,-4-2 1 0,-5-1 1 0,-2-4 1 0,-5-6 2 0,1-1 1 0,-4-1 5 0,-6 3 2 15,-4 5 2-15,-6 3 24 0,-5 5 10 16,-5 2 6-16,-2 1 7 0,-7 2-18 16,-4 1-8-16,-3 1-8 0,-5 2-7 0,2 2-9 15,0 3-4-15,-1 2-2 0,-1 3-1 16,-3 2 0-16,-5 3-3 0,-9 2-1 16,-5 3-1-16,-4 2-2 0,1 5 0 15,4 2 1-15,-4 1-1 0,-2 1 0 16,-10-2 1-16,-5 0-1 0,-2 1 0 15,4-2 1-15,3 1-1 0,-9-2 1 16,-5-2 0-16,-4-1-1 0,-3-2 0 16,6-2 0-16,-2 0 0 0,-9-4 0 0,-1 0 0 15,0 0-1-15,-3-1 0 0,-1 2 0 16,-4 0 0-16,-1 1-1 0,-3 1 1 16,-2-1 0-16,-2 2 0 0,-2 0 0 15,-4-1 0-15,1 0 0 0,-2 0 1 16,-1-2-1-16,-6-4 1 0,5 1 0 15,0-1 0-15,-6-2-1 0,1-2 1 0,3 1 0 16,-2-2 0-16,-4-2 0 0,15 2-1 16,-9-3 0-16,-7-1 1 0,0 1-1 15,-7-1 0-15,7 1 0 0,-2-1 1 16,5 2-1-16,0 0 1 0,-8 0-1 16,1 3 0-16,4 1 0 0,-3 2 0 15,-1 2 0-15,6 0 0 0,-4 2 0 16,-7-1 0-16,7 2 0 0,0 0 0 0,-6 0 0 15,7 2 0-15,6-1 0 0,-7 2 0 16,5 0 1-16,6 0-1 0,0 1 0 16,-3 0 0-16,5 1 0 0,0 0 0 15,8-1 0-15,-4 0 0 0,6-1 0 16,2 0 0-16,0 0 0 0,9-1 0 16,-2 0 0-16,10 0 0 0,-5 1 0 15,10-1 0-15,2 1 0 0,-10 0 0 0,9 0 0 16,2 2 0-16,11 0 0 0,4 1 0 15,-3 0 0-15,-2 0 0 0,-2 2 0 16,11-1 0-16,5 1 0 0,6 0 0 16,-2 0 0-16,-9 1 0 0,2 0 0 15,1 2 0-15,3 0 0 0,10 1 2 16,4 0 0-16,4 1 1 0,0 2 0 16,-2 3-1-16,-1 3-2 0,1 1 0 15,4 3 0-15,4-1 0 0,8 1 0 16,2 2 0-16,4-1-1 0,5 3 0 0,-1 1-1 15,5 1 1-15,3 2 0 0,1 1 0 16,3 3 0-16,2 5 1 0,2 5 0 16,0 6-1-16,2 5 1 0,2 1-1 15,2-1 1-15,0 2 0 0,3 1 0 16,1 8-13-16,3 12-24 0,1 6-147 16,1 9 115-16</inkml:trace>
  <inkml:trace contextRef="#ctx0" brushRef="#br0" timeOffset="8348.28">24322 4760 860 0,'-22'10'81'0,"8"-12"159"0,3-1-257 15,6 2 13-15,-1-3 4 0,0 2 0 0,1-1 3 0,1-2 7 0,0-2 3 0,2-2 4 0,2-2-1 0,3 0-6 0,5-1-4 0,4 1-3 0,4 1-2 0,4 1 0 0,-1 2 0 0,1-1-1 32,2 2 1-32,2 3-1 0,5 0 0 0,-1 3 0 0,1 1 0 0,-3 3 0 15,1 2 0-15,-2 3 0 0,-1 2 0 16,1 1 0-16,-3 4 0 0,-4 4-1 0,-2 4-1 16,-1 6 0-16,-6 4 1 0,-2 7 1 15,-3 7 0-15,-4 5 1 0,-3 3 0 16,-2 0 0-16,-2 2 1 0,-1 3 0 15,0 8 1-15,0 8 8 0,-1 3 5 16,1 3 2-16,-2-6 1 0,-1 0-7 16,0 6-3-16,-3 3 1 0,2 4 4 0,-1-1 4 15,-1-2 2-15,0 2 2 0,-2 1 2 16,2 2 0-16,-2-3-4 0,1-5 0 16,2-4-5-16,2 1-2 0,0-3-1 15,3 0-3-15,-1-8-4 0,3-5-3 16,1-3-1-16,3-1 0 0,1 5-1 15,0 7 1-15,1 3-1 0,-1 2 0 16,1-3 1-16,0 4 1 0,0 2-2 16,0 5 7-16,0-1 4 0,-2-6 1 15,2-8 9-15,2-4-5 0,-2 1-2 0,2 1 2 16,-1-3-6-16,-1-4 0 0,0-4 2 16,-3-3 2-16,0 2 2 0,-1 4 3 15,-2 5 3-15,-2 3 1 0,3 0 0 16,-3-4 0-16,0-4-2 0,3-3-2 15,0 1 2-15,3 1-2 0,1 0-3 16,1-1-5-16,0-5-5 0,3-5-3 16,-1-4-1-16,1-5-2 0,2-1 2 0,-1 0-1 15,1 2-1-15,2 3 0 0,-2-1 0 16,2 2 0-16,-1-3 0 0,-2-3 0 16,0-1 0-16,0-4 0 0,0-1 1 15,1-1-1-15,-1-2 1 0,3 1-1 16,-3 1 0-16,1 1 0 0,-2 0 0 15,2-3-3-15,-3 0-2 0,2-4-3 0,0-1-3 16,0 1 2-16,0-4 3 0,0-2 2 16,0-2 1-16,-1-1 1 0,1-2-1 15,-4-2 2-15,1-4 0 0,-1-1 0 16,-1-1 1-16,-1 0-1 0,-2-1-1 16,-1-1 1-16,-1 0-1 0,-2 0 1 15,-2-1 1-15,-3 0-1 0,-2 0-2 16,-4-1-1-16,-5 1-2 0,-1-1-2 0,-1-1 1 15,-3-2 2-15,0-1 1 0,-2-2 0 16,-2-1 1-16,-1-1 1 16,0-1 2-16,-1-1-1 0,-3 0 1 0,-2-1 0 15,-5 3-1-15,-1 2 0 0,-1 3 1 16,0 3-1-16,1 2-2 0,-1 1 2 16,1 1 0-16,-2 0 0 0,0-1 1 15,-2 1 1-15,-3 0 1 0,-2-1 0 16,2 0 0-16,2-1-2 0,2 1 0 0,5-2 0 15,3 1 0-15,4-1 0 0,2 1 1 16,2 0 1-16,1 0 0 0,3 2-1 16,1 1 0-16,4-1 1 0,3 1-1 15,3-2 0-15,6-1-1 0,4-2 0 16,7-2-1-16,1-1-2 0,1-1-1 16,6-4 0-16,5-1 2 0,7-2 0 0,2-2 0 15,3 0 1-15,4 0 0 0,2 1-1 16,1-1 1-16,3-1 0 0,1 1 0 15,1 1 1-15,5 1-2 0,5 1 1 16,5 2 1-16,2-1 0 0,2 0 0 16,1-1 0-16,-3-1 0 0,1 0 0 15,-2-3 1-15,2-2-1 0,-2 1 0 16,-1-1 0-16,0 2 1 0,-3 0-1 16,-4 1 1-16,0-2 2 0,-6 0 2 0,-6-3 5 15,-3-1 2-15,-4-2 0 0,-4-3-2 16,1-3-2-16,-1-1-3 0,-2-3-2 15,-3 1 0-15,0-2-2 0,-4-2-1 16,-3 0 1-16,-2-2-1 0,-4-4 0 16,-3-6 0-16,-4-6 0 0,-3-10 1 15,-3-7 1-15,0-3-1 0,0 2 2 16,2 4 0-16,3 3-1 0,1 0 1 0,1-4-1 16,2-6-1-16,1-1 0 0,2 3 0 15,3 0-1-15,-1 2 0 0,2-4 0 16,3-10-2-16,2-2 0 0,2 0-2 15,2 2-4-15,1 3-2 0,-5-5-1 16,0-6 1-16,1-3 4 0,-1 2 2 16,3 1 0-16,2-2 1 0,-2-4-3 15,2-1 1-15,-1 1 2 0,-2 1 2 0,-1-3 1 16,0-6 0-16,-3-4 0 16,0-2 0-16,-1-4 1 0,0-5-4 0,1-2-2 15,-2 5 1-15,-1 5-2 0,0 6 5 16,-1 5 0-16,-2 7-1 0,0 10-1 15,0 6 0-15,-1 1 0 0,0-1-1 16,-1 0 1-16,1 2 2 0,-2 4 0 16,0 4 1-16,0-2 0 0,1-9 0 15,2-2 0-15,-1 0 0 0,1 4 0 0,0 9-1 16,1 5 0-16,-2 1-4 0,0 4 0 16,1 6 1-16,-1 10-1 0,-2 5 5 15,0 9-1-15,-4 4 1 0,-1 2-1 16,-2 5 0-16,-2 3 1 0,-1-1-2 15,-3 4 1-15,-1 0 0 0,-4 1 0 16,-1 1 0-16,-2 1 1 0,-3 1-1 16,-4 1 1-16,-4 0 0 0,-1 0 0 0,-1 0 0 15,0-1 1-15,0 1-1 0,1 1 0 16,-1 1 0-16,2 1 0 0,2 3 0 16,1 0-1-16,-4 2 1 0,1 1-1 15,0 0 1-15,-2 2 0 0,2 0 0 16,0 0-18-16,4 0-5 0,3-1-9 15,1 0-11-15,-2-3 4 0,2-1-9 16,3-1-11-16,1 0-11 0,3-1-18 0,0 0 45 16</inkml:trace>
  <inkml:trace contextRef="#ctx0" brushRef="#br0" timeOffset="9382.34">22769 10915 1799 0,'16'-19'40'0,"-13"12"-38"0,1 5-2 0,-2 4-2 0,-1 0-2 0,-1 2-4 0,-1 0-2 16,-3 1-11-16,-1 3-23 0,0 0-21 0,0 5-20 0,-1 1-17 15,-1 1-18-15,-1 0-222 0,0 2 219 0</inkml:trace>
  <inkml:trace contextRef="#ctx0" brushRef="#br0" timeOffset="9554.12">22783 11529 1390 0,'5'0'592'15,"-2"-1"-709"-15,0 1 303 16</inkml:trace>
  <inkml:trace contextRef="#ctx0" brushRef="#br0" timeOffset="9782.62">23001 12134 1342 0,'1'36'66'15,"2"-20"95"-15,3-4-247 0,1-4-48 16,3 0-173-16,-1 0 179 0</inkml:trace>
  <inkml:trace contextRef="#ctx0" brushRef="#br0" timeOffset="9954.34">22964 12863 1314 0,'-1'27'21'0,"-2"-11"-37"15</inkml:trace>
  <inkml:trace contextRef="#ctx0" brushRef="#br0" timeOffset="12582.13">22675 10956 1106 0,'7'9'72'0,"2"-10"4"0,6-6-2 0,7-5-44 0,7-7-18 0,9-6-7 0,11-8-2 0,6-6-1 0,7-4-7 0,2 1-9 0,-1 2-8 0,-2 1-6 0,-3 0-3 15,5-2-8-15,-1-1-35 0,5-1-89 0,-5 1-99 16,-2 1 135-16</inkml:trace>
  <inkml:trace contextRef="#ctx0" brushRef="#br0" timeOffset="12933.24">22323 11684 1297 0,'21'-10'30'16,"15"-6"-27"-16,10-3-1 0,13-6 0 16,-2 0 0-16,4-3-1 0,3-4-1 15,-1-6-1-15,7-7 1 0,4-10 0 16,2-3 0-16,1-2 1 0,-2 6-1 16,-3 4 2-16,2 3-2 0,1 3 2 0,0 2 1 15,-6-2-7-15,-5 3-19 0,-9 5-35 16,-7 3-200-16,-6 10 165 0</inkml:trace>
  <inkml:trace contextRef="#ctx0" brushRef="#br0" timeOffset="13298.68">22621 12374 1148 0,'16'-2'31'15,"7"-8"-11"-15,11-9 4 0,3-6 0 16,9-6-3-16,6-8-8 0,7-6-7 0,6-3-2 16,4-3 1-16,1 2 0 0,-3-1 0 15,4 0 0-15,3-7 1 0,0-3-1 16,1 0 1-16,-1 1 0 0,-4 7-3 0,-2 6 2 16,3 5-3-16,-4 5-1 0,-1 2 0 15,-5 4-13-15,-6 1-35 0,-8 4-150 16,-8 3 123-16</inkml:trace>
  <inkml:trace contextRef="#ctx0" brushRef="#br0" timeOffset="13719.66">22582 13080 1057 0,'3'1'30'0,"9"-7"-14"15,8-7 2-15,7-5-4 0,5-2 2 0,5-5-2 16,7-1 0-16,3-4-2 15,9-1-1-15,2-3 0 0,4-6 0 0,1-2 2 16,2-2 5-16,1-3 1 0,0 2 1 16,2 0-4-16,5 0-5 0,-2 4-4 0,0 3-1 15,-3 1-2-15,-4 0-1 0,1 2 0 16,-6 0-1-16,-2 1-2 0,-5 7 1 16,-5 4-1-16,-6 6 0 0,-4 1-2 15,-7 3-9-15,-6 3-17 0,-5 3-20 16,-7 4-33-16,-5 1-100 0,-3 3-68 15,-6 1 126-15</inkml:trace>
  <inkml:trace contextRef="#ctx0" brushRef="#br0" timeOffset="19519.93">12796 18066 1061 0,'0'-1'27'0,"3"1"-15"0,3 4-2 0,2 0 3 0,0 2 1 0,1 1 1 0,4 0-6 0,-1 3-2 0,3 0-4 0,2 2 0 15,1 1-1-15,2 0-1 0,1-1 1 0,-1 1-1 16,-1-1 0-16,1-2 0 0,0-2-1 15,2-1 1-15,0 0 0 0,0-4-1 0,-1 3 1 16,-1-6 0-16,-3-1 0 0,-5-1 5 16,0-4 15-16,1-1 9 15,5-4 7-15,0-3 4 0,0-5-7 0,1-3-2 16,-2-3-2-16,0-2-4 0,-1-3-3 16,-2 2-4-16,-2-1-5 0,0 0-3 15,0-4-3-15,1 1-2 0,1-1-3 0,-2-1 1 16,1 2-1-16,-1 3-2 0,0-1 1 15,1 7-1-15,-1 3-1 0,-1 3 1 16,-1 4-1-16,-3 3 0 0,-1 2 0 16,-1 4 0-16,-2 0 0 0,-1 3 0 15,0 1-2-15,-2 0-13 0,1 0-15 16,1 4-21-16,-2 1-30 0,0 4-127 16,-1 0 130-16</inkml:trace>
  <inkml:trace contextRef="#ctx0" brushRef="#br0" timeOffset="22353.22">12997 18062 1082 0,'19'26'25'0,"4"0"-22"0,5 3-2 0,-1-6 1 0,2 0 0 0,-6-4-1 0,-1-3 0 0,0 0 0 0,-1-2-1 16,2-2 2-16,1-2-1 0,-1-2 1 0,-6-4-1 15,1-3-1-15,-4-5-1 0,0-6 0 16,2-7 0-16,0-3 3 0,1-6 9 16,-1-8 9-16,2-1 6 0,1-6 4 15,3-1-2-15,2 0-6 0,1-2-1 16,4-2-1-16,4-2 1 0,-6-6 2 16,1 1-1-16,2 2-5 0,-4 4-5 0,3 6-4 15,-3 8-4-15,-4 5 0 0,-3 1-1 16,-3 4 0-16,0 2 0 0,-3 3 0 15,-1 5-1-15,-1 2-2 0,-1 5 0 16,-3 3-7-16,-1 3-3 0,-2 3-10 16,0 2-22-16,-3 4-38 0,-1 2 44 15</inkml:trace>
  <inkml:trace contextRef="#ctx0" brushRef="#br0" timeOffset="40901.64">6916 14375 406 0,'-3'13'21'0,"1"1"4"0,3-5-10 0,3-1-4 0,3-3 1 0,1 1 5 0,5 0 2 0,0 1 0 15,4 2-7-15,5 2-6 0,6 0-3 0,5 3-2 0,3 2 0 0,4 0 0 0,0 2-1 0,-1-1-1 0,3-4 0 16,-3-2 0-16,4 0 0 0,6-2 2 15,7 0 0-15,7-3 2 0,6-3 0 16,-1-2-1-16,-1 0-1 0,0 0 1 16,4 1-1-16,8-1-1 0,7 0 1 15,2-2-1-15,10 0 0 0,-11 2 0 0,6 2 0 16,7 2 0-16,-5 1 0 0,10 0 0 16,0 2-1-16,6 0 1 0,0 2-1 15,2 0 0-15,1 0 0 0,2 0 5 16,0-3 17-16,4-1 11 0,0-2 6 15,0-2 2-15,2-2-2 0,0-2-3 16,6-2-4-16,-3-2-7 0,1 1-13 16,3-1-7-16,2 1-2 0,-5 3 0 15,2 2 0-15,4 0 0 0,-3 3 0 0,-5 0 1 16,-2 1 6-16,-3-1 5 0,-5-1 5 16,-3-2 5-16,-4 0-2 0,-8 0-5 15,-1-2-4-15,1-1-5 0,-4-2-2 16,-6 1-1-16,-8-1-1 0,2 1-1 15,-1-1 0-15,-4-1-1 0,-5-1-1 16,-9-3-1-16,-7-3 0 0,-2-5-1 0,-1-6-1 16,0-4-2-16,-7-4 0 0,0-3 1 15,-9 0 2-15,-4-1 2 0,-3 3 2 16,-7 2 1-16,-6 1 2 0,-5 0-1 16,-2-3 1-16,-1-1 0 0,-1-2-3 15,0-3-2-15,-1-2-1 0,-2-2 0 16,0 1-1-16,0-2 0 0,0-2-1 15,1-3-1-15,0-4 2 0,0-5 0 0,2-8 1 16,-1-3 0-16,1-1 2 0,-1 1 0 16,0 6 0-16,-1 4 0 0,0 2 0 15,-3 1 0-15,-2 1 0 0,-2 5 1 16,0 4 0-16,-4 8 1 0,-2 5 1 16,-2 5 3-16,-2 5 2 0,-1 5 4 15,-1 3 3-15,-1 4-1 0,-1 2-2 16,-3 3-5-16,-1 2-3 0,-5 0-3 0,-3 1-1 15,-4 2 1-15,-7-1-1 0,-9 2 0 16,-3 0 0-16,-5 0-1 0,1-1 1 16,-1 0-1-16,1-1 1 0,-2-3-1 15,-6-1 0-15,-7-1 0 0,-7-1-1 16,-2-1 1-16,3 1-1 0,-1 0 1 16,0 0 0-16,-8 0-1 0,-7 0 0 15,-1-1 0-15,0 2 2 0,3 1 2 16,-8 1 1-16,-4 0 0 0,-2 2-1 0,0 0-1 15,0 2-2-15,-3 1 0 0,-3 0 0 16,-2 0-1-16,-1 2 1 0,-2 1-1 16,0 1 1-16,0 0-1 0,-2 2 0 15,0 1 0-15,-3 1 0 0,1 1 0 16,1-2 1-16,8 1-1 0,-8-1 0 16,1-2 1-16,2 0-1 0,-8-2 0 15,7 0 0-15,1-2 0 0,0 0 0 0,0-1 0 16,1 0-1-16,-2 0 1 15,2-1 0-15,0-1 0 0,2-1 0 0,0 0 0 16,0-2 0-16,3 0 0 0,-4-1 0 16,4 0 0-16,2-1 0 0,4-2 0 15,3-1-1-15,-4-3 0 0,3 1 0 16,7 0-1-16,2 0 1 0,0 1 1 16,-2 0 0-16,2 3 0 0,9 4 0 15,9 1 0-15,-3 2 0 0,-3 0 0 0,1 0 0 16,1 3 0-16,15 2 0 0,6 3 0 15,1 1 0-15,3 1 0 0,-10 2 0 16,6-1 0-16,1 4 0 0,4 1-2 16,5 2 1-16,8 4-1 0,6 0 1 15,0 3 0-15,7 0 1 0,2 4-1 16,2 1 1-16,2 3-1 0,4 7 0 16,3 5 1-16,3 8 0 0,2 1-1 0,3 1 1 15,2-3 0-15,1-1 0 0,0 0 0 16,3 1 0-16,1 5-1 0,2 5 1 15,1 1 0-15,1 2 0 0,3-2 0 16,3-4-2-16,2-1 1 0,3-3-1 16,3 1-1-16,5-4 0 0,7-1-1 15,5-5 1-15,12-5-1 0,7-6 2 16,4-3 0-16,0-3 0 0,0-2 2 0,-2-4-1 16,5-4 1-16,11 0 0 0,6-1 0 15,5 1 0-15,-2 0 1 0,-3 0-1 16,5 1 0-16,10 1 0 0,1 3 0 15,-2-3 0-15,-1 1-1 0,4-2 0 16,3-7-2-16,3-1 0 0,-4-1-1 16,4-2 1-16,3-2 0 0,-1-4 1 15,2-3-1-15,-5-4 1 0,3-4 0 0,4 0 2 16,-1 3 2-16,4 3 1 0,3 3-15 16,1 5-213-16,-3 3 158 0</inkml:trace>
  <inkml:trace contextRef="#ctx0" brushRef="#br0" timeOffset="48016.6">7851 15049 357 0,'-3'1'15'0,"-1"-8"31"0,2 2-3 0,0 4 1 0,0-10-2 0,2 11-13 16,3 0-5-16,2 2-3 0,0 0 2 0,4 4 3 16,2 6 1-16,2 6-3 0,3 7-4 0,4 4-5 15,2-2-4-15,3 0-4 0,3-2-3 16,-2-2 0-16,1-5-2 0,-2-7 1 15,-1-5 1-15,4-6 0 0,-1-4 7 16,-2-4 14-16,1-5 9 0,3-3 6 16,13-5 3-16,-11-5-9 0,7-5-3 0,3-9-3 15,-3-3-5-15,20-6-2 0,3-3-4 16,0 2-4-16,-4 0-3 0,-2 6-1 16,-1-1-3-16,2 2 1 0,8-7 2 15,-2-4 3-15,1-7 2 0,-3 0 0 16,-8 1-2-16,-2 6-3 0,-4 4-1 15,2 2 1-15,1 2-1 0,3-2-1 0,-3-1-1 16,0 3-4-16,-8 1 1 0,-4 8-2 16,-2 7 0-16,-8 4 1 0,-3 8-2 15,-4 7 1-15,-2 5-3 0,-3 5-17 16,-3 6-29-16,-2 5-138 0,-2 5 115 16</inkml:trace>
  <inkml:trace contextRef="#ctx0" brushRef="#br0" timeOffset="48788.15">19032 14625 1013 0,'40'-1'51'0,"-16"-4"56"0,1 1-113 0,-5 1 6 0,1 0 0 0,-1-1 0 0,-6 1 1 0,-3-1 0 0,-2-3 0 16,-3 1 0-16,1 0 1 0,0 1 0 16,-2 2 1-16,-1 1 1 0,-2 1 1 15,0 0 1-15,0 1 0 0,2 3 1 16,3 1 2-16,2 4 1 0,3 7-1 16,3 3-2-16,3 6-3 0,3 0-2 15,3-1 0-15,4 0-2 0,2-4 1 0,6-2-1 16,5-2-2-16,3-2-1 0,7-1-1 15,0-2 1-15,7-2 1 0,-1-5 1 16,-4-3 0-16,0-3 1 0,-5-5 0 16,-3-4 0-16,2-3 0 0,2-4 3 15,5-5 4-15,0-8 2 0,2-8 3 16,0-10-1-16,-1-8-1 0,1-4-2 0,2 1 1 16,1 1 0-16,4-1 5 0,3-5 4 15,0-2 5-15,-1 2 5 0,0 2 2 16,-5 6 0-16,2 8-2 0,0 2-2 15,2 3-4-15,-1 1-3 0,-4-1-5 16,-4 0-5-16,-3 1-2 0,-3 2-4 16,-2 3-1-16,0 5 0 0,-5 4-2 15,-4 6-1-15,0 4-2 0,-9 3-11 0,-2 4-9 16,-6 5-9-16,-6 3-9 16,-3 3-4-16,-5 1-5 0,-2 1-14 0,-2 0-1 15,0 1-219-15,-2 0 190 0</inkml:trace>
  <inkml:trace contextRef="#ctx0" brushRef="#br0" timeOffset="54669.02">22452 13922 1134 0,'-2'15'97'0,"2"-10"142"0,1-1-223 0,5-2-5 0,-2-2 1 0,4-3-1 0,2-3-6 0,8-2 1 0,2-4 0 0,4-2 1 0,3-3 0 16,0-2-1-16,0-2 3 0,3-1 8 0,0-1 8 16,2-1 4-16,-1 0 0 0,1 0-3 15,-1 0-2-15,0 1 0 0,1 0-2 16,-2 7-6-16,-8 4-8 0,-3 2-5 16,-6 5-4-16,0 2-29 0,-5 3-35 15,-3 3-35-15,-5 5-34 0,-5 5-102 16,-3 4 144-16</inkml:trace>
  <inkml:trace contextRef="#ctx0" brushRef="#br0" timeOffset="54951.25">22695 14449 1508 0,'32'-8'58'16,"2"-8"8"-16,7-2-46 15,4-5-2-15,-3 3-10 0,-3-2-5 0,1 0-1 16,-4-1-1-16,-2-5 0 0,1 3 1 16,-4-1 3-16,-3 0 4 0,-3-1 1 15,-4 3-1-15,-4 2-3 0,-4 8-4 16,-5 3-12-16,-3 5-24 0,-2 4-33 15,-3 2-30-15,-6 7-36 0,-1 4 68 0</inkml:trace>
  <inkml:trace contextRef="#ctx0" brushRef="#br0" timeOffset="55249.8">22915 15094 1426 0,'77'-40'161'16,"-41"18"-75"-16,6-7 20 16,-2 1-71-16,-7 4-13 0,-2-1-9 0,-2 0-7 15,1 3-4-15,-1 1-1 0,4 2-12 0,-2 1-24 16,-3 3-29-16,-6 3-33 0,-6 5-35 15,-2 4-55 48,-6 4 103-63</inkml:trace>
  <inkml:trace contextRef="#ctx0" brushRef="#br0" timeOffset="55453.75">23230 15723 1125 0,'-1'30'85'0,"2"-10"93"16,9-13-143-16,2-4-13 16,7-5-13-16,2-4-6 0,4-3 1 0,5-4 1 15,-3-2 1-15,1-3 0 0,2-1-1 16,-1-1-3-16,4 0 0 0,-5 0-1 0,-1 1-2 16,-2 0-6-16,-3 3-10 0,-2 3-16 15,-2 2-24-15,-3 4 11 0,-2 3 16 16</inkml:trace>
  <inkml:trace contextRef="#ctx0" brushRef="#br0" timeOffset="55637.11">23632 16256 1499 0,'13'2'35'0,"2"-12"-32"0,7-9-1 16,1-3 1-16,1-3-1 0,1-3-7 16,3-4-6-16,-2 1-14 0,-3-1-21 0,0-2-24 15,0 1-47-15,-2 1 64 16</inkml:trace>
  <inkml:trace contextRef="#ctx0" brushRef="#br0" timeOffset="56150.38">21686 13894 1127 0,'7'-2'43'0,"-1"2"0"15,5 5 7-15,2 3 7 0,3 7-7 16,0 7-17-16,5 11-8 16,4 15-10-16,3 13-6 0,10 11 2 0,5 9 2 15,5 11-1-15,2 13 1 32,3 12-3-32,-1 12-4 0,3 12-3 0,5 3-1 0,2 3 0 0,6 4-1 0,3-4 0 0,0-6 0 15,1-9 4-15,-5-5 8 0,-1-7 14 16,-1-7 5-16,-2-4 4 0,-1-4 3 0,-4-2-8 15,-2-1 2-15,-9-6-6 0,-3-12-10 16,-7-10-5-16,-7-9-8 0,-6-7-2 16,-5-7-1-16,-5-9-13 0,-3-11-7 15,-3-12-23-15,-3-11-27 0,-4-10-6 16,-6-16-18-16,-5-19-14 0,-6-16-163 16,-9-14 171-16</inkml:trace>
  <inkml:trace contextRef="#ctx0" brushRef="#br0" timeOffset="56949">21581 13630 1542 0,'-1'8'32'0,"10"-8"-32"0,12-4-3 0,8-7 5 0,6-7 0 16,4-8-1-16,8-8 0 0,4-6 1 0,6-6 1 0,4-3 0 0,1-7-1 0,2-5 1 0,-3-7 0 0,1-1 0 0,0 2 0 15,4 5-1-15,2 8 0 0,-1 1 0 16,0 2-1-16,-4 0 0 0,-5 4 0 0,-1 3 0 16,-5 8 0-16,0 7 0 0,-2 6 0 15,-5 5 0-15,-2 6 0 0,-1 5 0 16,-5 4 0-16,1 5-1 0,-4 3 1 0,-2 5-1 16,0 5 1-16,-1 7 3 0,0 9 4 15,2 7 7-15,1 10 2 0,5 7-2 16,0 7-4-16,-2 8-4 0,0 8-2 15,2 10-2-15,-3 5 0 0,4 2 6 16,-1-3 4-16,-2 0 2 0,2 1 0 16,0 1-6-16,4 2-6 0,3 0-1 15,0 5 0-15,3 5 1 0,1 4 1 0,-1-1 0 16,4 1 0-16,-5 4 1 0,0 2-3 16,-2 1 3-16,1-2 2 0,-1-5 7 15,-2-6 6-15,-5-6 2 0,-5-12 5 16,-2-9-7-16,-4-4-4 0,-3-5-2 15,-2-2-8-15,-1-7 0 0,-2-5-2 16,-4-5-2-16,-3-3-1 0,-1-4-2 16,-4 4-8-16,-4-1-4 0,-2 1-2 0,-3-1 0 15,-3-1 6-15,-4-3 3 0,-1-3 2 16,-6-2 3-16,-2-3-3 0,-4-5-1 16,-5 1-8-16,-5-1-3 0,-8-1-1 15,-9 5-1-15,-6 3 2 0,-5 3-2 16,2 8 2-16,0 0 5 0,3 3 12 15,2 1 14-15,-1-4 6 0,4-1 1 16,1-3-8-16,3 4-7 0,4 0-5 16,1 2-1-16,2 1-1 0,3-2 1 0,2-4 1 15,3-3 1-15,2-4 4 0,1-6 2 16,2-5-1-16,4-5 0 0,0-3-4 16,5-4-2-16,0-3-2 0,4-2-3 15,3-3-9-15,3-4-11 0,2-1-20 16,4-3-18-16,0-3-14 0,3-3-14 15,2-3-16-15,2-5-149 0,1-5 159 16</inkml:trace>
  <inkml:trace contextRef="#ctx0" brushRef="#br0" timeOffset="62533.17">6456 18608 796 0,'52'28'65'0,"17"-1"106"0,7-12-169 0,2 7 1 0,-19-5-1 0,-6-5 8 0,3-1 5 16,9-7 2-16,7-4 0 0,5 5-5 15,0 4-4-15,-2 0-3 0,4 5-1 16,8-5-1-16,4 7-1 0,7 2-1 0,-5 2-1 16,2 1 1-16,9-3 0 0,0 1 0 15,10-2 0-15,-8-1-1 0,2-2 0 16,-1 2 1-16,0 1-1 0,3 3 0 16,3-3 0-16,2-2 0 0,-1 2 1 15</inkml:trace>
  <inkml:trace contextRef="#ctx0" brushRef="#br0" timeOffset="63483.77">11936 18967 1307 0,'15'-34'4'0,"-1"-9"0"16,-3-4-2-16,-1-3-1 0,0-6 0 0,0-11 2 0,3-1 1 0,0-8 0 0,1 1 0 16,0 5-1-16,0-1-1 0,1 0 1 0,0-1-1 15,2 7 0-15,-2 1-1 0,2 3 0 16,-1 0 0-16,-1-2 1 0,1 0-1 0,-3 0 0 15,-4 6 1-15,-1 4-1 0,-3 9 0 16,-1 2 1-16,0 5 0 0,1 3-1 16,-3 4 2-16,-2 5-1 0,0 6 0 15,-3 4 0-15,-4 5 2 0,-2 3 3 16,-4 6 3-16,-2 2 1 0,-5 6-2 16,-2 2-1-16,-4 0 0 0,-5 1 0 15,0 0-1-15,-4 1-2 0,-2 0-2 0,-1-2 0 16,-1-1-1-16,-10-2-1 0,-3-1 0 15,-7-1 0-15,-5 0-1 0,0 0 1 16,1 1-1-16,1-1 0 0,-4-1 1 16,-5 0 0-16,-2-2-1 0,-6 0 0 15,3 1 1-15,-2-2-1 0,-1 1 0 16,-3-1 0-16,-4-2 0 0,-2 0 1 16,2-1-1-16,1 0 0 0,-3-1 0 15,-2-2 0-15,-3 0 1 0,1 1-1 0,6-1 0 16,-2 0 0-16,6 0 0 0,-11-2 0 15,2 0 0-15,4 1 1 0,-10-3-1 16,4 1 0-16,-3-4 1 0,1 0-1 16,4-2-1-16,-1-1 1 0,-3-2 0 15,-2-2 0-15,3-1 0 0,3-3 0 16,1 1 1-16,-2 0 0 0,4 1-1 0,-2 2 1 16,6 1-1-16,2 2 0 0,-11-1 0 15,5 1 1-15,1 1-1 0,5 0 0 16,7 0 0-16,-2 1 0 0,0-1-1 15,-3 3 1-15,0 1 0 0,8 0 0 16,7 2-1-16,3 2 1 0,-3 0-1 16,-2 4 1-16,-3 1 0 0,3 1-1 0,8 3 0 15,4 3 0-15,5 5-2 0,0 1 0 16,-4 4-2-16,-3 2 2 0,0 2 1 16,2 5 1-16,6 4 1 0,10 0 0 15,2 3 0-15,0 3 0 0,3 5 0 16,-5 7 0-16,2 7-1 0,3 3 1 15,4 3 0-15,1 0-1 0,8-1 1 16,4 2-1-16,2 4-1 0,6 6 2 16,0 5 0-16,4 2 0 0,5-3 0 0,6-5 0 15,5 0-1-15,5 0 0 0,2 2 1 16,6-2-1-16,4-2 1 0,6-4 0 16,6-3-1-16,8-2 1 0,-6-2 0 15,7-5-1-15,5-10 1 0,4-7-1 16,11-12 0-16,1 0 0 0,-3-1 0 15,-6-9 0-15,2-1 1 0,5-9 0 16,6-1 0-16,3 0 1 0,2-3 0 0,-2 5 0 16,6-2-18-16,8-1-35 0,6 1 32 15</inkml:trace>
  <inkml:trace contextRef="#ctx0" brushRef="#br0" timeOffset="82952.92">19108 17782 1271 0,'-12'34'28'0,"2"-14"-20"0,5-8-9 0,5-13 5 16,3-7 2-16,3-6-2 0,1-10 2 0,1-11-3 0,0-8-1 0,-3-5 0 0,-1-6-3 0,0-3-3 16,0-4-4-16,0-9-2 0,3-7-3 15,2 1 2 32,4 5 4-31,4 9 2-16,-4 7 3 0,2 5 2 0,1-2-1 0,-1-1 1 0,4-1 1 0,-3 0 0 0,-1 6 0 0,-4 2 0 0,-5 5 6 0,-1 2 7 0,-5 0 6 0,-3 0 7 0,-4-3 2 15,-3-4-1-15,-3-3 0 0,-6-1-3 16,0 5-1-16,0 6-1 0,4 9 0 16,0 5 1-16,-4 5-1 0,1 5-1 15,-5 2-2-15,0 3-2 0,-1 2-3 16,-2 1-2-16,1 1-4 0,-1 1-3 16,0-1-2-16,-3 0-3 0,-1-2 0 15,-3-1-1-15,-6-2 0 0,-2 1 1 0,0 1-1 16,-1 0 0-16,1 3 0 15,0 2 2-15,0 2-1 0,-2 2 2 0,0 2 0 16,-1 2-1-16,-3 2 1 0,-5 1-2 16,-4 2 0-16,0 2 1 0,-4 2-1 15,2 0 0-15,1 0 1 0,-5-3-1 16,-2-3 0-16,-7-3 1 0,-1-4-1 16,-1 0 0-16,2 0 1 0,4 0 2 0,2 4 2 15,-1 3 2-15,0 3 0 0,-1 4-3 16,-2 4-1-16,3 1-2 0,3 3-1 15,1 4 0-15,-2 1-1 0,0 3 0 16,-3-2 1-16,0-5-1 0,1-1 0 16,0-2 1-16,2-4-1 0,-5 0 0 15,-3-5 1-15,-2-5 0 0,1-3-1 16,0-3 0-16,3 1 1 0,3-1-1 16,-4 1 1-16,3 0-1 0,0 0 0 15,2 1 0-15,3 0 0 0,4 1 0 0,1-1 0 16,0 0 0-16,-2-1-1 0,2 0 0 15,-4-1 1-15,4 1-3 0,2 0 1 16,0 2-1-16,7 0 1 0,-4 0 0 16,2 1-1-16,0 0 0 0,3 1 1 15,2 1 0-15,5 1 0 0,3 2 1 16,3 1 0-16,4 0-1 0,3-1 2 0,0 1 0 16,2-2-3-16,2-1-7 0,2 1-8 15,-1-2-11-15,4 2-9 0,-1-1-7 16,3 0-13-16,0 0-12 0,3 0-17 15,5-1-93-15,1 1 110 0</inkml:trace>
  <inkml:trace contextRef="#ctx0" brushRef="#br0" timeOffset="83969.3">14746 16516 1035 0,'-24'9'25'0,"4"3"-17"0,2 2-3 0,4 0-3 15,4 3 0-15,0 3-1 0,5 5-1 0,-1 6 0 0,4 5 0 0,0 4 0 0,2 5 0 0,2 4 0 0,0 3 0 0,2 0 1 0,2-1-1 0,2-6 0 16,2-4 0-16,2-4 0 0,0-4 0 16,2-3 0-16,1-3 1 0,-2-2-1 15,3-2 0-15,2 2 0 0,2-3 0 16,-2-1 1-16,2 0-1 0,2-1 0 15,4 2 0-15,6 1 0 0,4 0 0 0,8 1 0 16,-1 2 0-16,4-1 0 0,0 1 0 16,-1-2 0-16,4 0 0 0,-2-3 0 15,4 1 0-15,6 0 0 0,6 1 1 16,-1 1-1-16,-1-1 0 0,-1-1 0 16,-2 0 0-16,2 0 0 0,6-1 0 15,2-2 0-15,2 0 0 0,0-1 0 16,-5-1 1-16,-1 1-1 0,1-2 0 15,2 0 0-15,4-1 0 0,1-1 0 0,-1 0 0 16,-4-3-1-16,-3-2 1 0,-3-3 0 16,8-1 0-16,-1-2 0 0,3-1 1 15,0 3-1-15,-8-1 1 0,-2-1-1 16,3 1 1-16,3-1-1 0,2-2 0 16,1 0-1-16,-4 0 0 0,-8-1 0 15,-1-1-1-15,-3-1-1 0,1 0 0 16,2-2-1-16,-1-1 1 0,-1 0 0 15,-6 0-1-15,-6 1 0 0,-3 0 1 0,-1-2 0 16,-7-1 2-16,-2 1 1 0,0-1-2 16,-7 1 1-16,6-1 10 0,-1 1 3 15,-3-2 2-15,1 0 1 0,-5-1-11 16,0-1 1-16,1-1 1 0,-1-3 0 16,3-3 3-16,-2-4-1 0,-3-5 0 15,2-1 0-15,1-2-3 0,-1 0-2 0,0 1 0 16,-1-2-2-16,1 0-1 0,3 2 1 15,0 3-1-15,1-1 1 0,2-1 0 16,0-1-1-16,2-3 0 0,-2-5 0 16,4-6-1-16,-3-5 0 0,1-3 0 15,2-3-1-15,-4 4 0 0,-3 0 0 16,-3 1 0-16,-3-1 0 0,1-4 0 16,-3-5 2-16,-4 0 0 0,0 0 3 15,-2 8 1-15,1 9 0 0,-2 9-1 0,1 7-1 16,-1 4 1-16,-1 4 0 0,-3 6-1 15,-2 3-3-15,-2 4-9 0,-2 4-15 16,1-1-31-16,0 0-74 0,-1 4-82 16,0 2 110-16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5010" y="0"/>
            <a:ext cx="2971800" cy="459317"/>
          </a:xfrm>
          <a:prstGeom prst="rect">
            <a:avLst/>
          </a:prstGeom>
        </p:spPr>
        <p:txBody>
          <a:bodyPr vert="horz" lIns="91440" tIns="45720" rIns="91440" bIns="45720" rtlCol="0"/>
          <a:lstStyle>
            <a:lvl1pPr algn="r">
              <a:defRPr sz="1200"/>
            </a:lvl1pPr>
          </a:lstStyle>
          <a:p>
            <a:fld id="{76392632-4D45-4320-B605-C39AA81DDCE3}" type="datetimeFigureOut">
              <a:rPr lang="en-US" smtClean="0"/>
              <a:t>7/30/2025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2"/>
            <a:ext cx="5486400" cy="36004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5010" y="8684685"/>
            <a:ext cx="2971800" cy="459316"/>
          </a:xfrm>
          <a:prstGeom prst="rect">
            <a:avLst/>
          </a:prstGeom>
        </p:spPr>
        <p:txBody>
          <a:bodyPr vert="horz" lIns="91440" tIns="45720" rIns="91440" bIns="45720" rtlCol="0" anchor="b"/>
          <a:lstStyle>
            <a:lvl1pPr algn="r">
              <a:defRPr sz="1200"/>
            </a:lvl1pPr>
          </a:lstStyle>
          <a:p>
            <a:fld id="{B4BDA0F7-9633-4DF6-B520-47B81E35EFC3}" type="slidenum">
              <a:rPr lang="en-US" smtClean="0"/>
              <a:t>‹#›</a:t>
            </a:fld>
            <a:endParaRPr lang="en-US"/>
          </a:p>
        </p:txBody>
      </p:sp>
    </p:spTree>
    <p:extLst>
      <p:ext uri="{BB962C8B-B14F-4D97-AF65-F5344CB8AC3E}">
        <p14:creationId xmlns:p14="http://schemas.microsoft.com/office/powerpoint/2010/main" val="3045697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DA0F7-9633-4DF6-B520-47B81E35EFC3}" type="slidenum">
              <a:rPr lang="en-US" smtClean="0"/>
              <a:t>10</a:t>
            </a:fld>
            <a:endParaRPr lang="en-US"/>
          </a:p>
        </p:txBody>
      </p:sp>
    </p:spTree>
    <p:extLst>
      <p:ext uri="{BB962C8B-B14F-4D97-AF65-F5344CB8AC3E}">
        <p14:creationId xmlns:p14="http://schemas.microsoft.com/office/powerpoint/2010/main" val="1661397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DA0F7-9633-4DF6-B520-47B81E35EFC3}" type="slidenum">
              <a:rPr lang="en-US" smtClean="0"/>
              <a:t>63</a:t>
            </a:fld>
            <a:endParaRPr lang="en-US"/>
          </a:p>
        </p:txBody>
      </p:sp>
    </p:spTree>
    <p:extLst>
      <p:ext uri="{BB962C8B-B14F-4D97-AF65-F5344CB8AC3E}">
        <p14:creationId xmlns:p14="http://schemas.microsoft.com/office/powerpoint/2010/main" val="2268140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DA0F7-9633-4DF6-B520-47B81E35EFC3}" type="slidenum">
              <a:rPr lang="en-US" smtClean="0"/>
              <a:t>83</a:t>
            </a:fld>
            <a:endParaRPr lang="en-US"/>
          </a:p>
        </p:txBody>
      </p:sp>
    </p:spTree>
    <p:extLst>
      <p:ext uri="{BB962C8B-B14F-4D97-AF65-F5344CB8AC3E}">
        <p14:creationId xmlns:p14="http://schemas.microsoft.com/office/powerpoint/2010/main" val="2127218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0" i="0">
                <a:solidFill>
                  <a:schemeClr val="tx1"/>
                </a:solidFill>
                <a:latin typeface="Franklin Gothic Medium"/>
                <a:cs typeface="Franklin Gothic Medium"/>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rgbClr val="273139"/>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Franklin Gothic Medium"/>
                <a:cs typeface="Franklin Gothic Medium"/>
              </a:defRPr>
            </a:lvl1pPr>
          </a:lstStyle>
          <a:p>
            <a:endParaRPr/>
          </a:p>
        </p:txBody>
      </p:sp>
      <p:sp>
        <p:nvSpPr>
          <p:cNvPr id="3" name="Holder 3"/>
          <p:cNvSpPr>
            <a:spLocks noGrp="1"/>
          </p:cNvSpPr>
          <p:nvPr>
            <p:ph type="body" idx="1"/>
          </p:nvPr>
        </p:nvSpPr>
        <p:spPr/>
        <p:txBody>
          <a:bodyPr lIns="0" tIns="0" rIns="0" bIns="0"/>
          <a:lstStyle>
            <a:lvl1pPr>
              <a:defRPr sz="2400" b="0" i="0">
                <a:solidFill>
                  <a:srgbClr val="273139"/>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Franklin Gothic Medium"/>
                <a:cs typeface="Franklin Gothic Medium"/>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Franklin Gothic Medium"/>
                <a:cs typeface="Franklin Gothic 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9"/>
                </a:lnTo>
                <a:lnTo>
                  <a:pt x="8960172" y="6543167"/>
                </a:lnTo>
                <a:lnTo>
                  <a:pt x="8932405" y="6579973"/>
                </a:lnTo>
                <a:lnTo>
                  <a:pt x="8899868" y="6612517"/>
                </a:lnTo>
                <a:lnTo>
                  <a:pt x="8863071" y="6640288"/>
                </a:lnTo>
                <a:lnTo>
                  <a:pt x="8822525" y="6662776"/>
                </a:lnTo>
                <a:lnTo>
                  <a:pt x="8778740" y="6679471"/>
                </a:lnTo>
                <a:lnTo>
                  <a:pt x="8732228" y="6689862"/>
                </a:lnTo>
                <a:lnTo>
                  <a:pt x="8683498" y="6693439"/>
                </a:lnTo>
                <a:lnTo>
                  <a:pt x="329920" y="6693439"/>
                </a:lnTo>
                <a:lnTo>
                  <a:pt x="281168" y="6689862"/>
                </a:lnTo>
                <a:lnTo>
                  <a:pt x="234636" y="6679471"/>
                </a:lnTo>
                <a:lnTo>
                  <a:pt x="190835" y="6662776"/>
                </a:lnTo>
                <a:lnTo>
                  <a:pt x="150276" y="6640288"/>
                </a:lnTo>
                <a:lnTo>
                  <a:pt x="113469" y="6612517"/>
                </a:lnTo>
                <a:lnTo>
                  <a:pt x="80925" y="6579973"/>
                </a:lnTo>
                <a:lnTo>
                  <a:pt x="53153" y="6543167"/>
                </a:lnTo>
                <a:lnTo>
                  <a:pt x="30664" y="6502609"/>
                </a:lnTo>
                <a:lnTo>
                  <a:pt x="13968" y="6458809"/>
                </a:lnTo>
                <a:lnTo>
                  <a:pt x="3577" y="6412277"/>
                </a:lnTo>
                <a:lnTo>
                  <a:pt x="0" y="6363525"/>
                </a:lnTo>
                <a:lnTo>
                  <a:pt x="0" y="329946"/>
                </a:lnTo>
                <a:close/>
              </a:path>
            </a:pathLst>
          </a:custGeom>
          <a:ln w="6350">
            <a:solidFill>
              <a:srgbClr val="000000"/>
            </a:solidFill>
          </a:ln>
        </p:spPr>
        <p:txBody>
          <a:bodyPr wrap="square" lIns="0" tIns="0" rIns="0" bIns="0" rtlCol="0"/>
          <a:lstStyle/>
          <a:p>
            <a:endParaRPr/>
          </a:p>
        </p:txBody>
      </p:sp>
      <p:sp>
        <p:nvSpPr>
          <p:cNvPr id="2" name="Holder 2"/>
          <p:cNvSpPr>
            <a:spLocks noGrp="1"/>
          </p:cNvSpPr>
          <p:nvPr>
            <p:ph type="title"/>
          </p:nvPr>
        </p:nvSpPr>
        <p:spPr>
          <a:xfrm>
            <a:off x="307340" y="247599"/>
            <a:ext cx="8529319" cy="574675"/>
          </a:xfrm>
          <a:prstGeom prst="rect">
            <a:avLst/>
          </a:prstGeom>
        </p:spPr>
        <p:txBody>
          <a:bodyPr wrap="square" lIns="0" tIns="0" rIns="0" bIns="0">
            <a:spAutoFit/>
          </a:bodyPr>
          <a:lstStyle>
            <a:lvl1pPr>
              <a:defRPr sz="3600" b="0" i="0">
                <a:solidFill>
                  <a:schemeClr val="tx1"/>
                </a:solidFill>
                <a:latin typeface="Franklin Gothic Medium"/>
                <a:cs typeface="Franklin Gothic Medium"/>
              </a:defRPr>
            </a:lvl1pPr>
          </a:lstStyle>
          <a:p>
            <a:endParaRPr/>
          </a:p>
        </p:txBody>
      </p:sp>
      <p:sp>
        <p:nvSpPr>
          <p:cNvPr id="3" name="Holder 3"/>
          <p:cNvSpPr>
            <a:spLocks noGrp="1"/>
          </p:cNvSpPr>
          <p:nvPr>
            <p:ph type="body" idx="1"/>
          </p:nvPr>
        </p:nvSpPr>
        <p:spPr>
          <a:xfrm>
            <a:off x="276250" y="1133602"/>
            <a:ext cx="8302625" cy="4531360"/>
          </a:xfrm>
          <a:prstGeom prst="rect">
            <a:avLst/>
          </a:prstGeom>
        </p:spPr>
        <p:txBody>
          <a:bodyPr wrap="square" lIns="0" tIns="0" rIns="0" bIns="0">
            <a:spAutoFit/>
          </a:bodyPr>
          <a:lstStyle>
            <a:lvl1pPr>
              <a:defRPr sz="2400" b="0" i="0">
                <a:solidFill>
                  <a:srgbClr val="273139"/>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7/30/2025</a:t>
            </a:fld>
            <a:endParaRPr lang="en-US"/>
          </a:p>
        </p:txBody>
      </p:sp>
      <p:sp>
        <p:nvSpPr>
          <p:cNvPr id="6" name="Holder 6"/>
          <p:cNvSpPr>
            <a:spLocks noGrp="1"/>
          </p:cNvSpPr>
          <p:nvPr>
            <p:ph type="sldNum" sz="quarter" idx="7"/>
          </p:nvPr>
        </p:nvSpPr>
        <p:spPr>
          <a:xfrm>
            <a:off x="230733" y="6329531"/>
            <a:ext cx="302895" cy="227965"/>
          </a:xfrm>
          <a:prstGeom prst="rect">
            <a:avLst/>
          </a:prstGeom>
        </p:spPr>
        <p:txBody>
          <a:bodyPr wrap="square" lIns="0" tIns="0" rIns="0" bIns="0">
            <a:spAutoFit/>
          </a:bodyPr>
          <a:lstStyle>
            <a:lvl1pPr>
              <a:defRPr sz="1400" b="0" i="0">
                <a:solidFill>
                  <a:schemeClr val="bg1"/>
                </a:solidFill>
                <a:latin typeface="Franklin Gothic Medium"/>
                <a:cs typeface="Franklin Gothic Medium"/>
              </a:defRPr>
            </a:lvl1pPr>
          </a:lstStyle>
          <a:p>
            <a:pPr marL="37465">
              <a:lnSpc>
                <a:spcPts val="1664"/>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jp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7.xml"/><Relationship Id="rId3" Type="http://schemas.openxmlformats.org/officeDocument/2006/relationships/customXml" Target="../ink/ink2.xml"/><Relationship Id="rId7" Type="http://schemas.openxmlformats.org/officeDocument/2006/relationships/customXml" Target="../ink/ink4.xml"/><Relationship Id="rId12" Type="http://schemas.openxmlformats.org/officeDocument/2006/relationships/image" Target="../media/image20.png"/><Relationship Id="rId2" Type="http://schemas.openxmlformats.org/officeDocument/2006/relationships/image" Target="../media/image14.jpg"/><Relationship Id="rId16"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17.png"/><Relationship Id="rId11" Type="http://schemas.openxmlformats.org/officeDocument/2006/relationships/customXml" Target="../ink/ink6.xml"/><Relationship Id="rId5" Type="http://schemas.openxmlformats.org/officeDocument/2006/relationships/customXml" Target="../ink/ink3.xml"/><Relationship Id="rId15" Type="http://schemas.openxmlformats.org/officeDocument/2006/relationships/customXml" Target="../ink/ink8.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5.xml"/><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2.jp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3.jp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4.jp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27.jpg"/><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customXml" Target="../ink/ink1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ustomXml" Target="../ink/ink15.xml"/><Relationship Id="rId7" Type="http://schemas.openxmlformats.org/officeDocument/2006/relationships/customXml" Target="../ink/ink17.xml"/><Relationship Id="rId2" Type="http://schemas.openxmlformats.org/officeDocument/2006/relationships/image" Target="../media/image29.jpg"/><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customXml" Target="../ink/ink16.xml"/><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customXml" Target="../ink/ink18.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geeksforgeeks.org/top-aws-services/" TargetMode="External"/><Relationship Id="rId2" Type="http://schemas.openxmlformats.org/officeDocument/2006/relationships/hyperlink" Target="https://www.geeksforgeeks.org/aws-tutorial/"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geeksforgeeks.org/ml-machine-learning/" TargetMode="External"/><Relationship Id="rId2" Type="http://schemas.openxmlformats.org/officeDocument/2006/relationships/hyperlink" Target="https://www.geeksforgeeks.org/what-is-big-data/" TargetMode="Externa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customXml" Target="../ink/ink20.xml"/></Relationships>
</file>

<file path=ppt/slides/_rels/slide70.xml.rels><?xml version="1.0" encoding="UTF-8" standalone="yes"?>
<Relationships xmlns="http://schemas.openxmlformats.org/package/2006/relationships"><Relationship Id="rId3" Type="http://schemas.openxmlformats.org/officeDocument/2006/relationships/hyperlink" Target="https://www.geeksforgeeks.org/what-is-amazon-glacier/" TargetMode="External"/><Relationship Id="rId2" Type="http://schemas.openxmlformats.org/officeDocument/2006/relationships/hyperlink" Target="https://www.geeksforgeeks.org/how-to-host-static-website-using-aws-s3/" TargetMode="Externa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customXml" Target="../ink/ink21.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hyperlink" Target="https://www.geeksforgeeks.org/access-lists-acl/" TargetMode="Externa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customXml" Target="../ink/ink33.xml"/><Relationship Id="rId26" Type="http://schemas.openxmlformats.org/officeDocument/2006/relationships/customXml" Target="../ink/ink37.xml"/><Relationship Id="rId39" Type="http://schemas.openxmlformats.org/officeDocument/2006/relationships/image" Target="../media/image80.png"/><Relationship Id="rId21" Type="http://schemas.openxmlformats.org/officeDocument/2006/relationships/image" Target="../media/image71.png"/><Relationship Id="rId34" Type="http://schemas.openxmlformats.org/officeDocument/2006/relationships/customXml" Target="../ink/ink41.xml"/><Relationship Id="rId42" Type="http://schemas.openxmlformats.org/officeDocument/2006/relationships/customXml" Target="../ink/ink45.xml"/><Relationship Id="rId7" Type="http://schemas.openxmlformats.org/officeDocument/2006/relationships/image" Target="../media/image64.png"/><Relationship Id="rId2" Type="http://schemas.openxmlformats.org/officeDocument/2006/relationships/customXml" Target="../ink/ink25.xml"/><Relationship Id="rId16" Type="http://schemas.openxmlformats.org/officeDocument/2006/relationships/customXml" Target="../ink/ink32.xml"/><Relationship Id="rId29"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customXml" Target="../ink/ink27.xml"/><Relationship Id="rId11" Type="http://schemas.openxmlformats.org/officeDocument/2006/relationships/image" Target="../media/image66.png"/><Relationship Id="rId24" Type="http://schemas.openxmlformats.org/officeDocument/2006/relationships/customXml" Target="../ink/ink36.xml"/><Relationship Id="rId32" Type="http://schemas.openxmlformats.org/officeDocument/2006/relationships/customXml" Target="../ink/ink40.xml"/><Relationship Id="rId37" Type="http://schemas.openxmlformats.org/officeDocument/2006/relationships/image" Target="../media/image79.png"/><Relationship Id="rId40" Type="http://schemas.openxmlformats.org/officeDocument/2006/relationships/customXml" Target="../ink/ink44.xml"/><Relationship Id="rId45" Type="http://schemas.openxmlformats.org/officeDocument/2006/relationships/image" Target="../media/image83.png"/><Relationship Id="rId5" Type="http://schemas.openxmlformats.org/officeDocument/2006/relationships/image" Target="../media/image63.png"/><Relationship Id="rId15" Type="http://schemas.openxmlformats.org/officeDocument/2006/relationships/image" Target="../media/image68.png"/><Relationship Id="rId23" Type="http://schemas.openxmlformats.org/officeDocument/2006/relationships/image" Target="../media/image72.png"/><Relationship Id="rId28" Type="http://schemas.openxmlformats.org/officeDocument/2006/relationships/customXml" Target="../ink/ink38.xml"/><Relationship Id="rId36" Type="http://schemas.openxmlformats.org/officeDocument/2006/relationships/customXml" Target="../ink/ink42.xml"/><Relationship Id="rId10" Type="http://schemas.openxmlformats.org/officeDocument/2006/relationships/customXml" Target="../ink/ink29.xml"/><Relationship Id="rId19" Type="http://schemas.openxmlformats.org/officeDocument/2006/relationships/image" Target="../media/image70.png"/><Relationship Id="rId31" Type="http://schemas.openxmlformats.org/officeDocument/2006/relationships/image" Target="../media/image76.png"/><Relationship Id="rId44" Type="http://schemas.openxmlformats.org/officeDocument/2006/relationships/customXml" Target="../ink/ink46.xml"/><Relationship Id="rId4" Type="http://schemas.openxmlformats.org/officeDocument/2006/relationships/customXml" Target="../ink/ink26.xml"/><Relationship Id="rId9" Type="http://schemas.openxmlformats.org/officeDocument/2006/relationships/image" Target="../media/image65.png"/><Relationship Id="rId14" Type="http://schemas.openxmlformats.org/officeDocument/2006/relationships/customXml" Target="../ink/ink31.xml"/><Relationship Id="rId22" Type="http://schemas.openxmlformats.org/officeDocument/2006/relationships/customXml" Target="../ink/ink35.xml"/><Relationship Id="rId27" Type="http://schemas.openxmlformats.org/officeDocument/2006/relationships/image" Target="../media/image74.png"/><Relationship Id="rId30" Type="http://schemas.openxmlformats.org/officeDocument/2006/relationships/customXml" Target="../ink/ink39.xml"/><Relationship Id="rId35" Type="http://schemas.openxmlformats.org/officeDocument/2006/relationships/image" Target="../media/image78.png"/><Relationship Id="rId43" Type="http://schemas.openxmlformats.org/officeDocument/2006/relationships/image" Target="../media/image82.png"/><Relationship Id="rId8" Type="http://schemas.openxmlformats.org/officeDocument/2006/relationships/customXml" Target="../ink/ink28.xml"/><Relationship Id="rId3" Type="http://schemas.openxmlformats.org/officeDocument/2006/relationships/image" Target="../media/image62.png"/><Relationship Id="rId12" Type="http://schemas.openxmlformats.org/officeDocument/2006/relationships/customXml" Target="../ink/ink30.xml"/><Relationship Id="rId17" Type="http://schemas.openxmlformats.org/officeDocument/2006/relationships/image" Target="../media/image69.png"/><Relationship Id="rId25" Type="http://schemas.openxmlformats.org/officeDocument/2006/relationships/image" Target="../media/image73.png"/><Relationship Id="rId33" Type="http://schemas.openxmlformats.org/officeDocument/2006/relationships/image" Target="../media/image77.png"/><Relationship Id="rId38" Type="http://schemas.openxmlformats.org/officeDocument/2006/relationships/customXml" Target="../ink/ink43.xml"/><Relationship Id="rId20" Type="http://schemas.openxmlformats.org/officeDocument/2006/relationships/customXml" Target="../ink/ink34.xml"/><Relationship Id="rId41" Type="http://schemas.openxmlformats.org/officeDocument/2006/relationships/image" Target="../media/image8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customXml" Target="../ink/ink4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6547"/>
            <a:ext cx="9132570" cy="6698615"/>
            <a:chOff x="0" y="66547"/>
            <a:chExt cx="9132570" cy="6698615"/>
          </a:xfrm>
        </p:grpSpPr>
        <p:pic>
          <p:nvPicPr>
            <p:cNvPr id="3" name="object 3"/>
            <p:cNvPicPr/>
            <p:nvPr/>
          </p:nvPicPr>
          <p:blipFill>
            <a:blip r:embed="rId2" cstate="print"/>
            <a:stretch>
              <a:fillRect/>
            </a:stretch>
          </p:blipFill>
          <p:spPr>
            <a:xfrm>
              <a:off x="65313" y="69722"/>
              <a:ext cx="9013408" cy="6692231"/>
            </a:xfrm>
            <a:prstGeom prst="rect">
              <a:avLst/>
            </a:prstGeom>
          </p:spPr>
        </p:pic>
        <p:sp>
          <p:nvSpPr>
            <p:cNvPr id="4" name="object 4"/>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6350">
              <a:solidFill>
                <a:srgbClr val="000000"/>
              </a:solidFill>
            </a:ln>
          </p:spPr>
          <p:txBody>
            <a:bodyPr wrap="square" lIns="0" tIns="0" rIns="0" bIns="0" rtlCol="0"/>
            <a:lstStyle/>
            <a:p>
              <a:endParaRPr/>
            </a:p>
          </p:txBody>
        </p:sp>
        <p:sp>
          <p:nvSpPr>
            <p:cNvPr id="5" name="object 5"/>
            <p:cNvSpPr/>
            <p:nvPr/>
          </p:nvSpPr>
          <p:spPr>
            <a:xfrm>
              <a:off x="62931" y="1517269"/>
              <a:ext cx="9022080" cy="1459865"/>
            </a:xfrm>
            <a:custGeom>
              <a:avLst/>
              <a:gdLst/>
              <a:ahLst/>
              <a:cxnLst/>
              <a:rect l="l" t="t" r="r" b="b"/>
              <a:pathLst>
                <a:path w="9022080" h="1459864">
                  <a:moveTo>
                    <a:pt x="0" y="1459356"/>
                  </a:moveTo>
                  <a:lnTo>
                    <a:pt x="9021572" y="1459356"/>
                  </a:lnTo>
                  <a:lnTo>
                    <a:pt x="9021572" y="0"/>
                  </a:lnTo>
                  <a:lnTo>
                    <a:pt x="0" y="0"/>
                  </a:lnTo>
                  <a:lnTo>
                    <a:pt x="0" y="1459356"/>
                  </a:lnTo>
                  <a:close/>
                </a:path>
              </a:pathLst>
            </a:custGeom>
            <a:solidFill>
              <a:srgbClr val="D24717"/>
            </a:solidFill>
          </p:spPr>
          <p:txBody>
            <a:bodyPr wrap="square" lIns="0" tIns="0" rIns="0" bIns="0" rtlCol="0"/>
            <a:lstStyle/>
            <a:p>
              <a:endParaRPr/>
            </a:p>
          </p:txBody>
        </p:sp>
        <p:sp>
          <p:nvSpPr>
            <p:cNvPr id="6" name="object 6"/>
            <p:cNvSpPr/>
            <p:nvPr/>
          </p:nvSpPr>
          <p:spPr>
            <a:xfrm>
              <a:off x="62931" y="1396688"/>
              <a:ext cx="9022080" cy="120650"/>
            </a:xfrm>
            <a:custGeom>
              <a:avLst/>
              <a:gdLst/>
              <a:ahLst/>
              <a:cxnLst/>
              <a:rect l="l" t="t" r="r" b="b"/>
              <a:pathLst>
                <a:path w="9022080" h="120650">
                  <a:moveTo>
                    <a:pt x="9021572" y="0"/>
                  </a:moveTo>
                  <a:lnTo>
                    <a:pt x="0" y="0"/>
                  </a:lnTo>
                  <a:lnTo>
                    <a:pt x="0" y="120580"/>
                  </a:lnTo>
                  <a:lnTo>
                    <a:pt x="9021572" y="120580"/>
                  </a:lnTo>
                  <a:lnTo>
                    <a:pt x="9021572" y="0"/>
                  </a:lnTo>
                  <a:close/>
                </a:path>
              </a:pathLst>
            </a:custGeom>
            <a:solidFill>
              <a:srgbClr val="E6B0AB"/>
            </a:solidFill>
          </p:spPr>
          <p:txBody>
            <a:bodyPr wrap="square" lIns="0" tIns="0" rIns="0" bIns="0" rtlCol="0"/>
            <a:lstStyle/>
            <a:p>
              <a:endParaRPr/>
            </a:p>
          </p:txBody>
        </p:sp>
        <p:sp>
          <p:nvSpPr>
            <p:cNvPr id="7" name="object 7"/>
            <p:cNvSpPr/>
            <p:nvPr/>
          </p:nvSpPr>
          <p:spPr>
            <a:xfrm>
              <a:off x="62931" y="2976711"/>
              <a:ext cx="9022080" cy="111125"/>
            </a:xfrm>
            <a:custGeom>
              <a:avLst/>
              <a:gdLst/>
              <a:ahLst/>
              <a:cxnLst/>
              <a:rect l="l" t="t" r="r" b="b"/>
              <a:pathLst>
                <a:path w="9022080" h="111125">
                  <a:moveTo>
                    <a:pt x="9021572" y="0"/>
                  </a:moveTo>
                  <a:lnTo>
                    <a:pt x="0" y="0"/>
                  </a:lnTo>
                  <a:lnTo>
                    <a:pt x="0" y="110531"/>
                  </a:lnTo>
                  <a:lnTo>
                    <a:pt x="9021572" y="110531"/>
                  </a:lnTo>
                  <a:lnTo>
                    <a:pt x="9021572" y="0"/>
                  </a:lnTo>
                  <a:close/>
                </a:path>
              </a:pathLst>
            </a:custGeom>
            <a:solidFill>
              <a:srgbClr val="918485"/>
            </a:solidFill>
          </p:spPr>
          <p:txBody>
            <a:bodyPr wrap="square" lIns="0" tIns="0" rIns="0" bIns="0" rtlCol="0"/>
            <a:lstStyle/>
            <a:p>
              <a:endParaRPr/>
            </a:p>
          </p:txBody>
        </p:sp>
        <p:pic>
          <p:nvPicPr>
            <p:cNvPr id="8" name="object 8"/>
            <p:cNvPicPr/>
            <p:nvPr/>
          </p:nvPicPr>
          <p:blipFill>
            <a:blip r:embed="rId3" cstate="print"/>
            <a:stretch>
              <a:fillRect/>
            </a:stretch>
          </p:blipFill>
          <p:spPr>
            <a:xfrm>
              <a:off x="0" y="757428"/>
              <a:ext cx="9132570" cy="3051810"/>
            </a:xfrm>
            <a:prstGeom prst="rect">
              <a:avLst/>
            </a:prstGeom>
          </p:spPr>
        </p:pic>
      </p:grpSp>
      <p:sp>
        <p:nvSpPr>
          <p:cNvPr id="9" name="object 9"/>
          <p:cNvSpPr txBox="1">
            <a:spLocks noGrp="1"/>
          </p:cNvSpPr>
          <p:nvPr>
            <p:ph type="title"/>
          </p:nvPr>
        </p:nvSpPr>
        <p:spPr>
          <a:xfrm>
            <a:off x="1632966" y="1880997"/>
            <a:ext cx="5864860" cy="696595"/>
          </a:xfrm>
          <a:prstGeom prst="rect">
            <a:avLst/>
          </a:prstGeom>
        </p:spPr>
        <p:txBody>
          <a:bodyPr vert="horz" wrap="square" lIns="0" tIns="13335" rIns="0" bIns="0" rtlCol="0">
            <a:spAutoFit/>
          </a:bodyPr>
          <a:lstStyle/>
          <a:p>
            <a:pPr marL="12700">
              <a:lnSpc>
                <a:spcPct val="100000"/>
              </a:lnSpc>
              <a:spcBef>
                <a:spcPts val="105"/>
              </a:spcBef>
            </a:pPr>
            <a:r>
              <a:rPr sz="4400" b="1" spc="-125" dirty="0">
                <a:solidFill>
                  <a:srgbClr val="001F5F"/>
                </a:solidFill>
                <a:latin typeface="Times New Roman"/>
                <a:cs typeface="Times New Roman"/>
              </a:rPr>
              <a:t>AWS</a:t>
            </a:r>
            <a:r>
              <a:rPr sz="4400" b="1" spc="-75" dirty="0">
                <a:solidFill>
                  <a:srgbClr val="001F5F"/>
                </a:solidFill>
                <a:latin typeface="Times New Roman"/>
                <a:cs typeface="Times New Roman"/>
              </a:rPr>
              <a:t> </a:t>
            </a:r>
            <a:r>
              <a:rPr sz="4400" b="1" dirty="0">
                <a:solidFill>
                  <a:srgbClr val="001F5F"/>
                </a:solidFill>
                <a:latin typeface="Times New Roman"/>
                <a:cs typeface="Times New Roman"/>
              </a:rPr>
              <a:t>Cloud</a:t>
            </a:r>
            <a:r>
              <a:rPr sz="4400" b="1" spc="-85" dirty="0">
                <a:solidFill>
                  <a:srgbClr val="001F5F"/>
                </a:solidFill>
                <a:latin typeface="Times New Roman"/>
                <a:cs typeface="Times New Roman"/>
              </a:rPr>
              <a:t> </a:t>
            </a:r>
            <a:r>
              <a:rPr sz="4400" b="1" spc="-10" dirty="0">
                <a:solidFill>
                  <a:srgbClr val="001F5F"/>
                </a:solidFill>
                <a:latin typeface="Times New Roman"/>
                <a:cs typeface="Times New Roman"/>
              </a:rPr>
              <a:t>Practitioner</a:t>
            </a:r>
            <a:endParaRPr sz="4400">
              <a:latin typeface="Times New Roman"/>
              <a:cs typeface="Times New Roman"/>
            </a:endParaRPr>
          </a:p>
        </p:txBody>
      </p:sp>
      <p:pic>
        <p:nvPicPr>
          <p:cNvPr id="10" name="object 10"/>
          <p:cNvPicPr/>
          <p:nvPr/>
        </p:nvPicPr>
        <p:blipFill>
          <a:blip r:embed="rId4" cstate="print"/>
          <a:stretch>
            <a:fillRect/>
          </a:stretch>
        </p:blipFill>
        <p:spPr>
          <a:xfrm>
            <a:off x="9144" y="3197351"/>
            <a:ext cx="9132570" cy="30502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274637"/>
            <a:ext cx="8534400" cy="640080"/>
            <a:chOff x="304800" y="274637"/>
            <a:chExt cx="8534400" cy="640080"/>
          </a:xfrm>
        </p:grpSpPr>
        <p:sp>
          <p:nvSpPr>
            <p:cNvPr id="3" name="object 3"/>
            <p:cNvSpPr/>
            <p:nvPr/>
          </p:nvSpPr>
          <p:spPr>
            <a:xfrm>
              <a:off x="304800" y="274637"/>
              <a:ext cx="8534400" cy="640080"/>
            </a:xfrm>
            <a:custGeom>
              <a:avLst/>
              <a:gdLst/>
              <a:ahLst/>
              <a:cxnLst/>
              <a:rect l="l" t="t" r="r" b="b"/>
              <a:pathLst>
                <a:path w="8534400" h="640080">
                  <a:moveTo>
                    <a:pt x="8534400" y="0"/>
                  </a:moveTo>
                  <a:lnTo>
                    <a:pt x="0" y="0"/>
                  </a:lnTo>
                  <a:lnTo>
                    <a:pt x="0" y="639762"/>
                  </a:lnTo>
                  <a:lnTo>
                    <a:pt x="8534400" y="639762"/>
                  </a:lnTo>
                  <a:lnTo>
                    <a:pt x="8534400" y="0"/>
                  </a:lnTo>
                  <a:close/>
                </a:path>
              </a:pathLst>
            </a:custGeom>
            <a:solidFill>
              <a:srgbClr val="00AF50"/>
            </a:solidFill>
          </p:spPr>
          <p:txBody>
            <a:bodyPr wrap="square" lIns="0" tIns="0" rIns="0" bIns="0" rtlCol="0"/>
            <a:lstStyle/>
            <a:p>
              <a:endParaRPr/>
            </a:p>
          </p:txBody>
        </p:sp>
        <p:pic>
          <p:nvPicPr>
            <p:cNvPr id="4" name="object 4"/>
            <p:cNvPicPr/>
            <p:nvPr/>
          </p:nvPicPr>
          <p:blipFill>
            <a:blip r:embed="rId2" cstate="print"/>
            <a:stretch>
              <a:fillRect/>
            </a:stretch>
          </p:blipFill>
          <p:spPr>
            <a:xfrm>
              <a:off x="3681984" y="771144"/>
              <a:ext cx="1776094" cy="39624"/>
            </a:xfrm>
            <a:prstGeom prst="rect">
              <a:avLst/>
            </a:prstGeom>
          </p:spPr>
        </p:pic>
        <p:pic>
          <p:nvPicPr>
            <p:cNvPr id="5" name="object 5"/>
            <p:cNvPicPr/>
            <p:nvPr/>
          </p:nvPicPr>
          <p:blipFill>
            <a:blip r:embed="rId3" cstate="print"/>
            <a:stretch>
              <a:fillRect/>
            </a:stretch>
          </p:blipFill>
          <p:spPr>
            <a:xfrm>
              <a:off x="3691128" y="457200"/>
              <a:ext cx="1316227" cy="276860"/>
            </a:xfrm>
            <a:prstGeom prst="rect">
              <a:avLst/>
            </a:prstGeom>
          </p:spPr>
        </p:pic>
        <p:pic>
          <p:nvPicPr>
            <p:cNvPr id="6" name="object 6"/>
            <p:cNvPicPr/>
            <p:nvPr/>
          </p:nvPicPr>
          <p:blipFill>
            <a:blip r:embed="rId4" cstate="print"/>
            <a:stretch>
              <a:fillRect/>
            </a:stretch>
          </p:blipFill>
          <p:spPr>
            <a:xfrm>
              <a:off x="5126735" y="612698"/>
              <a:ext cx="117231" cy="42875"/>
            </a:xfrm>
            <a:prstGeom prst="rect">
              <a:avLst/>
            </a:prstGeom>
          </p:spPr>
        </p:pic>
        <p:pic>
          <p:nvPicPr>
            <p:cNvPr id="7" name="object 7"/>
            <p:cNvPicPr/>
            <p:nvPr/>
          </p:nvPicPr>
          <p:blipFill>
            <a:blip r:embed="rId5" cstate="print"/>
            <a:stretch>
              <a:fillRect/>
            </a:stretch>
          </p:blipFill>
          <p:spPr>
            <a:xfrm>
              <a:off x="5262371" y="452615"/>
              <a:ext cx="175132" cy="275856"/>
            </a:xfrm>
            <a:prstGeom prst="rect">
              <a:avLst/>
            </a:prstGeom>
          </p:spPr>
        </p:pic>
      </p:grpSp>
      <p:sp>
        <p:nvSpPr>
          <p:cNvPr id="8" name="object 8"/>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9" name="object 9"/>
          <p:cNvSpPr txBox="1"/>
          <p:nvPr/>
        </p:nvSpPr>
        <p:spPr>
          <a:xfrm>
            <a:off x="309473" y="6314643"/>
            <a:ext cx="130175"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Franklin Gothic Medium"/>
                <a:cs typeface="Franklin Gothic Medium"/>
              </a:rPr>
              <a:t>2</a:t>
            </a:r>
            <a:endParaRPr sz="1400">
              <a:latin typeface="Franklin Gothic Medium"/>
              <a:cs typeface="Franklin Gothic Medium"/>
            </a:endParaRPr>
          </a:p>
        </p:txBody>
      </p:sp>
      <p:grpSp>
        <p:nvGrpSpPr>
          <p:cNvPr id="10" name="object 10"/>
          <p:cNvGrpSpPr/>
          <p:nvPr/>
        </p:nvGrpSpPr>
        <p:grpSpPr>
          <a:xfrm>
            <a:off x="274320" y="1200911"/>
            <a:ext cx="8869680" cy="4960620"/>
            <a:chOff x="274320" y="1200911"/>
            <a:chExt cx="8869680" cy="4960620"/>
          </a:xfrm>
        </p:grpSpPr>
        <p:pic>
          <p:nvPicPr>
            <p:cNvPr id="11" name="object 11"/>
            <p:cNvPicPr/>
            <p:nvPr/>
          </p:nvPicPr>
          <p:blipFill>
            <a:blip r:embed="rId6" cstate="print"/>
            <a:stretch>
              <a:fillRect/>
            </a:stretch>
          </p:blipFill>
          <p:spPr>
            <a:xfrm>
              <a:off x="336804" y="1200911"/>
              <a:ext cx="8618220" cy="4960620"/>
            </a:xfrm>
            <a:prstGeom prst="rect">
              <a:avLst/>
            </a:prstGeom>
          </p:spPr>
        </p:pic>
        <p:pic>
          <p:nvPicPr>
            <p:cNvPr id="12" name="object 12"/>
            <p:cNvPicPr/>
            <p:nvPr/>
          </p:nvPicPr>
          <p:blipFill>
            <a:blip r:embed="rId7" cstate="print"/>
            <a:stretch>
              <a:fillRect/>
            </a:stretch>
          </p:blipFill>
          <p:spPr>
            <a:xfrm>
              <a:off x="274320" y="1645919"/>
              <a:ext cx="8869680" cy="3534156"/>
            </a:xfrm>
            <a:prstGeom prst="rect">
              <a:avLst/>
            </a:prstGeom>
          </p:spPr>
        </p:pic>
        <p:pic>
          <p:nvPicPr>
            <p:cNvPr id="13" name="object 13"/>
            <p:cNvPicPr/>
            <p:nvPr/>
          </p:nvPicPr>
          <p:blipFill>
            <a:blip r:embed="rId8" cstate="print"/>
            <a:stretch>
              <a:fillRect/>
            </a:stretch>
          </p:blipFill>
          <p:spPr>
            <a:xfrm>
              <a:off x="381000" y="1219199"/>
              <a:ext cx="8534400" cy="4876800"/>
            </a:xfrm>
            <a:prstGeom prst="rect">
              <a:avLst/>
            </a:prstGeom>
          </p:spPr>
        </p:pic>
        <p:sp>
          <p:nvSpPr>
            <p:cNvPr id="14" name="object 14"/>
            <p:cNvSpPr/>
            <p:nvPr/>
          </p:nvSpPr>
          <p:spPr>
            <a:xfrm>
              <a:off x="381000" y="1219199"/>
              <a:ext cx="8534400" cy="4876800"/>
            </a:xfrm>
            <a:custGeom>
              <a:avLst/>
              <a:gdLst/>
              <a:ahLst/>
              <a:cxnLst/>
              <a:rect l="l" t="t" r="r" b="b"/>
              <a:pathLst>
                <a:path w="8534400" h="4876800">
                  <a:moveTo>
                    <a:pt x="0" y="4876800"/>
                  </a:moveTo>
                  <a:lnTo>
                    <a:pt x="8534400" y="4876800"/>
                  </a:lnTo>
                  <a:lnTo>
                    <a:pt x="8534400" y="0"/>
                  </a:lnTo>
                  <a:lnTo>
                    <a:pt x="0" y="0"/>
                  </a:lnTo>
                  <a:lnTo>
                    <a:pt x="0" y="4876800"/>
                  </a:lnTo>
                  <a:close/>
                </a:path>
              </a:pathLst>
            </a:custGeom>
            <a:ln w="9525">
              <a:solidFill>
                <a:srgbClr val="736768"/>
              </a:solidFill>
            </a:ln>
          </p:spPr>
          <p:txBody>
            <a:bodyPr wrap="square" lIns="0" tIns="0" rIns="0" bIns="0" rtlCol="0"/>
            <a:lstStyle/>
            <a:p>
              <a:endParaRPr/>
            </a:p>
          </p:txBody>
        </p:sp>
      </p:grpSp>
      <p:sp>
        <p:nvSpPr>
          <p:cNvPr id="15" name="object 15"/>
          <p:cNvSpPr txBox="1"/>
          <p:nvPr/>
        </p:nvSpPr>
        <p:spPr>
          <a:xfrm>
            <a:off x="459740" y="1742897"/>
            <a:ext cx="8379459" cy="3165475"/>
          </a:xfrm>
          <a:prstGeom prst="rect">
            <a:avLst/>
          </a:prstGeom>
        </p:spPr>
        <p:txBody>
          <a:bodyPr vert="horz" wrap="square" lIns="0" tIns="12065" rIns="0" bIns="0" rtlCol="0">
            <a:spAutoFit/>
          </a:bodyPr>
          <a:lstStyle/>
          <a:p>
            <a:pPr marL="286385" marR="5080" indent="-274320" algn="just">
              <a:lnSpc>
                <a:spcPct val="100000"/>
              </a:lnSpc>
              <a:spcBef>
                <a:spcPts val="95"/>
              </a:spcBef>
              <a:buSzPct val="83928"/>
              <a:buFont typeface="Segoe UI Symbol"/>
              <a:buChar char="⚫"/>
              <a:tabLst>
                <a:tab pos="286385" algn="l"/>
                <a:tab pos="372745" algn="l"/>
              </a:tabLst>
            </a:pPr>
            <a:r>
              <a:rPr sz="2800" dirty="0">
                <a:solidFill>
                  <a:srgbClr val="D24717"/>
                </a:solidFill>
                <a:latin typeface="Times New Roman"/>
                <a:cs typeface="Times New Roman"/>
              </a:rPr>
              <a:t>	</a:t>
            </a:r>
            <a:r>
              <a:rPr sz="2800" b="1" dirty="0">
                <a:latin typeface="Times New Roman"/>
                <a:cs typeface="Times New Roman"/>
              </a:rPr>
              <a:t>Compute</a:t>
            </a:r>
            <a:r>
              <a:rPr sz="2800" b="1" spc="575" dirty="0">
                <a:latin typeface="Times New Roman"/>
                <a:cs typeface="Times New Roman"/>
              </a:rPr>
              <a:t> </a:t>
            </a:r>
            <a:r>
              <a:rPr sz="2800" dirty="0">
                <a:latin typeface="Times New Roman"/>
                <a:cs typeface="Times New Roman"/>
              </a:rPr>
              <a:t>–</a:t>
            </a:r>
            <a:r>
              <a:rPr sz="2800" spc="575" dirty="0">
                <a:latin typeface="Times New Roman"/>
                <a:cs typeface="Times New Roman"/>
              </a:rPr>
              <a:t> </a:t>
            </a:r>
            <a:r>
              <a:rPr sz="2800" dirty="0">
                <a:latin typeface="Times New Roman"/>
                <a:cs typeface="Times New Roman"/>
              </a:rPr>
              <a:t>Amazon</a:t>
            </a:r>
            <a:r>
              <a:rPr sz="2800" spc="585" dirty="0">
                <a:latin typeface="Times New Roman"/>
                <a:cs typeface="Times New Roman"/>
              </a:rPr>
              <a:t> </a:t>
            </a:r>
            <a:r>
              <a:rPr sz="2800" dirty="0">
                <a:latin typeface="Times New Roman"/>
                <a:cs typeface="Times New Roman"/>
              </a:rPr>
              <a:t>EC2,</a:t>
            </a:r>
            <a:r>
              <a:rPr sz="2800" spc="580" dirty="0">
                <a:latin typeface="Times New Roman"/>
                <a:cs typeface="Times New Roman"/>
              </a:rPr>
              <a:t> </a:t>
            </a:r>
            <a:r>
              <a:rPr sz="2800" dirty="0">
                <a:latin typeface="Times New Roman"/>
                <a:cs typeface="Times New Roman"/>
              </a:rPr>
              <a:t>Launching</a:t>
            </a:r>
            <a:r>
              <a:rPr sz="2800" spc="560" dirty="0">
                <a:latin typeface="Times New Roman"/>
                <a:cs typeface="Times New Roman"/>
              </a:rPr>
              <a:t> </a:t>
            </a:r>
            <a:r>
              <a:rPr sz="2800" dirty="0">
                <a:latin typeface="Times New Roman"/>
                <a:cs typeface="Times New Roman"/>
              </a:rPr>
              <a:t>EC2</a:t>
            </a:r>
            <a:r>
              <a:rPr sz="2800" spc="575" dirty="0">
                <a:latin typeface="Times New Roman"/>
                <a:cs typeface="Times New Roman"/>
              </a:rPr>
              <a:t> </a:t>
            </a:r>
            <a:r>
              <a:rPr sz="2800" spc="-10" dirty="0">
                <a:latin typeface="Times New Roman"/>
                <a:cs typeface="Times New Roman"/>
              </a:rPr>
              <a:t>Instances </a:t>
            </a:r>
            <a:r>
              <a:rPr sz="2800" dirty="0">
                <a:latin typeface="Times New Roman"/>
                <a:cs typeface="Times New Roman"/>
              </a:rPr>
              <a:t>using</a:t>
            </a:r>
            <a:r>
              <a:rPr sz="2800" spc="-10" dirty="0">
                <a:latin typeface="Times New Roman"/>
                <a:cs typeface="Times New Roman"/>
              </a:rPr>
              <a:t> </a:t>
            </a:r>
            <a:r>
              <a:rPr sz="2800" dirty="0">
                <a:latin typeface="Times New Roman"/>
                <a:cs typeface="Times New Roman"/>
              </a:rPr>
              <a:t>Putty,</a:t>
            </a:r>
            <a:r>
              <a:rPr sz="2800" spc="-10" dirty="0">
                <a:latin typeface="Times New Roman"/>
                <a:cs typeface="Times New Roman"/>
              </a:rPr>
              <a:t> </a:t>
            </a:r>
            <a:r>
              <a:rPr sz="2800" dirty="0">
                <a:latin typeface="Times New Roman"/>
                <a:cs typeface="Times New Roman"/>
              </a:rPr>
              <a:t>Types</a:t>
            </a:r>
            <a:r>
              <a:rPr sz="2800" spc="-5" dirty="0">
                <a:latin typeface="Times New Roman"/>
                <a:cs typeface="Times New Roman"/>
              </a:rPr>
              <a:t> </a:t>
            </a:r>
            <a:r>
              <a:rPr sz="2800" dirty="0">
                <a:latin typeface="Times New Roman"/>
                <a:cs typeface="Times New Roman"/>
              </a:rPr>
              <a:t>of</a:t>
            </a:r>
            <a:r>
              <a:rPr sz="2800" spc="-5" dirty="0">
                <a:latin typeface="Times New Roman"/>
                <a:cs typeface="Times New Roman"/>
              </a:rPr>
              <a:t> </a:t>
            </a:r>
            <a:r>
              <a:rPr sz="2800" dirty="0">
                <a:latin typeface="Times New Roman"/>
                <a:cs typeface="Times New Roman"/>
              </a:rPr>
              <a:t>Instances,</a:t>
            </a:r>
            <a:r>
              <a:rPr sz="2800" spc="-10" dirty="0">
                <a:latin typeface="Times New Roman"/>
                <a:cs typeface="Times New Roman"/>
              </a:rPr>
              <a:t> </a:t>
            </a:r>
            <a:r>
              <a:rPr sz="2800" dirty="0">
                <a:latin typeface="Times New Roman"/>
                <a:cs typeface="Times New Roman"/>
              </a:rPr>
              <a:t>AWS Elastic </a:t>
            </a:r>
            <a:r>
              <a:rPr sz="2800" spc="-10" dirty="0">
                <a:latin typeface="Times New Roman"/>
                <a:cs typeface="Times New Roman"/>
              </a:rPr>
              <a:t>Beanstalk, </a:t>
            </a:r>
            <a:r>
              <a:rPr sz="2800" dirty="0">
                <a:latin typeface="Times New Roman"/>
                <a:cs typeface="Times New Roman"/>
              </a:rPr>
              <a:t>Local</a:t>
            </a:r>
            <a:r>
              <a:rPr sz="2800" spc="5" dirty="0">
                <a:latin typeface="Times New Roman"/>
                <a:cs typeface="Times New Roman"/>
              </a:rPr>
              <a:t> </a:t>
            </a:r>
            <a:r>
              <a:rPr sz="2800" spc="-10" dirty="0">
                <a:latin typeface="Times New Roman"/>
                <a:cs typeface="Times New Roman"/>
              </a:rPr>
              <a:t>Zone,</a:t>
            </a:r>
            <a:endParaRPr sz="2800">
              <a:latin typeface="Times New Roman"/>
              <a:cs typeface="Times New Roman"/>
            </a:endParaRPr>
          </a:p>
          <a:p>
            <a:pPr marL="284480" marR="5080" indent="-272415" algn="just">
              <a:lnSpc>
                <a:spcPct val="100000"/>
              </a:lnSpc>
              <a:spcBef>
                <a:spcPts val="605"/>
              </a:spcBef>
              <a:buClr>
                <a:srgbClr val="D24717"/>
              </a:buClr>
              <a:buSzPct val="83928"/>
              <a:buFont typeface="Segoe UI Symbol"/>
              <a:buChar char="⚫"/>
              <a:tabLst>
                <a:tab pos="286385" algn="l"/>
              </a:tabLst>
            </a:pPr>
            <a:r>
              <a:rPr sz="2800" b="1" dirty="0">
                <a:latin typeface="Times New Roman"/>
                <a:cs typeface="Times New Roman"/>
              </a:rPr>
              <a:t>Storage</a:t>
            </a:r>
            <a:r>
              <a:rPr sz="2800" b="1" spc="110" dirty="0">
                <a:latin typeface="Times New Roman"/>
                <a:cs typeface="Times New Roman"/>
              </a:rPr>
              <a:t>  </a:t>
            </a:r>
            <a:r>
              <a:rPr sz="2800" dirty="0">
                <a:latin typeface="Times New Roman"/>
                <a:cs typeface="Times New Roman"/>
              </a:rPr>
              <a:t>–Amazon</a:t>
            </a:r>
            <a:r>
              <a:rPr sz="2800" spc="120" dirty="0">
                <a:latin typeface="Times New Roman"/>
                <a:cs typeface="Times New Roman"/>
              </a:rPr>
              <a:t>  </a:t>
            </a:r>
            <a:r>
              <a:rPr sz="2800" dirty="0">
                <a:latin typeface="Times New Roman"/>
                <a:cs typeface="Times New Roman"/>
              </a:rPr>
              <a:t>EBS,</a:t>
            </a:r>
            <a:r>
              <a:rPr sz="2800" spc="120" dirty="0">
                <a:latin typeface="Times New Roman"/>
                <a:cs typeface="Times New Roman"/>
              </a:rPr>
              <a:t>  </a:t>
            </a:r>
            <a:r>
              <a:rPr sz="2800" dirty="0">
                <a:latin typeface="Times New Roman"/>
                <a:cs typeface="Times New Roman"/>
              </a:rPr>
              <a:t>AWS</a:t>
            </a:r>
            <a:r>
              <a:rPr sz="2800" spc="110" dirty="0">
                <a:latin typeface="Times New Roman"/>
                <a:cs typeface="Times New Roman"/>
              </a:rPr>
              <a:t>  </a:t>
            </a:r>
            <a:r>
              <a:rPr sz="2800" dirty="0">
                <a:latin typeface="Times New Roman"/>
                <a:cs typeface="Times New Roman"/>
              </a:rPr>
              <a:t>backup</a:t>
            </a:r>
            <a:r>
              <a:rPr sz="2800" spc="105" dirty="0">
                <a:latin typeface="Times New Roman"/>
                <a:cs typeface="Times New Roman"/>
              </a:rPr>
              <a:t>  </a:t>
            </a:r>
            <a:r>
              <a:rPr sz="2800" dirty="0">
                <a:latin typeface="Times New Roman"/>
                <a:cs typeface="Times New Roman"/>
              </a:rPr>
              <a:t>–</a:t>
            </a:r>
            <a:r>
              <a:rPr sz="2800" spc="110" dirty="0">
                <a:latin typeface="Times New Roman"/>
                <a:cs typeface="Times New Roman"/>
              </a:rPr>
              <a:t>  </a:t>
            </a:r>
            <a:r>
              <a:rPr sz="2800" spc="-10" dirty="0">
                <a:latin typeface="Times New Roman"/>
                <a:cs typeface="Times New Roman"/>
              </a:rPr>
              <a:t>Snapshots, 	</a:t>
            </a:r>
            <a:r>
              <a:rPr sz="2800" dirty="0">
                <a:latin typeface="Times New Roman"/>
                <a:cs typeface="Times New Roman"/>
              </a:rPr>
              <a:t>Amazon</a:t>
            </a:r>
            <a:r>
              <a:rPr sz="2800" spc="535" dirty="0">
                <a:latin typeface="Times New Roman"/>
                <a:cs typeface="Times New Roman"/>
              </a:rPr>
              <a:t> </a:t>
            </a:r>
            <a:r>
              <a:rPr sz="2800" dirty="0">
                <a:latin typeface="Times New Roman"/>
                <a:cs typeface="Times New Roman"/>
              </a:rPr>
              <a:t>S3,</a:t>
            </a:r>
            <a:r>
              <a:rPr sz="2800" spc="509" dirty="0">
                <a:latin typeface="Times New Roman"/>
                <a:cs typeface="Times New Roman"/>
              </a:rPr>
              <a:t> </a:t>
            </a:r>
            <a:r>
              <a:rPr sz="2800" dirty="0">
                <a:latin typeface="Times New Roman"/>
                <a:cs typeface="Times New Roman"/>
              </a:rPr>
              <a:t>Storage</a:t>
            </a:r>
            <a:r>
              <a:rPr sz="2800" spc="520" dirty="0">
                <a:latin typeface="Times New Roman"/>
                <a:cs typeface="Times New Roman"/>
              </a:rPr>
              <a:t> </a:t>
            </a:r>
            <a:r>
              <a:rPr sz="2800" dirty="0">
                <a:latin typeface="Times New Roman"/>
                <a:cs typeface="Times New Roman"/>
              </a:rPr>
              <a:t>Class</a:t>
            </a:r>
            <a:r>
              <a:rPr sz="2800" spc="515" dirty="0">
                <a:latin typeface="Times New Roman"/>
                <a:cs typeface="Times New Roman"/>
              </a:rPr>
              <a:t> </a:t>
            </a:r>
            <a:r>
              <a:rPr sz="2800" dirty="0">
                <a:latin typeface="Times New Roman"/>
                <a:cs typeface="Times New Roman"/>
              </a:rPr>
              <a:t>overview,</a:t>
            </a:r>
            <a:r>
              <a:rPr sz="2800" spc="525" dirty="0">
                <a:latin typeface="Times New Roman"/>
                <a:cs typeface="Times New Roman"/>
              </a:rPr>
              <a:t> </a:t>
            </a:r>
            <a:r>
              <a:rPr sz="2800" dirty="0">
                <a:latin typeface="Times New Roman"/>
                <a:cs typeface="Times New Roman"/>
              </a:rPr>
              <a:t>S3</a:t>
            </a:r>
            <a:r>
              <a:rPr sz="2800" spc="520" dirty="0">
                <a:latin typeface="Times New Roman"/>
                <a:cs typeface="Times New Roman"/>
              </a:rPr>
              <a:t> </a:t>
            </a:r>
            <a:r>
              <a:rPr sz="2800" dirty="0">
                <a:latin typeface="Times New Roman"/>
                <a:cs typeface="Times New Roman"/>
              </a:rPr>
              <a:t>Glacier,</a:t>
            </a:r>
            <a:r>
              <a:rPr sz="2800" spc="500" dirty="0">
                <a:latin typeface="Times New Roman"/>
                <a:cs typeface="Times New Roman"/>
              </a:rPr>
              <a:t> </a:t>
            </a:r>
            <a:r>
              <a:rPr sz="2800" spc="-25" dirty="0">
                <a:latin typeface="Times New Roman"/>
                <a:cs typeface="Times New Roman"/>
              </a:rPr>
              <a:t>and 	</a:t>
            </a:r>
            <a:r>
              <a:rPr sz="2800" dirty="0">
                <a:latin typeface="Times New Roman"/>
                <a:cs typeface="Times New Roman"/>
              </a:rPr>
              <a:t>Storege</a:t>
            </a:r>
            <a:r>
              <a:rPr sz="2800" spc="-45" dirty="0">
                <a:latin typeface="Times New Roman"/>
                <a:cs typeface="Times New Roman"/>
              </a:rPr>
              <a:t> </a:t>
            </a:r>
            <a:r>
              <a:rPr sz="2800" spc="-10" dirty="0">
                <a:latin typeface="Times New Roman"/>
                <a:cs typeface="Times New Roman"/>
              </a:rPr>
              <a:t>gateway.</a:t>
            </a:r>
            <a:endParaRPr sz="2800">
              <a:latin typeface="Times New Roman"/>
              <a:cs typeface="Times New Roman"/>
            </a:endParaRPr>
          </a:p>
          <a:p>
            <a:pPr marL="285115" indent="-272415" algn="just">
              <a:lnSpc>
                <a:spcPct val="100000"/>
              </a:lnSpc>
              <a:spcBef>
                <a:spcPts val="600"/>
              </a:spcBef>
              <a:buClr>
                <a:srgbClr val="D24717"/>
              </a:buClr>
              <a:buSzPct val="83928"/>
              <a:buFont typeface="Segoe UI Symbol"/>
              <a:buChar char="⚫"/>
              <a:tabLst>
                <a:tab pos="285115" algn="l"/>
              </a:tabLst>
            </a:pPr>
            <a:r>
              <a:rPr sz="2800" b="1" dirty="0">
                <a:latin typeface="Times New Roman"/>
                <a:cs typeface="Times New Roman"/>
              </a:rPr>
              <a:t>Serverless</a:t>
            </a:r>
            <a:r>
              <a:rPr sz="2800" b="1" spc="-150" dirty="0">
                <a:latin typeface="Times New Roman"/>
                <a:cs typeface="Times New Roman"/>
              </a:rPr>
              <a:t> </a:t>
            </a:r>
            <a:r>
              <a:rPr sz="2800" dirty="0">
                <a:latin typeface="Times New Roman"/>
                <a:cs typeface="Times New Roman"/>
              </a:rPr>
              <a:t>–</a:t>
            </a:r>
            <a:r>
              <a:rPr sz="2800" spc="-175" dirty="0">
                <a:latin typeface="Times New Roman"/>
                <a:cs typeface="Times New Roman"/>
              </a:rPr>
              <a:t> </a:t>
            </a:r>
            <a:r>
              <a:rPr sz="2800" spc="-45" dirty="0">
                <a:latin typeface="Times New Roman"/>
                <a:cs typeface="Times New Roman"/>
              </a:rPr>
              <a:t>AWS</a:t>
            </a:r>
            <a:r>
              <a:rPr sz="2800" spc="-55" dirty="0">
                <a:latin typeface="Times New Roman"/>
                <a:cs typeface="Times New Roman"/>
              </a:rPr>
              <a:t> </a:t>
            </a:r>
            <a:r>
              <a:rPr sz="2800" dirty="0">
                <a:latin typeface="Times New Roman"/>
                <a:cs typeface="Times New Roman"/>
              </a:rPr>
              <a:t>Lambda</a:t>
            </a:r>
            <a:r>
              <a:rPr sz="2800" spc="-55" dirty="0">
                <a:latin typeface="Times New Roman"/>
                <a:cs typeface="Times New Roman"/>
              </a:rPr>
              <a:t> </a:t>
            </a:r>
            <a:r>
              <a:rPr sz="2800" spc="-20" dirty="0">
                <a:latin typeface="Times New Roman"/>
                <a:cs typeface="Times New Roman"/>
              </a:rPr>
              <a:t>and</a:t>
            </a:r>
            <a:r>
              <a:rPr sz="2800" spc="-155" dirty="0">
                <a:latin typeface="Times New Roman"/>
                <a:cs typeface="Times New Roman"/>
              </a:rPr>
              <a:t> </a:t>
            </a:r>
            <a:r>
              <a:rPr sz="2800" spc="-45" dirty="0">
                <a:latin typeface="Times New Roman"/>
                <a:cs typeface="Times New Roman"/>
              </a:rPr>
              <a:t>AWS</a:t>
            </a:r>
            <a:r>
              <a:rPr sz="2800" spc="-60" dirty="0">
                <a:latin typeface="Times New Roman"/>
                <a:cs typeface="Times New Roman"/>
              </a:rPr>
              <a:t> </a:t>
            </a:r>
            <a:r>
              <a:rPr sz="2800" spc="-10" dirty="0">
                <a:latin typeface="Times New Roman"/>
                <a:cs typeface="Times New Roman"/>
              </a:rPr>
              <a:t>Fargate.</a:t>
            </a:r>
            <a:endParaRPr sz="2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244" y="672211"/>
            <a:ext cx="5709285" cy="1244600"/>
          </a:xfrm>
          <a:prstGeom prst="rect">
            <a:avLst/>
          </a:prstGeom>
        </p:spPr>
        <p:txBody>
          <a:bodyPr vert="horz" wrap="square" lIns="0" tIns="12065" rIns="0" bIns="0" rtlCol="0">
            <a:spAutoFit/>
          </a:bodyPr>
          <a:lstStyle/>
          <a:p>
            <a:pPr marL="12700" marR="5080">
              <a:lnSpc>
                <a:spcPct val="100000"/>
              </a:lnSpc>
              <a:spcBef>
                <a:spcPts val="95"/>
              </a:spcBef>
            </a:pPr>
            <a:r>
              <a:rPr sz="4000" dirty="0">
                <a:latin typeface="Times New Roman"/>
                <a:cs typeface="Times New Roman"/>
              </a:rPr>
              <a:t>Compute</a:t>
            </a:r>
            <a:r>
              <a:rPr sz="4000" spc="-170" dirty="0">
                <a:latin typeface="Times New Roman"/>
                <a:cs typeface="Times New Roman"/>
              </a:rPr>
              <a:t> </a:t>
            </a:r>
            <a:r>
              <a:rPr sz="4000" dirty="0">
                <a:latin typeface="Times New Roman"/>
                <a:cs typeface="Times New Roman"/>
              </a:rPr>
              <a:t>Service</a:t>
            </a:r>
            <a:r>
              <a:rPr sz="4000" spc="-114" dirty="0">
                <a:latin typeface="Times New Roman"/>
                <a:cs typeface="Times New Roman"/>
              </a:rPr>
              <a:t> </a:t>
            </a:r>
            <a:r>
              <a:rPr sz="4000" spc="-20" dirty="0">
                <a:latin typeface="Times New Roman"/>
                <a:cs typeface="Times New Roman"/>
              </a:rPr>
              <a:t>–</a:t>
            </a:r>
            <a:r>
              <a:rPr sz="4000" spc="-409" dirty="0">
                <a:latin typeface="Times New Roman"/>
                <a:cs typeface="Times New Roman"/>
              </a:rPr>
              <a:t> </a:t>
            </a:r>
            <a:r>
              <a:rPr sz="4000" spc="-10" dirty="0">
                <a:latin typeface="Times New Roman"/>
                <a:cs typeface="Times New Roman"/>
              </a:rPr>
              <a:t>Amazon </a:t>
            </a:r>
            <a:r>
              <a:rPr sz="4000" spc="-25" dirty="0">
                <a:latin typeface="Times New Roman"/>
                <a:cs typeface="Times New Roman"/>
              </a:rPr>
              <a:t>EC2</a:t>
            </a:r>
            <a:endParaRPr sz="4000">
              <a:latin typeface="Times New Roman"/>
              <a:cs typeface="Times New Roman"/>
            </a:endParaRPr>
          </a:p>
        </p:txBody>
      </p:sp>
      <p:pic>
        <p:nvPicPr>
          <p:cNvPr id="3" name="object 3"/>
          <p:cNvPicPr/>
          <p:nvPr/>
        </p:nvPicPr>
        <p:blipFill>
          <a:blip r:embed="rId2" cstate="print"/>
          <a:stretch>
            <a:fillRect/>
          </a:stretch>
        </p:blipFill>
        <p:spPr>
          <a:xfrm>
            <a:off x="533400" y="1920494"/>
            <a:ext cx="8001000" cy="44803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914400"/>
            <a:ext cx="8382000" cy="4648200"/>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6A01838-E0F6-54B3-1A2B-5D5C6AF5F1F3}"/>
                  </a:ext>
                </a:extLst>
              </p14:cNvPr>
              <p14:cNvContentPartPr/>
              <p14:nvPr/>
            </p14:nvContentPartPr>
            <p14:xfrm>
              <a:off x="5642640" y="4036104"/>
              <a:ext cx="3275280" cy="497160"/>
            </p14:xfrm>
          </p:contentPart>
        </mc:Choice>
        <mc:Fallback xmlns="">
          <p:pic>
            <p:nvPicPr>
              <p:cNvPr id="3" name="Ink 2">
                <a:extLst>
                  <a:ext uri="{FF2B5EF4-FFF2-40B4-BE49-F238E27FC236}">
                    <a16:creationId xmlns:a16="http://schemas.microsoft.com/office/drawing/2014/main" id="{06A01838-E0F6-54B3-1A2B-5D5C6AF5F1F3}"/>
                  </a:ext>
                </a:extLst>
              </p:cNvPr>
              <p:cNvPicPr/>
              <p:nvPr/>
            </p:nvPicPr>
            <p:blipFill>
              <a:blip r:embed="rId4"/>
              <a:stretch>
                <a:fillRect/>
              </a:stretch>
            </p:blipFill>
            <p:spPr>
              <a:xfrm>
                <a:off x="5638320" y="4031784"/>
                <a:ext cx="3283920" cy="5058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838200"/>
            <a:ext cx="8229600" cy="533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990600"/>
            <a:ext cx="8229600" cy="5105400"/>
          </a:xfrm>
          <a:prstGeom prst="rect">
            <a:avLst/>
          </a:prstGeom>
        </p:spPr>
      </p:pic>
      <p:grpSp>
        <p:nvGrpSpPr>
          <p:cNvPr id="15" name="Group 14">
            <a:extLst>
              <a:ext uri="{FF2B5EF4-FFF2-40B4-BE49-F238E27FC236}">
                <a16:creationId xmlns:a16="http://schemas.microsoft.com/office/drawing/2014/main" id="{F60CA40D-F0DC-EC17-6801-AA057B935371}"/>
              </a:ext>
            </a:extLst>
          </p:cNvPr>
          <p:cNvGrpSpPr/>
          <p:nvPr/>
        </p:nvGrpSpPr>
        <p:grpSpPr>
          <a:xfrm>
            <a:off x="6379560" y="4824504"/>
            <a:ext cx="2158560" cy="973800"/>
            <a:chOff x="6379560" y="4824504"/>
            <a:chExt cx="2158560" cy="97380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C8C2F55F-4AED-6EE0-6A60-974D9438F18A}"/>
                    </a:ext>
                  </a:extLst>
                </p14:cNvPr>
                <p14:cNvContentPartPr/>
                <p14:nvPr/>
              </p14:nvContentPartPr>
              <p14:xfrm>
                <a:off x="6379560" y="5171904"/>
                <a:ext cx="568800" cy="302760"/>
              </p14:xfrm>
            </p:contentPart>
          </mc:Choice>
          <mc:Fallback xmlns="">
            <p:pic>
              <p:nvPicPr>
                <p:cNvPr id="3" name="Ink 2">
                  <a:extLst>
                    <a:ext uri="{FF2B5EF4-FFF2-40B4-BE49-F238E27FC236}">
                      <a16:creationId xmlns:a16="http://schemas.microsoft.com/office/drawing/2014/main" id="{C8C2F55F-4AED-6EE0-6A60-974D9438F18A}"/>
                    </a:ext>
                  </a:extLst>
                </p:cNvPr>
                <p:cNvPicPr/>
                <p:nvPr/>
              </p:nvPicPr>
              <p:blipFill>
                <a:blip r:embed="rId4"/>
                <a:stretch>
                  <a:fillRect/>
                </a:stretch>
              </p:blipFill>
              <p:spPr>
                <a:xfrm>
                  <a:off x="6375240" y="5167584"/>
                  <a:ext cx="577440" cy="311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4" name="Ink 3">
                  <a:extLst>
                    <a:ext uri="{FF2B5EF4-FFF2-40B4-BE49-F238E27FC236}">
                      <a16:creationId xmlns:a16="http://schemas.microsoft.com/office/drawing/2014/main" id="{B1FF8F82-235C-910D-58BF-D25DD3CA588D}"/>
                    </a:ext>
                  </a:extLst>
                </p14:cNvPr>
                <p14:cNvContentPartPr/>
                <p14:nvPr/>
              </p14:nvContentPartPr>
              <p14:xfrm>
                <a:off x="6972840" y="5209704"/>
                <a:ext cx="289800" cy="588600"/>
              </p14:xfrm>
            </p:contentPart>
          </mc:Choice>
          <mc:Fallback xmlns="">
            <p:pic>
              <p:nvPicPr>
                <p:cNvPr id="4" name="Ink 3">
                  <a:extLst>
                    <a:ext uri="{FF2B5EF4-FFF2-40B4-BE49-F238E27FC236}">
                      <a16:creationId xmlns:a16="http://schemas.microsoft.com/office/drawing/2014/main" id="{B1FF8F82-235C-910D-58BF-D25DD3CA588D}"/>
                    </a:ext>
                  </a:extLst>
                </p:cNvPr>
                <p:cNvPicPr/>
                <p:nvPr/>
              </p:nvPicPr>
              <p:blipFill>
                <a:blip r:embed="rId6"/>
                <a:stretch>
                  <a:fillRect/>
                </a:stretch>
              </p:blipFill>
              <p:spPr>
                <a:xfrm>
                  <a:off x="6968520" y="5205384"/>
                  <a:ext cx="298440" cy="597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6" name="Ink 5">
                  <a:extLst>
                    <a:ext uri="{FF2B5EF4-FFF2-40B4-BE49-F238E27FC236}">
                      <a16:creationId xmlns:a16="http://schemas.microsoft.com/office/drawing/2014/main" id="{2AE217FD-B33B-975C-58C1-09383191AF4B}"/>
                    </a:ext>
                  </a:extLst>
                </p14:cNvPr>
                <p14:cNvContentPartPr/>
                <p14:nvPr/>
              </p14:nvContentPartPr>
              <p14:xfrm>
                <a:off x="6843240" y="5100984"/>
                <a:ext cx="310320" cy="194400"/>
              </p14:xfrm>
            </p:contentPart>
          </mc:Choice>
          <mc:Fallback xmlns="">
            <p:pic>
              <p:nvPicPr>
                <p:cNvPr id="6" name="Ink 5">
                  <a:extLst>
                    <a:ext uri="{FF2B5EF4-FFF2-40B4-BE49-F238E27FC236}">
                      <a16:creationId xmlns:a16="http://schemas.microsoft.com/office/drawing/2014/main" id="{2AE217FD-B33B-975C-58C1-09383191AF4B}"/>
                    </a:ext>
                  </a:extLst>
                </p:cNvPr>
                <p:cNvPicPr/>
                <p:nvPr/>
              </p:nvPicPr>
              <p:blipFill>
                <a:blip r:embed="rId8"/>
                <a:stretch>
                  <a:fillRect/>
                </a:stretch>
              </p:blipFill>
              <p:spPr>
                <a:xfrm>
                  <a:off x="6838920" y="5096664"/>
                  <a:ext cx="318960" cy="203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8" name="Ink 7">
                  <a:extLst>
                    <a:ext uri="{FF2B5EF4-FFF2-40B4-BE49-F238E27FC236}">
                      <a16:creationId xmlns:a16="http://schemas.microsoft.com/office/drawing/2014/main" id="{7C649CDD-9A31-74F4-CCA8-6D4D19D4022F}"/>
                    </a:ext>
                  </a:extLst>
                </p14:cNvPr>
                <p14:cNvContentPartPr/>
                <p14:nvPr/>
              </p14:nvContentPartPr>
              <p14:xfrm>
                <a:off x="7475400" y="5039784"/>
                <a:ext cx="322560" cy="270360"/>
              </p14:xfrm>
            </p:contentPart>
          </mc:Choice>
          <mc:Fallback xmlns="">
            <p:pic>
              <p:nvPicPr>
                <p:cNvPr id="8" name="Ink 7">
                  <a:extLst>
                    <a:ext uri="{FF2B5EF4-FFF2-40B4-BE49-F238E27FC236}">
                      <a16:creationId xmlns:a16="http://schemas.microsoft.com/office/drawing/2014/main" id="{7C649CDD-9A31-74F4-CCA8-6D4D19D4022F}"/>
                    </a:ext>
                  </a:extLst>
                </p:cNvPr>
                <p:cNvPicPr/>
                <p:nvPr/>
              </p:nvPicPr>
              <p:blipFill>
                <a:blip r:embed="rId10"/>
                <a:stretch>
                  <a:fillRect/>
                </a:stretch>
              </p:blipFill>
              <p:spPr>
                <a:xfrm>
                  <a:off x="7471080" y="5035464"/>
                  <a:ext cx="331200" cy="279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0" name="Ink 9">
                  <a:extLst>
                    <a:ext uri="{FF2B5EF4-FFF2-40B4-BE49-F238E27FC236}">
                      <a16:creationId xmlns:a16="http://schemas.microsoft.com/office/drawing/2014/main" id="{BB5CB1CA-7105-A404-9B11-F699247BF32E}"/>
                    </a:ext>
                  </a:extLst>
                </p14:cNvPr>
                <p14:cNvContentPartPr/>
                <p14:nvPr/>
              </p14:nvContentPartPr>
              <p14:xfrm>
                <a:off x="7926840" y="5055624"/>
                <a:ext cx="393840" cy="159480"/>
              </p14:xfrm>
            </p:contentPart>
          </mc:Choice>
          <mc:Fallback xmlns="">
            <p:pic>
              <p:nvPicPr>
                <p:cNvPr id="10" name="Ink 9">
                  <a:extLst>
                    <a:ext uri="{FF2B5EF4-FFF2-40B4-BE49-F238E27FC236}">
                      <a16:creationId xmlns:a16="http://schemas.microsoft.com/office/drawing/2014/main" id="{BB5CB1CA-7105-A404-9B11-F699247BF32E}"/>
                    </a:ext>
                  </a:extLst>
                </p:cNvPr>
                <p:cNvPicPr/>
                <p:nvPr/>
              </p:nvPicPr>
              <p:blipFill>
                <a:blip r:embed="rId12"/>
                <a:stretch>
                  <a:fillRect/>
                </a:stretch>
              </p:blipFill>
              <p:spPr>
                <a:xfrm>
                  <a:off x="7922520" y="5051304"/>
                  <a:ext cx="402480" cy="16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2" name="Ink 11">
                  <a:extLst>
                    <a:ext uri="{FF2B5EF4-FFF2-40B4-BE49-F238E27FC236}">
                      <a16:creationId xmlns:a16="http://schemas.microsoft.com/office/drawing/2014/main" id="{D472D4AF-9D7D-ECAD-4B2C-FBCF057E7C1F}"/>
                    </a:ext>
                  </a:extLst>
                </p14:cNvPr>
                <p14:cNvContentPartPr/>
                <p14:nvPr/>
              </p14:nvContentPartPr>
              <p14:xfrm>
                <a:off x="8419680" y="4876704"/>
                <a:ext cx="118440" cy="332640"/>
              </p14:xfrm>
            </p:contentPart>
          </mc:Choice>
          <mc:Fallback xmlns="">
            <p:pic>
              <p:nvPicPr>
                <p:cNvPr id="12" name="Ink 11">
                  <a:extLst>
                    <a:ext uri="{FF2B5EF4-FFF2-40B4-BE49-F238E27FC236}">
                      <a16:creationId xmlns:a16="http://schemas.microsoft.com/office/drawing/2014/main" id="{D472D4AF-9D7D-ECAD-4B2C-FBCF057E7C1F}"/>
                    </a:ext>
                  </a:extLst>
                </p:cNvPr>
                <p:cNvPicPr/>
                <p:nvPr/>
              </p:nvPicPr>
              <p:blipFill>
                <a:blip r:embed="rId14"/>
                <a:stretch>
                  <a:fillRect/>
                </a:stretch>
              </p:blipFill>
              <p:spPr>
                <a:xfrm>
                  <a:off x="8415360" y="4872384"/>
                  <a:ext cx="127080" cy="341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4" name="Ink 13">
                  <a:extLst>
                    <a:ext uri="{FF2B5EF4-FFF2-40B4-BE49-F238E27FC236}">
                      <a16:creationId xmlns:a16="http://schemas.microsoft.com/office/drawing/2014/main" id="{FBE4EDB1-906F-3CC7-C959-87F9DB3ACC39}"/>
                    </a:ext>
                  </a:extLst>
                </p14:cNvPr>
                <p14:cNvContentPartPr/>
                <p14:nvPr/>
              </p14:nvContentPartPr>
              <p14:xfrm>
                <a:off x="8340120" y="4824504"/>
                <a:ext cx="360" cy="360"/>
              </p14:xfrm>
            </p:contentPart>
          </mc:Choice>
          <mc:Fallback xmlns="">
            <p:pic>
              <p:nvPicPr>
                <p:cNvPr id="14" name="Ink 13">
                  <a:extLst>
                    <a:ext uri="{FF2B5EF4-FFF2-40B4-BE49-F238E27FC236}">
                      <a16:creationId xmlns:a16="http://schemas.microsoft.com/office/drawing/2014/main" id="{FBE4EDB1-906F-3CC7-C959-87F9DB3ACC39}"/>
                    </a:ext>
                  </a:extLst>
                </p:cNvPr>
                <p:cNvPicPr/>
                <p:nvPr/>
              </p:nvPicPr>
              <p:blipFill>
                <a:blip r:embed="rId16"/>
                <a:stretch>
                  <a:fillRect/>
                </a:stretch>
              </p:blipFill>
              <p:spPr>
                <a:xfrm>
                  <a:off x="8335800" y="4820184"/>
                  <a:ext cx="9000" cy="900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914400"/>
            <a:ext cx="8458200" cy="5638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914400"/>
            <a:ext cx="8077200"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838200"/>
            <a:ext cx="8001000" cy="472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33400" y="990600"/>
            <a:ext cx="8077200" cy="5181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762000"/>
            <a:ext cx="8077200" cy="5105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914400"/>
            <a:ext cx="7924800" cy="5105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762000"/>
            <a:ext cx="8001000" cy="525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838200"/>
            <a:ext cx="8153400" cy="4953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BB5AE16-772E-3AA5-8B70-9B0AB341986A}"/>
                  </a:ext>
                </a:extLst>
              </p14:cNvPr>
              <p14:cNvContentPartPr/>
              <p14:nvPr/>
            </p14:nvContentPartPr>
            <p14:xfrm>
              <a:off x="964080" y="230040"/>
              <a:ext cx="8129520" cy="6595560"/>
            </p14:xfrm>
          </p:contentPart>
        </mc:Choice>
        <mc:Fallback xmlns="">
          <p:pic>
            <p:nvPicPr>
              <p:cNvPr id="3" name="Ink 2">
                <a:extLst>
                  <a:ext uri="{FF2B5EF4-FFF2-40B4-BE49-F238E27FC236}">
                    <a16:creationId xmlns:a16="http://schemas.microsoft.com/office/drawing/2014/main" id="{1BB5AE16-772E-3AA5-8B70-9B0AB341986A}"/>
                  </a:ext>
                </a:extLst>
              </p:cNvPr>
              <p:cNvPicPr/>
              <p:nvPr/>
            </p:nvPicPr>
            <p:blipFill>
              <a:blip r:embed="rId4"/>
              <a:stretch>
                <a:fillRect/>
              </a:stretch>
            </p:blipFill>
            <p:spPr>
              <a:xfrm>
                <a:off x="954720" y="220680"/>
                <a:ext cx="8148240" cy="661428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200" y="685800"/>
            <a:ext cx="8153400" cy="52578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8BCBA7F-259F-E0B5-2A04-D714551E9474}"/>
                  </a:ext>
                </a:extLst>
              </p14:cNvPr>
              <p14:cNvContentPartPr/>
              <p14:nvPr/>
            </p14:nvContentPartPr>
            <p14:xfrm>
              <a:off x="1640520" y="1582920"/>
              <a:ext cx="6780240" cy="4502520"/>
            </p14:xfrm>
          </p:contentPart>
        </mc:Choice>
        <mc:Fallback xmlns="">
          <p:pic>
            <p:nvPicPr>
              <p:cNvPr id="3" name="Ink 2">
                <a:extLst>
                  <a:ext uri="{FF2B5EF4-FFF2-40B4-BE49-F238E27FC236}">
                    <a16:creationId xmlns:a16="http://schemas.microsoft.com/office/drawing/2014/main" id="{78BCBA7F-259F-E0B5-2A04-D714551E9474}"/>
                  </a:ext>
                </a:extLst>
              </p:cNvPr>
              <p:cNvPicPr/>
              <p:nvPr/>
            </p:nvPicPr>
            <p:blipFill>
              <a:blip r:embed="rId4"/>
              <a:stretch>
                <a:fillRect/>
              </a:stretch>
            </p:blipFill>
            <p:spPr>
              <a:xfrm>
                <a:off x="1631160" y="1573560"/>
                <a:ext cx="6798960" cy="452124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762000"/>
            <a:ext cx="8001000" cy="51816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6E63230-686F-D2A2-8677-20A4A676BA1D}"/>
                  </a:ext>
                </a:extLst>
              </p14:cNvPr>
              <p14:cNvContentPartPr/>
              <p14:nvPr/>
            </p14:nvContentPartPr>
            <p14:xfrm>
              <a:off x="3525480" y="5564880"/>
              <a:ext cx="4031280" cy="495360"/>
            </p14:xfrm>
          </p:contentPart>
        </mc:Choice>
        <mc:Fallback xmlns="">
          <p:pic>
            <p:nvPicPr>
              <p:cNvPr id="3" name="Ink 2">
                <a:extLst>
                  <a:ext uri="{FF2B5EF4-FFF2-40B4-BE49-F238E27FC236}">
                    <a16:creationId xmlns:a16="http://schemas.microsoft.com/office/drawing/2014/main" id="{76E63230-686F-D2A2-8677-20A4A676BA1D}"/>
                  </a:ext>
                </a:extLst>
              </p:cNvPr>
              <p:cNvPicPr/>
              <p:nvPr/>
            </p:nvPicPr>
            <p:blipFill>
              <a:blip r:embed="rId4"/>
              <a:stretch>
                <a:fillRect/>
              </a:stretch>
            </p:blipFill>
            <p:spPr>
              <a:xfrm>
                <a:off x="3516120" y="5555520"/>
                <a:ext cx="4050000" cy="51408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2378" y="1360550"/>
            <a:ext cx="7973568" cy="400824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1217866"/>
            <a:ext cx="8610600" cy="4565269"/>
          </a:xfrm>
          <a:prstGeom prst="rect">
            <a:avLst/>
          </a:prstGeom>
        </p:spPr>
      </p:pic>
      <p:grpSp>
        <p:nvGrpSpPr>
          <p:cNvPr id="6" name="Group 5">
            <a:extLst>
              <a:ext uri="{FF2B5EF4-FFF2-40B4-BE49-F238E27FC236}">
                <a16:creationId xmlns:a16="http://schemas.microsoft.com/office/drawing/2014/main" id="{7C7C2FF5-1F20-E1D3-0700-D6BFC1D4D956}"/>
              </a:ext>
            </a:extLst>
          </p:cNvPr>
          <p:cNvGrpSpPr/>
          <p:nvPr/>
        </p:nvGrpSpPr>
        <p:grpSpPr>
          <a:xfrm>
            <a:off x="24840" y="4397328"/>
            <a:ext cx="1399680" cy="1346040"/>
            <a:chOff x="24840" y="4397328"/>
            <a:chExt cx="1399680" cy="134604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C63D8F1C-5570-C21C-8B49-F7F430D1902D}"/>
                    </a:ext>
                  </a:extLst>
                </p14:cNvPr>
                <p14:cNvContentPartPr/>
                <p14:nvPr/>
              </p14:nvContentPartPr>
              <p14:xfrm>
                <a:off x="24840" y="4397328"/>
                <a:ext cx="1002240" cy="692280"/>
              </p14:xfrm>
            </p:contentPart>
          </mc:Choice>
          <mc:Fallback xmlns="">
            <p:pic>
              <p:nvPicPr>
                <p:cNvPr id="3" name="Ink 2">
                  <a:extLst>
                    <a:ext uri="{FF2B5EF4-FFF2-40B4-BE49-F238E27FC236}">
                      <a16:creationId xmlns:a16="http://schemas.microsoft.com/office/drawing/2014/main" id="{C63D8F1C-5570-C21C-8B49-F7F430D1902D}"/>
                    </a:ext>
                  </a:extLst>
                </p:cNvPr>
                <p:cNvPicPr/>
                <p:nvPr/>
              </p:nvPicPr>
              <p:blipFill>
                <a:blip r:embed="rId4"/>
                <a:stretch>
                  <a:fillRect/>
                </a:stretch>
              </p:blipFill>
              <p:spPr>
                <a:xfrm>
                  <a:off x="20520" y="4393008"/>
                  <a:ext cx="1010880" cy="700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4" name="Ink 3">
                  <a:extLst>
                    <a:ext uri="{FF2B5EF4-FFF2-40B4-BE49-F238E27FC236}">
                      <a16:creationId xmlns:a16="http://schemas.microsoft.com/office/drawing/2014/main" id="{CF812583-932C-73BA-494A-5A5F5D53C4E7}"/>
                    </a:ext>
                  </a:extLst>
                </p14:cNvPr>
                <p14:cNvContentPartPr/>
                <p14:nvPr/>
              </p14:nvContentPartPr>
              <p14:xfrm>
                <a:off x="87120" y="4703688"/>
                <a:ext cx="871200" cy="723960"/>
              </p14:xfrm>
            </p:contentPart>
          </mc:Choice>
          <mc:Fallback xmlns="">
            <p:pic>
              <p:nvPicPr>
                <p:cNvPr id="4" name="Ink 3">
                  <a:extLst>
                    <a:ext uri="{FF2B5EF4-FFF2-40B4-BE49-F238E27FC236}">
                      <a16:creationId xmlns:a16="http://schemas.microsoft.com/office/drawing/2014/main" id="{CF812583-932C-73BA-494A-5A5F5D53C4E7}"/>
                    </a:ext>
                  </a:extLst>
                </p:cNvPr>
                <p:cNvPicPr/>
                <p:nvPr/>
              </p:nvPicPr>
              <p:blipFill>
                <a:blip r:embed="rId6"/>
                <a:stretch>
                  <a:fillRect/>
                </a:stretch>
              </p:blipFill>
              <p:spPr>
                <a:xfrm>
                  <a:off x="82800" y="4699368"/>
                  <a:ext cx="879840" cy="73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5" name="Ink 4">
                  <a:extLst>
                    <a:ext uri="{FF2B5EF4-FFF2-40B4-BE49-F238E27FC236}">
                      <a16:creationId xmlns:a16="http://schemas.microsoft.com/office/drawing/2014/main" id="{EB6A27DE-4615-F009-694D-E3FE84AA2D55}"/>
                    </a:ext>
                  </a:extLst>
                </p14:cNvPr>
                <p14:cNvContentPartPr/>
                <p14:nvPr/>
              </p14:nvContentPartPr>
              <p14:xfrm>
                <a:off x="299520" y="4854168"/>
                <a:ext cx="1125000" cy="889200"/>
              </p14:xfrm>
            </p:contentPart>
          </mc:Choice>
          <mc:Fallback xmlns="">
            <p:pic>
              <p:nvPicPr>
                <p:cNvPr id="5" name="Ink 4">
                  <a:extLst>
                    <a:ext uri="{FF2B5EF4-FFF2-40B4-BE49-F238E27FC236}">
                      <a16:creationId xmlns:a16="http://schemas.microsoft.com/office/drawing/2014/main" id="{EB6A27DE-4615-F009-694D-E3FE84AA2D55}"/>
                    </a:ext>
                  </a:extLst>
                </p:cNvPr>
                <p:cNvPicPr/>
                <p:nvPr/>
              </p:nvPicPr>
              <p:blipFill>
                <a:blip r:embed="rId8"/>
                <a:stretch>
                  <a:fillRect/>
                </a:stretch>
              </p:blipFill>
              <p:spPr>
                <a:xfrm>
                  <a:off x="295200" y="4849848"/>
                  <a:ext cx="1133640" cy="897840"/>
                </a:xfrm>
                <a:prstGeom prst="rect">
                  <a:avLst/>
                </a:prstGeom>
              </p:spPr>
            </p:pic>
          </mc:Fallback>
        </mc:AlternateContent>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0951" y="1191564"/>
            <a:ext cx="8630539" cy="444017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5762" y="1787779"/>
            <a:ext cx="8349742" cy="3113659"/>
          </a:xfrm>
          <a:prstGeom prst="rect">
            <a:avLst/>
          </a:prstGeom>
        </p:spPr>
      </p:pic>
      <p:grpSp>
        <p:nvGrpSpPr>
          <p:cNvPr id="7" name="Group 6">
            <a:extLst>
              <a:ext uri="{FF2B5EF4-FFF2-40B4-BE49-F238E27FC236}">
                <a16:creationId xmlns:a16="http://schemas.microsoft.com/office/drawing/2014/main" id="{169200A0-87DB-744E-1F26-3F9701E194A4}"/>
              </a:ext>
            </a:extLst>
          </p:cNvPr>
          <p:cNvGrpSpPr/>
          <p:nvPr/>
        </p:nvGrpSpPr>
        <p:grpSpPr>
          <a:xfrm>
            <a:off x="199440" y="2166048"/>
            <a:ext cx="916200" cy="2198520"/>
            <a:chOff x="199440" y="2166048"/>
            <a:chExt cx="916200" cy="219852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9F86F5F1-21B2-CA2B-70CA-D5EF7CA55DC0}"/>
                    </a:ext>
                  </a:extLst>
                </p14:cNvPr>
                <p14:cNvContentPartPr/>
                <p14:nvPr/>
              </p14:nvContentPartPr>
              <p14:xfrm>
                <a:off x="220320" y="2166048"/>
                <a:ext cx="821520" cy="598320"/>
              </p14:xfrm>
            </p:contentPart>
          </mc:Choice>
          <mc:Fallback xmlns="">
            <p:pic>
              <p:nvPicPr>
                <p:cNvPr id="3" name="Ink 2">
                  <a:extLst>
                    <a:ext uri="{FF2B5EF4-FFF2-40B4-BE49-F238E27FC236}">
                      <a16:creationId xmlns:a16="http://schemas.microsoft.com/office/drawing/2014/main" id="{9F86F5F1-21B2-CA2B-70CA-D5EF7CA55DC0}"/>
                    </a:ext>
                  </a:extLst>
                </p:cNvPr>
                <p:cNvPicPr/>
                <p:nvPr/>
              </p:nvPicPr>
              <p:blipFill>
                <a:blip r:embed="rId4"/>
                <a:stretch>
                  <a:fillRect/>
                </a:stretch>
              </p:blipFill>
              <p:spPr>
                <a:xfrm>
                  <a:off x="216000" y="2161728"/>
                  <a:ext cx="830160" cy="60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4" name="Ink 3">
                  <a:extLst>
                    <a:ext uri="{FF2B5EF4-FFF2-40B4-BE49-F238E27FC236}">
                      <a16:creationId xmlns:a16="http://schemas.microsoft.com/office/drawing/2014/main" id="{39AABADA-34C7-B75A-EFF6-5E692DD5CC1E}"/>
                    </a:ext>
                  </a:extLst>
                </p14:cNvPr>
                <p14:cNvContentPartPr/>
                <p14:nvPr/>
              </p14:nvContentPartPr>
              <p14:xfrm>
                <a:off x="199440" y="2590848"/>
                <a:ext cx="916200" cy="790560"/>
              </p14:xfrm>
            </p:contentPart>
          </mc:Choice>
          <mc:Fallback xmlns="">
            <p:pic>
              <p:nvPicPr>
                <p:cNvPr id="4" name="Ink 3">
                  <a:extLst>
                    <a:ext uri="{FF2B5EF4-FFF2-40B4-BE49-F238E27FC236}">
                      <a16:creationId xmlns:a16="http://schemas.microsoft.com/office/drawing/2014/main" id="{39AABADA-34C7-B75A-EFF6-5E692DD5CC1E}"/>
                    </a:ext>
                  </a:extLst>
                </p:cNvPr>
                <p:cNvPicPr/>
                <p:nvPr/>
              </p:nvPicPr>
              <p:blipFill>
                <a:blip r:embed="rId6"/>
                <a:stretch>
                  <a:fillRect/>
                </a:stretch>
              </p:blipFill>
              <p:spPr>
                <a:xfrm>
                  <a:off x="195120" y="2586528"/>
                  <a:ext cx="924840" cy="799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5" name="Ink 4">
                  <a:extLst>
                    <a:ext uri="{FF2B5EF4-FFF2-40B4-BE49-F238E27FC236}">
                      <a16:creationId xmlns:a16="http://schemas.microsoft.com/office/drawing/2014/main" id="{74F87F28-F1F0-57A8-7208-0EF5022AA1BD}"/>
                    </a:ext>
                  </a:extLst>
                </p14:cNvPr>
                <p14:cNvContentPartPr/>
                <p14:nvPr/>
              </p14:nvContentPartPr>
              <p14:xfrm>
                <a:off x="255240" y="3077208"/>
                <a:ext cx="795600" cy="723240"/>
              </p14:xfrm>
            </p:contentPart>
          </mc:Choice>
          <mc:Fallback xmlns="">
            <p:pic>
              <p:nvPicPr>
                <p:cNvPr id="5" name="Ink 4">
                  <a:extLst>
                    <a:ext uri="{FF2B5EF4-FFF2-40B4-BE49-F238E27FC236}">
                      <a16:creationId xmlns:a16="http://schemas.microsoft.com/office/drawing/2014/main" id="{74F87F28-F1F0-57A8-7208-0EF5022AA1BD}"/>
                    </a:ext>
                  </a:extLst>
                </p:cNvPr>
                <p:cNvPicPr/>
                <p:nvPr/>
              </p:nvPicPr>
              <p:blipFill>
                <a:blip r:embed="rId8"/>
                <a:stretch>
                  <a:fillRect/>
                </a:stretch>
              </p:blipFill>
              <p:spPr>
                <a:xfrm>
                  <a:off x="250920" y="3072888"/>
                  <a:ext cx="804240" cy="731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87C89198-BD0C-2FB7-6436-BDE14A173FD5}"/>
                    </a:ext>
                  </a:extLst>
                </p14:cNvPr>
                <p14:cNvContentPartPr/>
                <p14:nvPr/>
              </p14:nvContentPartPr>
              <p14:xfrm>
                <a:off x="215640" y="3698928"/>
                <a:ext cx="844200" cy="665640"/>
              </p14:xfrm>
            </p:contentPart>
          </mc:Choice>
          <mc:Fallback xmlns="">
            <p:pic>
              <p:nvPicPr>
                <p:cNvPr id="6" name="Ink 5">
                  <a:extLst>
                    <a:ext uri="{FF2B5EF4-FFF2-40B4-BE49-F238E27FC236}">
                      <a16:creationId xmlns:a16="http://schemas.microsoft.com/office/drawing/2014/main" id="{87C89198-BD0C-2FB7-6436-BDE14A173FD5}"/>
                    </a:ext>
                  </a:extLst>
                </p:cNvPr>
                <p:cNvPicPr/>
                <p:nvPr/>
              </p:nvPicPr>
              <p:blipFill>
                <a:blip r:embed="rId10"/>
                <a:stretch>
                  <a:fillRect/>
                </a:stretch>
              </p:blipFill>
              <p:spPr>
                <a:xfrm>
                  <a:off x="211320" y="3694608"/>
                  <a:ext cx="852840" cy="67428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0323" y="1607058"/>
            <a:ext cx="7273417" cy="36724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Type</a:t>
            </a:r>
            <a:r>
              <a:rPr spc="-125" dirty="0"/>
              <a:t> </a:t>
            </a:r>
            <a:r>
              <a:rPr dirty="0"/>
              <a:t>of</a:t>
            </a:r>
            <a:r>
              <a:rPr spc="-125" dirty="0"/>
              <a:t> </a:t>
            </a:r>
            <a:r>
              <a:rPr spc="-10" dirty="0"/>
              <a:t>Instances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946149"/>
            <a:ext cx="8383270" cy="5608320"/>
          </a:xfrm>
          <a:prstGeom prst="rect">
            <a:avLst/>
          </a:prstGeom>
        </p:spPr>
        <p:txBody>
          <a:bodyPr vert="horz" wrap="square" lIns="0" tIns="12065" rIns="0" bIns="0" rtlCol="0">
            <a:spAutoFit/>
          </a:bodyPr>
          <a:lstStyle/>
          <a:p>
            <a:pPr marL="94615" marR="5080" algn="just">
              <a:lnSpc>
                <a:spcPct val="100000"/>
              </a:lnSpc>
              <a:spcBef>
                <a:spcPts val="95"/>
              </a:spcBef>
            </a:pPr>
            <a:r>
              <a:rPr sz="2200" spc="-110" dirty="0">
                <a:latin typeface="Times New Roman"/>
                <a:cs typeface="Times New Roman"/>
              </a:rPr>
              <a:t>Amazon</a:t>
            </a:r>
            <a:r>
              <a:rPr sz="2200" spc="-30" dirty="0">
                <a:latin typeface="Times New Roman"/>
                <a:cs typeface="Times New Roman"/>
              </a:rPr>
              <a:t> </a:t>
            </a:r>
            <a:r>
              <a:rPr sz="2200" spc="-10" dirty="0">
                <a:latin typeface="Times New Roman"/>
                <a:cs typeface="Times New Roman"/>
              </a:rPr>
              <a:t>EC2</a:t>
            </a:r>
            <a:r>
              <a:rPr sz="2200" spc="-25" dirty="0">
                <a:latin typeface="Times New Roman"/>
                <a:cs typeface="Times New Roman"/>
              </a:rPr>
              <a:t> </a:t>
            </a:r>
            <a:r>
              <a:rPr sz="2200" spc="-80" dirty="0">
                <a:latin typeface="Times New Roman"/>
                <a:cs typeface="Times New Roman"/>
              </a:rPr>
              <a:t>(Elastic</a:t>
            </a:r>
            <a:r>
              <a:rPr sz="2200" spc="-40" dirty="0">
                <a:latin typeface="Times New Roman"/>
                <a:cs typeface="Times New Roman"/>
              </a:rPr>
              <a:t> </a:t>
            </a:r>
            <a:r>
              <a:rPr sz="2200" spc="-30" dirty="0">
                <a:latin typeface="Times New Roman"/>
                <a:cs typeface="Times New Roman"/>
              </a:rPr>
              <a:t>Compute</a:t>
            </a:r>
            <a:r>
              <a:rPr sz="2200" spc="-40" dirty="0">
                <a:latin typeface="Times New Roman"/>
                <a:cs typeface="Times New Roman"/>
              </a:rPr>
              <a:t> </a:t>
            </a:r>
            <a:r>
              <a:rPr sz="2200" spc="-25" dirty="0">
                <a:latin typeface="Times New Roman"/>
                <a:cs typeface="Times New Roman"/>
              </a:rPr>
              <a:t>Cloud)</a:t>
            </a:r>
            <a:r>
              <a:rPr sz="2200" spc="-30" dirty="0">
                <a:latin typeface="Times New Roman"/>
                <a:cs typeface="Times New Roman"/>
              </a:rPr>
              <a:t> </a:t>
            </a:r>
            <a:r>
              <a:rPr sz="2200" spc="-40" dirty="0">
                <a:latin typeface="Times New Roman"/>
                <a:cs typeface="Times New Roman"/>
              </a:rPr>
              <a:t>offers</a:t>
            </a:r>
            <a:r>
              <a:rPr sz="2200" spc="-35" dirty="0">
                <a:latin typeface="Times New Roman"/>
                <a:cs typeface="Times New Roman"/>
              </a:rPr>
              <a:t> </a:t>
            </a:r>
            <a:r>
              <a:rPr sz="2200" dirty="0">
                <a:latin typeface="Times New Roman"/>
                <a:cs typeface="Times New Roman"/>
              </a:rPr>
              <a:t>a</a:t>
            </a:r>
            <a:r>
              <a:rPr sz="2200" spc="-30" dirty="0">
                <a:latin typeface="Times New Roman"/>
                <a:cs typeface="Times New Roman"/>
              </a:rPr>
              <a:t> </a:t>
            </a:r>
            <a:r>
              <a:rPr sz="2200" dirty="0">
                <a:latin typeface="Times New Roman"/>
                <a:cs typeface="Times New Roman"/>
              </a:rPr>
              <a:t>wide</a:t>
            </a:r>
            <a:r>
              <a:rPr sz="2200" spc="-35" dirty="0">
                <a:latin typeface="Times New Roman"/>
                <a:cs typeface="Times New Roman"/>
              </a:rPr>
              <a:t> </a:t>
            </a:r>
            <a:r>
              <a:rPr sz="2200" spc="-55" dirty="0">
                <a:latin typeface="Times New Roman"/>
                <a:cs typeface="Times New Roman"/>
              </a:rPr>
              <a:t>variety</a:t>
            </a:r>
            <a:r>
              <a:rPr sz="2200" spc="-40" dirty="0">
                <a:latin typeface="Times New Roman"/>
                <a:cs typeface="Times New Roman"/>
              </a:rPr>
              <a:t> </a:t>
            </a:r>
            <a:r>
              <a:rPr sz="2200" dirty="0">
                <a:latin typeface="Times New Roman"/>
                <a:cs typeface="Times New Roman"/>
              </a:rPr>
              <a:t>of</a:t>
            </a:r>
            <a:r>
              <a:rPr sz="2200" spc="-30" dirty="0">
                <a:latin typeface="Times New Roman"/>
                <a:cs typeface="Times New Roman"/>
              </a:rPr>
              <a:t> </a:t>
            </a:r>
            <a:r>
              <a:rPr sz="2200" spc="-65" dirty="0">
                <a:latin typeface="Times New Roman"/>
                <a:cs typeface="Times New Roman"/>
              </a:rPr>
              <a:t>instance</a:t>
            </a:r>
            <a:r>
              <a:rPr sz="2200" spc="-35" dirty="0">
                <a:latin typeface="Times New Roman"/>
                <a:cs typeface="Times New Roman"/>
              </a:rPr>
              <a:t> </a:t>
            </a:r>
            <a:r>
              <a:rPr sz="2200" spc="-40" dirty="0">
                <a:latin typeface="Times New Roman"/>
                <a:cs typeface="Times New Roman"/>
              </a:rPr>
              <a:t>types </a:t>
            </a:r>
            <a:r>
              <a:rPr sz="2200" spc="-85" dirty="0">
                <a:latin typeface="Times New Roman"/>
                <a:cs typeface="Times New Roman"/>
              </a:rPr>
              <a:t>tailored</a:t>
            </a:r>
            <a:r>
              <a:rPr sz="2200" spc="-55" dirty="0">
                <a:latin typeface="Times New Roman"/>
                <a:cs typeface="Times New Roman"/>
              </a:rPr>
              <a:t> </a:t>
            </a:r>
            <a:r>
              <a:rPr sz="2200" dirty="0">
                <a:latin typeface="Times New Roman"/>
                <a:cs typeface="Times New Roman"/>
              </a:rPr>
              <a:t>to</a:t>
            </a:r>
            <a:r>
              <a:rPr sz="2200" spc="-85" dirty="0">
                <a:latin typeface="Times New Roman"/>
                <a:cs typeface="Times New Roman"/>
              </a:rPr>
              <a:t> </a:t>
            </a:r>
            <a:r>
              <a:rPr sz="2200" spc="-65" dirty="0">
                <a:latin typeface="Times New Roman"/>
                <a:cs typeface="Times New Roman"/>
              </a:rPr>
              <a:t>meet</a:t>
            </a:r>
            <a:r>
              <a:rPr sz="2200" spc="-25" dirty="0">
                <a:latin typeface="Times New Roman"/>
                <a:cs typeface="Times New Roman"/>
              </a:rPr>
              <a:t> </a:t>
            </a:r>
            <a:r>
              <a:rPr sz="2200" spc="-95" dirty="0">
                <a:latin typeface="Times New Roman"/>
                <a:cs typeface="Times New Roman"/>
              </a:rPr>
              <a:t>different</a:t>
            </a:r>
            <a:r>
              <a:rPr sz="2200" dirty="0">
                <a:latin typeface="Times New Roman"/>
                <a:cs typeface="Times New Roman"/>
              </a:rPr>
              <a:t> </a:t>
            </a:r>
            <a:r>
              <a:rPr sz="2200" spc="-114" dirty="0">
                <a:latin typeface="Times New Roman"/>
                <a:cs typeface="Times New Roman"/>
              </a:rPr>
              <a:t>use</a:t>
            </a:r>
            <a:r>
              <a:rPr sz="2200" spc="5" dirty="0">
                <a:latin typeface="Times New Roman"/>
                <a:cs typeface="Times New Roman"/>
              </a:rPr>
              <a:t> </a:t>
            </a:r>
            <a:r>
              <a:rPr sz="2200" spc="-140" dirty="0">
                <a:latin typeface="Times New Roman"/>
                <a:cs typeface="Times New Roman"/>
              </a:rPr>
              <a:t>cases.</a:t>
            </a:r>
            <a:r>
              <a:rPr sz="2200" spc="5" dirty="0">
                <a:latin typeface="Times New Roman"/>
                <a:cs typeface="Times New Roman"/>
              </a:rPr>
              <a:t> </a:t>
            </a:r>
            <a:r>
              <a:rPr sz="2200" spc="-130" dirty="0">
                <a:latin typeface="Times New Roman"/>
                <a:cs typeface="Times New Roman"/>
              </a:rPr>
              <a:t>These</a:t>
            </a:r>
            <a:r>
              <a:rPr sz="2200" spc="-10" dirty="0">
                <a:latin typeface="Times New Roman"/>
                <a:cs typeface="Times New Roman"/>
              </a:rPr>
              <a:t> </a:t>
            </a:r>
            <a:r>
              <a:rPr sz="2200" spc="-105" dirty="0">
                <a:latin typeface="Times New Roman"/>
                <a:cs typeface="Times New Roman"/>
              </a:rPr>
              <a:t>instance</a:t>
            </a:r>
            <a:r>
              <a:rPr sz="2200" spc="-5" dirty="0">
                <a:latin typeface="Times New Roman"/>
                <a:cs typeface="Times New Roman"/>
              </a:rPr>
              <a:t> </a:t>
            </a:r>
            <a:r>
              <a:rPr sz="2200" spc="-100" dirty="0">
                <a:latin typeface="Times New Roman"/>
                <a:cs typeface="Times New Roman"/>
              </a:rPr>
              <a:t>types</a:t>
            </a:r>
            <a:r>
              <a:rPr sz="2200" spc="-5" dirty="0">
                <a:latin typeface="Times New Roman"/>
                <a:cs typeface="Times New Roman"/>
              </a:rPr>
              <a:t> </a:t>
            </a:r>
            <a:r>
              <a:rPr sz="2200" spc="-85" dirty="0">
                <a:latin typeface="Times New Roman"/>
                <a:cs typeface="Times New Roman"/>
              </a:rPr>
              <a:t>are</a:t>
            </a:r>
            <a:r>
              <a:rPr sz="2200" spc="-5" dirty="0">
                <a:latin typeface="Times New Roman"/>
                <a:cs typeface="Times New Roman"/>
              </a:rPr>
              <a:t> </a:t>
            </a:r>
            <a:r>
              <a:rPr sz="2200" spc="-100" dirty="0">
                <a:latin typeface="Times New Roman"/>
                <a:cs typeface="Times New Roman"/>
              </a:rPr>
              <a:t>categorized</a:t>
            </a:r>
            <a:r>
              <a:rPr sz="2200" spc="-15" dirty="0">
                <a:latin typeface="Times New Roman"/>
                <a:cs typeface="Times New Roman"/>
              </a:rPr>
              <a:t> </a:t>
            </a:r>
            <a:r>
              <a:rPr sz="2200" spc="-145" dirty="0">
                <a:latin typeface="Times New Roman"/>
                <a:cs typeface="Times New Roman"/>
              </a:rPr>
              <a:t>based</a:t>
            </a:r>
            <a:r>
              <a:rPr sz="2200" spc="10" dirty="0">
                <a:latin typeface="Times New Roman"/>
                <a:cs typeface="Times New Roman"/>
              </a:rPr>
              <a:t> </a:t>
            </a:r>
            <a:r>
              <a:rPr sz="2200" spc="-25" dirty="0">
                <a:latin typeface="Times New Roman"/>
                <a:cs typeface="Times New Roman"/>
              </a:rPr>
              <a:t>on </a:t>
            </a:r>
            <a:r>
              <a:rPr sz="2200" spc="-30" dirty="0">
                <a:latin typeface="Times New Roman"/>
                <a:cs typeface="Times New Roman"/>
              </a:rPr>
              <a:t>their</a:t>
            </a:r>
            <a:r>
              <a:rPr sz="2200" spc="-15" dirty="0">
                <a:latin typeface="Times New Roman"/>
                <a:cs typeface="Times New Roman"/>
              </a:rPr>
              <a:t> </a:t>
            </a:r>
            <a:r>
              <a:rPr sz="2200" spc="-65" dirty="0">
                <a:latin typeface="Times New Roman"/>
                <a:cs typeface="Times New Roman"/>
              </a:rPr>
              <a:t>compute,</a:t>
            </a:r>
            <a:r>
              <a:rPr sz="2200" spc="-40" dirty="0">
                <a:latin typeface="Times New Roman"/>
                <a:cs typeface="Times New Roman"/>
              </a:rPr>
              <a:t> </a:t>
            </a:r>
            <a:r>
              <a:rPr sz="2200" spc="-105" dirty="0">
                <a:latin typeface="Times New Roman"/>
                <a:cs typeface="Times New Roman"/>
              </a:rPr>
              <a:t>memory,</a:t>
            </a:r>
            <a:r>
              <a:rPr sz="2200" spc="-35" dirty="0">
                <a:latin typeface="Times New Roman"/>
                <a:cs typeface="Times New Roman"/>
              </a:rPr>
              <a:t> </a:t>
            </a:r>
            <a:r>
              <a:rPr sz="2200" spc="-80" dirty="0">
                <a:latin typeface="Times New Roman"/>
                <a:cs typeface="Times New Roman"/>
              </a:rPr>
              <a:t>storage,</a:t>
            </a:r>
            <a:r>
              <a:rPr sz="2200" spc="-50" dirty="0">
                <a:latin typeface="Times New Roman"/>
                <a:cs typeface="Times New Roman"/>
              </a:rPr>
              <a:t> </a:t>
            </a:r>
            <a:r>
              <a:rPr sz="2200" spc="-80" dirty="0">
                <a:latin typeface="Times New Roman"/>
                <a:cs typeface="Times New Roman"/>
              </a:rPr>
              <a:t>and</a:t>
            </a:r>
            <a:r>
              <a:rPr sz="2200" spc="25" dirty="0">
                <a:latin typeface="Times New Roman"/>
                <a:cs typeface="Times New Roman"/>
              </a:rPr>
              <a:t> </a:t>
            </a:r>
            <a:r>
              <a:rPr sz="2200" spc="-90" dirty="0">
                <a:latin typeface="Times New Roman"/>
                <a:cs typeface="Times New Roman"/>
              </a:rPr>
              <a:t>networking</a:t>
            </a:r>
            <a:r>
              <a:rPr sz="2200" spc="35" dirty="0">
                <a:latin typeface="Times New Roman"/>
                <a:cs typeface="Times New Roman"/>
              </a:rPr>
              <a:t> </a:t>
            </a:r>
            <a:r>
              <a:rPr sz="2200" spc="-110" dirty="0">
                <a:latin typeface="Times New Roman"/>
                <a:cs typeface="Times New Roman"/>
              </a:rPr>
              <a:t>capabilities.</a:t>
            </a:r>
            <a:r>
              <a:rPr sz="2200" spc="-25" dirty="0">
                <a:latin typeface="Times New Roman"/>
                <a:cs typeface="Times New Roman"/>
              </a:rPr>
              <a:t> </a:t>
            </a:r>
            <a:r>
              <a:rPr sz="2200" spc="-150" dirty="0">
                <a:latin typeface="Times New Roman"/>
                <a:cs typeface="Times New Roman"/>
              </a:rPr>
              <a:t>Each</a:t>
            </a:r>
            <a:r>
              <a:rPr sz="2200" spc="25" dirty="0">
                <a:latin typeface="Times New Roman"/>
                <a:cs typeface="Times New Roman"/>
              </a:rPr>
              <a:t> </a:t>
            </a:r>
            <a:r>
              <a:rPr sz="2200" spc="-95" dirty="0">
                <a:latin typeface="Times New Roman"/>
                <a:cs typeface="Times New Roman"/>
              </a:rPr>
              <a:t>instance</a:t>
            </a:r>
            <a:r>
              <a:rPr sz="2200" spc="20" dirty="0">
                <a:latin typeface="Times New Roman"/>
                <a:cs typeface="Times New Roman"/>
              </a:rPr>
              <a:t> </a:t>
            </a:r>
            <a:r>
              <a:rPr sz="2200" spc="-20" dirty="0">
                <a:latin typeface="Times New Roman"/>
                <a:cs typeface="Times New Roman"/>
              </a:rPr>
              <a:t>type </a:t>
            </a:r>
            <a:r>
              <a:rPr sz="2200" spc="-125" dirty="0">
                <a:latin typeface="Times New Roman"/>
                <a:cs typeface="Times New Roman"/>
              </a:rPr>
              <a:t>belongs</a:t>
            </a:r>
            <a:r>
              <a:rPr sz="2200" spc="-45" dirty="0">
                <a:latin typeface="Times New Roman"/>
                <a:cs typeface="Times New Roman"/>
              </a:rPr>
              <a:t> </a:t>
            </a:r>
            <a:r>
              <a:rPr sz="2200" dirty="0">
                <a:latin typeface="Times New Roman"/>
                <a:cs typeface="Times New Roman"/>
              </a:rPr>
              <a:t>to</a:t>
            </a:r>
            <a:r>
              <a:rPr sz="2200" spc="-45" dirty="0">
                <a:latin typeface="Times New Roman"/>
                <a:cs typeface="Times New Roman"/>
              </a:rPr>
              <a:t> </a:t>
            </a:r>
            <a:r>
              <a:rPr sz="2200" spc="-185" dirty="0">
                <a:latin typeface="Times New Roman"/>
                <a:cs typeface="Times New Roman"/>
              </a:rPr>
              <a:t>a</a:t>
            </a:r>
            <a:r>
              <a:rPr sz="2200" spc="-50" dirty="0">
                <a:latin typeface="Times New Roman"/>
                <a:cs typeface="Times New Roman"/>
              </a:rPr>
              <a:t> </a:t>
            </a:r>
            <a:r>
              <a:rPr sz="2200" spc="-135" dirty="0">
                <a:latin typeface="Times New Roman"/>
                <a:cs typeface="Times New Roman"/>
              </a:rPr>
              <a:t>specific</a:t>
            </a:r>
            <a:r>
              <a:rPr sz="2200" spc="-40" dirty="0">
                <a:latin typeface="Times New Roman"/>
                <a:cs typeface="Times New Roman"/>
              </a:rPr>
              <a:t> </a:t>
            </a:r>
            <a:r>
              <a:rPr sz="2200" b="1" dirty="0">
                <a:latin typeface="Times New Roman"/>
                <a:cs typeface="Times New Roman"/>
              </a:rPr>
              <a:t>instance</a:t>
            </a:r>
            <a:r>
              <a:rPr sz="2200" b="1" spc="-20" dirty="0">
                <a:latin typeface="Times New Roman"/>
                <a:cs typeface="Times New Roman"/>
              </a:rPr>
              <a:t> </a:t>
            </a:r>
            <a:r>
              <a:rPr sz="2200" b="1" spc="-25" dirty="0">
                <a:latin typeface="Times New Roman"/>
                <a:cs typeface="Times New Roman"/>
              </a:rPr>
              <a:t>family</a:t>
            </a:r>
            <a:r>
              <a:rPr sz="2200" b="1" spc="-35" dirty="0">
                <a:latin typeface="Times New Roman"/>
                <a:cs typeface="Times New Roman"/>
              </a:rPr>
              <a:t> </a:t>
            </a:r>
            <a:r>
              <a:rPr sz="2200" spc="-105" dirty="0">
                <a:latin typeface="Times New Roman"/>
                <a:cs typeface="Times New Roman"/>
              </a:rPr>
              <a:t>optimized</a:t>
            </a:r>
            <a:r>
              <a:rPr sz="2200" spc="-45" dirty="0">
                <a:latin typeface="Times New Roman"/>
                <a:cs typeface="Times New Roman"/>
              </a:rPr>
              <a:t> </a:t>
            </a:r>
            <a:r>
              <a:rPr sz="2200" spc="-80" dirty="0">
                <a:latin typeface="Times New Roman"/>
                <a:cs typeface="Times New Roman"/>
              </a:rPr>
              <a:t>for</a:t>
            </a:r>
            <a:r>
              <a:rPr sz="2200" spc="-20" dirty="0">
                <a:latin typeface="Times New Roman"/>
                <a:cs typeface="Times New Roman"/>
              </a:rPr>
              <a:t> </a:t>
            </a:r>
            <a:r>
              <a:rPr sz="2200" spc="-85" dirty="0">
                <a:latin typeface="Times New Roman"/>
                <a:cs typeface="Times New Roman"/>
              </a:rPr>
              <a:t>particular</a:t>
            </a:r>
            <a:r>
              <a:rPr sz="2200" spc="-25" dirty="0">
                <a:latin typeface="Times New Roman"/>
                <a:cs typeface="Times New Roman"/>
              </a:rPr>
              <a:t> </a:t>
            </a:r>
            <a:r>
              <a:rPr sz="2200" spc="-10" dirty="0">
                <a:latin typeface="Times New Roman"/>
                <a:cs typeface="Times New Roman"/>
              </a:rPr>
              <a:t>workloads.</a:t>
            </a:r>
            <a:endParaRPr sz="2200">
              <a:latin typeface="Times New Roman"/>
              <a:cs typeface="Times New Roman"/>
            </a:endParaRPr>
          </a:p>
          <a:p>
            <a:pPr>
              <a:lnSpc>
                <a:spcPct val="100000"/>
              </a:lnSpc>
              <a:spcBef>
                <a:spcPts val="710"/>
              </a:spcBef>
            </a:pPr>
            <a:endParaRPr sz="2200">
              <a:latin typeface="Times New Roman"/>
              <a:cs typeface="Times New Roman"/>
            </a:endParaRPr>
          </a:p>
          <a:p>
            <a:pPr marL="551815" indent="-457200">
              <a:lnSpc>
                <a:spcPct val="100000"/>
              </a:lnSpc>
              <a:spcBef>
                <a:spcPts val="5"/>
              </a:spcBef>
              <a:buAutoNum type="arabicPeriod"/>
              <a:tabLst>
                <a:tab pos="551815" algn="l"/>
              </a:tabLst>
            </a:pPr>
            <a:r>
              <a:rPr sz="2200" b="1" spc="-40" dirty="0">
                <a:latin typeface="Times New Roman"/>
                <a:cs typeface="Times New Roman"/>
              </a:rPr>
              <a:t>General</a:t>
            </a:r>
            <a:r>
              <a:rPr sz="2200" b="1" spc="-75" dirty="0">
                <a:latin typeface="Times New Roman"/>
                <a:cs typeface="Times New Roman"/>
              </a:rPr>
              <a:t> </a:t>
            </a:r>
            <a:r>
              <a:rPr sz="2200" b="1" spc="-10" dirty="0">
                <a:latin typeface="Times New Roman"/>
                <a:cs typeface="Times New Roman"/>
              </a:rPr>
              <a:t>Purpose</a:t>
            </a:r>
            <a:r>
              <a:rPr sz="2200" b="1" spc="-75" dirty="0">
                <a:latin typeface="Times New Roman"/>
                <a:cs typeface="Times New Roman"/>
              </a:rPr>
              <a:t> </a:t>
            </a:r>
            <a:r>
              <a:rPr sz="2200" b="1" spc="-10" dirty="0">
                <a:latin typeface="Times New Roman"/>
                <a:cs typeface="Times New Roman"/>
              </a:rPr>
              <a:t>Instances</a:t>
            </a:r>
            <a:endParaRPr sz="2200">
              <a:latin typeface="Times New Roman"/>
              <a:cs typeface="Times New Roman"/>
            </a:endParaRPr>
          </a:p>
          <a:p>
            <a:pPr>
              <a:lnSpc>
                <a:spcPct val="100000"/>
              </a:lnSpc>
              <a:spcBef>
                <a:spcPts val="105"/>
              </a:spcBef>
              <a:buFont typeface="Times New Roman"/>
              <a:buAutoNum type="arabicPeriod"/>
            </a:pPr>
            <a:endParaRPr sz="2200">
              <a:latin typeface="Times New Roman"/>
              <a:cs typeface="Times New Roman"/>
            </a:endParaRPr>
          </a:p>
          <a:p>
            <a:pPr marL="193040" lvl="1" indent="-106045">
              <a:lnSpc>
                <a:spcPct val="100000"/>
              </a:lnSpc>
              <a:spcBef>
                <a:spcPts val="5"/>
              </a:spcBef>
              <a:buSzPct val="95454"/>
              <a:buFont typeface="Times New Roman"/>
              <a:buChar char="•"/>
              <a:tabLst>
                <a:tab pos="193040" algn="l"/>
              </a:tabLst>
            </a:pPr>
            <a:r>
              <a:rPr sz="2200" b="1" spc="-20" dirty="0">
                <a:latin typeface="Times New Roman"/>
                <a:cs typeface="Times New Roman"/>
              </a:rPr>
              <a:t>Balanced</a:t>
            </a:r>
            <a:r>
              <a:rPr sz="2200" b="1" spc="15" dirty="0">
                <a:latin typeface="Times New Roman"/>
                <a:cs typeface="Times New Roman"/>
              </a:rPr>
              <a:t> </a:t>
            </a:r>
            <a:r>
              <a:rPr sz="2200" b="1" dirty="0">
                <a:latin typeface="Times New Roman"/>
                <a:cs typeface="Times New Roman"/>
              </a:rPr>
              <a:t>compute,</a:t>
            </a:r>
            <a:r>
              <a:rPr sz="2200" b="1" spc="-75" dirty="0">
                <a:latin typeface="Times New Roman"/>
                <a:cs typeface="Times New Roman"/>
              </a:rPr>
              <a:t> </a:t>
            </a:r>
            <a:r>
              <a:rPr sz="2200" b="1" spc="-45" dirty="0">
                <a:latin typeface="Times New Roman"/>
                <a:cs typeface="Times New Roman"/>
              </a:rPr>
              <a:t>memory,</a:t>
            </a:r>
            <a:r>
              <a:rPr sz="2200" b="1" spc="-95" dirty="0">
                <a:latin typeface="Times New Roman"/>
                <a:cs typeface="Times New Roman"/>
              </a:rPr>
              <a:t> </a:t>
            </a:r>
            <a:r>
              <a:rPr sz="2200" b="1" dirty="0">
                <a:latin typeface="Times New Roman"/>
                <a:cs typeface="Times New Roman"/>
              </a:rPr>
              <a:t>and</a:t>
            </a:r>
            <a:r>
              <a:rPr sz="2200" b="1" spc="15" dirty="0">
                <a:latin typeface="Times New Roman"/>
                <a:cs typeface="Times New Roman"/>
              </a:rPr>
              <a:t> </a:t>
            </a:r>
            <a:r>
              <a:rPr sz="2200" b="1" dirty="0">
                <a:latin typeface="Times New Roman"/>
                <a:cs typeface="Times New Roman"/>
              </a:rPr>
              <a:t>networking</a:t>
            </a:r>
            <a:r>
              <a:rPr sz="2200" b="1" spc="15" dirty="0">
                <a:latin typeface="Times New Roman"/>
                <a:cs typeface="Times New Roman"/>
              </a:rPr>
              <a:t> </a:t>
            </a:r>
            <a:r>
              <a:rPr sz="2200" b="1" spc="-10" dirty="0">
                <a:latin typeface="Times New Roman"/>
                <a:cs typeface="Times New Roman"/>
              </a:rPr>
              <a:t>resources.</a:t>
            </a:r>
            <a:endParaRPr sz="2200">
              <a:latin typeface="Times New Roman"/>
              <a:cs typeface="Times New Roman"/>
            </a:endParaRPr>
          </a:p>
          <a:p>
            <a:pPr marL="94615" marR="243204" lvl="1" indent="-7620">
              <a:lnSpc>
                <a:spcPct val="100000"/>
              </a:lnSpc>
              <a:buSzPct val="95454"/>
              <a:buChar char="•"/>
              <a:tabLst>
                <a:tab pos="193040" algn="l"/>
              </a:tabLst>
            </a:pPr>
            <a:r>
              <a:rPr sz="2200" spc="-135" dirty="0">
                <a:latin typeface="Times New Roman"/>
                <a:cs typeface="Times New Roman"/>
              </a:rPr>
              <a:t>	Ideal</a:t>
            </a:r>
            <a:r>
              <a:rPr sz="2200" spc="-20" dirty="0">
                <a:latin typeface="Times New Roman"/>
                <a:cs typeface="Times New Roman"/>
              </a:rPr>
              <a:t> </a:t>
            </a:r>
            <a:r>
              <a:rPr sz="2200" spc="-90" dirty="0">
                <a:latin typeface="Times New Roman"/>
                <a:cs typeface="Times New Roman"/>
              </a:rPr>
              <a:t>for</a:t>
            </a:r>
            <a:r>
              <a:rPr sz="2200" spc="10" dirty="0">
                <a:latin typeface="Times New Roman"/>
                <a:cs typeface="Times New Roman"/>
              </a:rPr>
              <a:t> </a:t>
            </a:r>
            <a:r>
              <a:rPr sz="2200" spc="-125" dirty="0">
                <a:latin typeface="Times New Roman"/>
                <a:cs typeface="Times New Roman"/>
              </a:rPr>
              <a:t>applications</a:t>
            </a:r>
            <a:r>
              <a:rPr sz="2200" spc="5" dirty="0">
                <a:latin typeface="Times New Roman"/>
                <a:cs typeface="Times New Roman"/>
              </a:rPr>
              <a:t> </a:t>
            </a:r>
            <a:r>
              <a:rPr sz="2200" spc="-95" dirty="0">
                <a:latin typeface="Times New Roman"/>
                <a:cs typeface="Times New Roman"/>
              </a:rPr>
              <a:t>with</a:t>
            </a:r>
            <a:r>
              <a:rPr sz="2200" spc="-25" dirty="0">
                <a:latin typeface="Times New Roman"/>
                <a:cs typeface="Times New Roman"/>
              </a:rPr>
              <a:t> </a:t>
            </a:r>
            <a:r>
              <a:rPr sz="2200" spc="-114" dirty="0">
                <a:latin typeface="Times New Roman"/>
                <a:cs typeface="Times New Roman"/>
              </a:rPr>
              <a:t>diverse</a:t>
            </a:r>
            <a:r>
              <a:rPr sz="2200" dirty="0">
                <a:latin typeface="Times New Roman"/>
                <a:cs typeface="Times New Roman"/>
              </a:rPr>
              <a:t> </a:t>
            </a:r>
            <a:r>
              <a:rPr sz="2200" spc="-110" dirty="0">
                <a:latin typeface="Times New Roman"/>
                <a:cs typeface="Times New Roman"/>
              </a:rPr>
              <a:t>workloads,</a:t>
            </a:r>
            <a:r>
              <a:rPr sz="2200" spc="-105" dirty="0">
                <a:latin typeface="Times New Roman"/>
                <a:cs typeface="Times New Roman"/>
              </a:rPr>
              <a:t> </a:t>
            </a:r>
            <a:r>
              <a:rPr sz="2200" spc="-135" dirty="0">
                <a:latin typeface="Times New Roman"/>
                <a:cs typeface="Times New Roman"/>
              </a:rPr>
              <a:t>such</a:t>
            </a:r>
            <a:r>
              <a:rPr sz="2200" dirty="0">
                <a:latin typeface="Times New Roman"/>
                <a:cs typeface="Times New Roman"/>
              </a:rPr>
              <a:t> </a:t>
            </a:r>
            <a:r>
              <a:rPr sz="2200" spc="-180" dirty="0">
                <a:latin typeface="Times New Roman"/>
                <a:cs typeface="Times New Roman"/>
              </a:rPr>
              <a:t>as</a:t>
            </a:r>
            <a:r>
              <a:rPr sz="2200" spc="-5" dirty="0">
                <a:latin typeface="Times New Roman"/>
                <a:cs typeface="Times New Roman"/>
              </a:rPr>
              <a:t> </a:t>
            </a:r>
            <a:r>
              <a:rPr sz="2200" spc="-145" dirty="0">
                <a:latin typeface="Times New Roman"/>
                <a:cs typeface="Times New Roman"/>
              </a:rPr>
              <a:t>web</a:t>
            </a:r>
            <a:r>
              <a:rPr sz="2200" spc="-15" dirty="0">
                <a:latin typeface="Times New Roman"/>
                <a:cs typeface="Times New Roman"/>
              </a:rPr>
              <a:t> </a:t>
            </a:r>
            <a:r>
              <a:rPr sz="2200" spc="-75" dirty="0">
                <a:latin typeface="Times New Roman"/>
                <a:cs typeface="Times New Roman"/>
              </a:rPr>
              <a:t>servers,</a:t>
            </a:r>
            <a:r>
              <a:rPr sz="2200" spc="-85" dirty="0">
                <a:latin typeface="Times New Roman"/>
                <a:cs typeface="Times New Roman"/>
              </a:rPr>
              <a:t> </a:t>
            </a:r>
            <a:r>
              <a:rPr sz="2200" spc="-135" dirty="0">
                <a:latin typeface="Times New Roman"/>
                <a:cs typeface="Times New Roman"/>
              </a:rPr>
              <a:t>app</a:t>
            </a:r>
            <a:r>
              <a:rPr sz="2200" dirty="0">
                <a:latin typeface="Times New Roman"/>
                <a:cs typeface="Times New Roman"/>
              </a:rPr>
              <a:t> </a:t>
            </a:r>
            <a:r>
              <a:rPr sz="2200" spc="-10" dirty="0">
                <a:latin typeface="Times New Roman"/>
                <a:cs typeface="Times New Roman"/>
              </a:rPr>
              <a:t>servers, </a:t>
            </a:r>
            <a:r>
              <a:rPr sz="2200" spc="-130" dirty="0">
                <a:latin typeface="Times New Roman"/>
                <a:cs typeface="Times New Roman"/>
              </a:rPr>
              <a:t>and</a:t>
            </a:r>
            <a:r>
              <a:rPr sz="2200" dirty="0">
                <a:latin typeface="Times New Roman"/>
                <a:cs typeface="Times New Roman"/>
              </a:rPr>
              <a:t> </a:t>
            </a:r>
            <a:r>
              <a:rPr sz="2200" spc="-110" dirty="0">
                <a:latin typeface="Times New Roman"/>
                <a:cs typeface="Times New Roman"/>
              </a:rPr>
              <a:t>development</a:t>
            </a:r>
            <a:r>
              <a:rPr sz="2200" spc="25" dirty="0">
                <a:latin typeface="Times New Roman"/>
                <a:cs typeface="Times New Roman"/>
              </a:rPr>
              <a:t> </a:t>
            </a:r>
            <a:r>
              <a:rPr sz="2200" spc="-10" dirty="0">
                <a:latin typeface="Times New Roman"/>
                <a:cs typeface="Times New Roman"/>
              </a:rPr>
              <a:t>environments.</a:t>
            </a:r>
            <a:endParaRPr sz="2200">
              <a:latin typeface="Times New Roman"/>
              <a:cs typeface="Times New Roman"/>
            </a:endParaRPr>
          </a:p>
          <a:p>
            <a:pPr marL="193040" lvl="1" indent="-106045">
              <a:lnSpc>
                <a:spcPct val="100000"/>
              </a:lnSpc>
              <a:buSzPct val="95454"/>
              <a:buChar char="•"/>
              <a:tabLst>
                <a:tab pos="193040" algn="l"/>
              </a:tabLst>
            </a:pPr>
            <a:r>
              <a:rPr sz="2200" spc="-10" dirty="0">
                <a:latin typeface="Times New Roman"/>
                <a:cs typeface="Times New Roman"/>
              </a:rPr>
              <a:t>Examples:</a:t>
            </a:r>
            <a:endParaRPr sz="2200">
              <a:latin typeface="Times New Roman"/>
              <a:cs typeface="Times New Roman"/>
            </a:endParaRPr>
          </a:p>
          <a:p>
            <a:pPr marL="650875" lvl="2" indent="-106045">
              <a:lnSpc>
                <a:spcPct val="100000"/>
              </a:lnSpc>
              <a:buSzPct val="95454"/>
              <a:buFont typeface="Times New Roman"/>
              <a:buChar char="•"/>
              <a:tabLst>
                <a:tab pos="650875" algn="l"/>
              </a:tabLst>
            </a:pPr>
            <a:r>
              <a:rPr sz="2200" b="1" spc="-240" dirty="0">
                <a:latin typeface="Times New Roman"/>
                <a:cs typeface="Times New Roman"/>
              </a:rPr>
              <a:t>T</a:t>
            </a:r>
            <a:r>
              <a:rPr sz="2200" b="1" spc="-45" dirty="0">
                <a:latin typeface="Times New Roman"/>
                <a:cs typeface="Times New Roman"/>
              </a:rPr>
              <a:t> </a:t>
            </a:r>
            <a:r>
              <a:rPr sz="2200" b="1" spc="-25" dirty="0">
                <a:latin typeface="Times New Roman"/>
                <a:cs typeface="Times New Roman"/>
              </a:rPr>
              <a:t>Series</a:t>
            </a:r>
            <a:r>
              <a:rPr sz="2200" b="1" spc="-40" dirty="0">
                <a:latin typeface="Times New Roman"/>
                <a:cs typeface="Times New Roman"/>
              </a:rPr>
              <a:t> </a:t>
            </a:r>
            <a:r>
              <a:rPr sz="2200" b="1" spc="-25" dirty="0">
                <a:latin typeface="Times New Roman"/>
                <a:cs typeface="Times New Roman"/>
              </a:rPr>
              <a:t>(Burstable</a:t>
            </a:r>
            <a:r>
              <a:rPr sz="2200" b="1" spc="-30" dirty="0">
                <a:latin typeface="Times New Roman"/>
                <a:cs typeface="Times New Roman"/>
              </a:rPr>
              <a:t> Performance)</a:t>
            </a:r>
            <a:r>
              <a:rPr sz="2200" spc="-30" dirty="0">
                <a:latin typeface="Times New Roman"/>
                <a:cs typeface="Times New Roman"/>
              </a:rPr>
              <a:t>:</a:t>
            </a:r>
            <a:r>
              <a:rPr sz="2200" spc="-125" dirty="0">
                <a:latin typeface="Times New Roman"/>
                <a:cs typeface="Times New Roman"/>
              </a:rPr>
              <a:t> </a:t>
            </a:r>
            <a:r>
              <a:rPr sz="2200" dirty="0">
                <a:latin typeface="Times New Roman"/>
                <a:cs typeface="Times New Roman"/>
              </a:rPr>
              <a:t>t2,</a:t>
            </a:r>
            <a:r>
              <a:rPr sz="2200" spc="-130" dirty="0">
                <a:latin typeface="Times New Roman"/>
                <a:cs typeface="Times New Roman"/>
              </a:rPr>
              <a:t> </a:t>
            </a:r>
            <a:r>
              <a:rPr sz="2200" dirty="0">
                <a:latin typeface="Times New Roman"/>
                <a:cs typeface="Times New Roman"/>
              </a:rPr>
              <a:t>t3,</a:t>
            </a:r>
            <a:r>
              <a:rPr sz="2200" spc="-135" dirty="0">
                <a:latin typeface="Times New Roman"/>
                <a:cs typeface="Times New Roman"/>
              </a:rPr>
              <a:t> </a:t>
            </a:r>
            <a:r>
              <a:rPr sz="2200" spc="-25" dirty="0">
                <a:latin typeface="Times New Roman"/>
                <a:cs typeface="Times New Roman"/>
              </a:rPr>
              <a:t>t4g</a:t>
            </a:r>
            <a:endParaRPr sz="2200">
              <a:latin typeface="Times New Roman"/>
              <a:cs typeface="Times New Roman"/>
            </a:endParaRPr>
          </a:p>
          <a:p>
            <a:pPr marL="1108075" lvl="3" indent="-106045">
              <a:lnSpc>
                <a:spcPct val="100000"/>
              </a:lnSpc>
              <a:buSzPct val="95454"/>
              <a:buChar char="•"/>
              <a:tabLst>
                <a:tab pos="1108075" algn="l"/>
              </a:tabLst>
            </a:pPr>
            <a:r>
              <a:rPr sz="2200" spc="-95" dirty="0">
                <a:latin typeface="Times New Roman"/>
                <a:cs typeface="Times New Roman"/>
              </a:rPr>
              <a:t>Cost-</a:t>
            </a:r>
            <a:r>
              <a:rPr sz="2200" spc="-130" dirty="0">
                <a:latin typeface="Times New Roman"/>
                <a:cs typeface="Times New Roman"/>
              </a:rPr>
              <a:t>effective</a:t>
            </a:r>
            <a:r>
              <a:rPr sz="2200" spc="-15" dirty="0">
                <a:latin typeface="Times New Roman"/>
                <a:cs typeface="Times New Roman"/>
              </a:rPr>
              <a:t> </a:t>
            </a:r>
            <a:r>
              <a:rPr sz="2200" spc="-95" dirty="0">
                <a:latin typeface="Times New Roman"/>
                <a:cs typeface="Times New Roman"/>
              </a:rPr>
              <a:t>for</a:t>
            </a:r>
            <a:r>
              <a:rPr sz="2200" spc="-15" dirty="0">
                <a:latin typeface="Times New Roman"/>
                <a:cs typeface="Times New Roman"/>
              </a:rPr>
              <a:t> </a:t>
            </a:r>
            <a:r>
              <a:rPr sz="2200" spc="-135" dirty="0">
                <a:latin typeface="Times New Roman"/>
                <a:cs typeface="Times New Roman"/>
              </a:rPr>
              <a:t>low</a:t>
            </a:r>
            <a:r>
              <a:rPr sz="2200" spc="-30" dirty="0">
                <a:latin typeface="Times New Roman"/>
                <a:cs typeface="Times New Roman"/>
              </a:rPr>
              <a:t> </a:t>
            </a:r>
            <a:r>
              <a:rPr sz="2200" dirty="0">
                <a:latin typeface="Times New Roman"/>
                <a:cs typeface="Times New Roman"/>
              </a:rPr>
              <a:t>to</a:t>
            </a:r>
            <a:r>
              <a:rPr sz="2200" spc="-30" dirty="0">
                <a:latin typeface="Times New Roman"/>
                <a:cs typeface="Times New Roman"/>
              </a:rPr>
              <a:t> </a:t>
            </a:r>
            <a:r>
              <a:rPr sz="2200" spc="-90" dirty="0">
                <a:latin typeface="Times New Roman"/>
                <a:cs typeface="Times New Roman"/>
              </a:rPr>
              <a:t>moderate</a:t>
            </a:r>
            <a:r>
              <a:rPr sz="2200" spc="-25" dirty="0">
                <a:latin typeface="Times New Roman"/>
                <a:cs typeface="Times New Roman"/>
              </a:rPr>
              <a:t> </a:t>
            </a:r>
            <a:r>
              <a:rPr sz="2200" spc="-10" dirty="0">
                <a:latin typeface="Times New Roman"/>
                <a:cs typeface="Times New Roman"/>
              </a:rPr>
              <a:t>workloads.</a:t>
            </a:r>
            <a:endParaRPr sz="2200">
              <a:latin typeface="Times New Roman"/>
              <a:cs typeface="Times New Roman"/>
            </a:endParaRPr>
          </a:p>
          <a:p>
            <a:pPr marL="650875" lvl="2" indent="-106045">
              <a:lnSpc>
                <a:spcPct val="100000"/>
              </a:lnSpc>
              <a:spcBef>
                <a:spcPts val="5"/>
              </a:spcBef>
              <a:buSzPct val="95454"/>
              <a:buFont typeface="Times New Roman"/>
              <a:buChar char="•"/>
              <a:tabLst>
                <a:tab pos="650875" algn="l"/>
              </a:tabLst>
            </a:pPr>
            <a:r>
              <a:rPr sz="2200" b="1" spc="-110" dirty="0">
                <a:latin typeface="Times New Roman"/>
                <a:cs typeface="Times New Roman"/>
              </a:rPr>
              <a:t>M</a:t>
            </a:r>
            <a:r>
              <a:rPr sz="2200" b="1" spc="-35" dirty="0">
                <a:latin typeface="Times New Roman"/>
                <a:cs typeface="Times New Roman"/>
              </a:rPr>
              <a:t> </a:t>
            </a:r>
            <a:r>
              <a:rPr sz="2200" b="1" spc="-30" dirty="0">
                <a:latin typeface="Times New Roman"/>
                <a:cs typeface="Times New Roman"/>
              </a:rPr>
              <a:t>Series</a:t>
            </a:r>
            <a:r>
              <a:rPr sz="2200" spc="-30" dirty="0">
                <a:latin typeface="Times New Roman"/>
                <a:cs typeface="Times New Roman"/>
              </a:rPr>
              <a:t>:</a:t>
            </a:r>
            <a:r>
              <a:rPr sz="2200" spc="-120" dirty="0">
                <a:latin typeface="Times New Roman"/>
                <a:cs typeface="Times New Roman"/>
              </a:rPr>
              <a:t> </a:t>
            </a:r>
            <a:r>
              <a:rPr sz="2200" spc="-60" dirty="0">
                <a:latin typeface="Times New Roman"/>
                <a:cs typeface="Times New Roman"/>
              </a:rPr>
              <a:t>m5,</a:t>
            </a:r>
            <a:r>
              <a:rPr sz="2200" spc="-110" dirty="0">
                <a:latin typeface="Times New Roman"/>
                <a:cs typeface="Times New Roman"/>
              </a:rPr>
              <a:t> </a:t>
            </a:r>
            <a:r>
              <a:rPr sz="2200" spc="-105" dirty="0">
                <a:latin typeface="Times New Roman"/>
                <a:cs typeface="Times New Roman"/>
              </a:rPr>
              <a:t>m6g,</a:t>
            </a:r>
            <a:r>
              <a:rPr sz="2200" spc="-120" dirty="0">
                <a:latin typeface="Times New Roman"/>
                <a:cs typeface="Times New Roman"/>
              </a:rPr>
              <a:t> </a:t>
            </a:r>
            <a:r>
              <a:rPr sz="2200" spc="-25" dirty="0">
                <a:latin typeface="Times New Roman"/>
                <a:cs typeface="Times New Roman"/>
              </a:rPr>
              <a:t>m7i</a:t>
            </a:r>
            <a:endParaRPr sz="2200">
              <a:latin typeface="Times New Roman"/>
              <a:cs typeface="Times New Roman"/>
            </a:endParaRPr>
          </a:p>
          <a:p>
            <a:pPr marL="1108075" lvl="3" indent="-106045">
              <a:lnSpc>
                <a:spcPct val="100000"/>
              </a:lnSpc>
              <a:buSzPct val="95454"/>
              <a:buChar char="•"/>
              <a:tabLst>
                <a:tab pos="1108075" algn="l"/>
              </a:tabLst>
            </a:pPr>
            <a:r>
              <a:rPr sz="2200" spc="-160" dirty="0">
                <a:latin typeface="Times New Roman"/>
                <a:cs typeface="Times New Roman"/>
              </a:rPr>
              <a:t>Balanced</a:t>
            </a:r>
            <a:r>
              <a:rPr sz="2200" spc="-20" dirty="0">
                <a:latin typeface="Times New Roman"/>
                <a:cs typeface="Times New Roman"/>
              </a:rPr>
              <a:t> </a:t>
            </a:r>
            <a:r>
              <a:rPr sz="2200" spc="-95" dirty="0">
                <a:latin typeface="Times New Roman"/>
                <a:cs typeface="Times New Roman"/>
              </a:rPr>
              <a:t>performance</a:t>
            </a:r>
            <a:r>
              <a:rPr sz="2200" dirty="0">
                <a:latin typeface="Times New Roman"/>
                <a:cs typeface="Times New Roman"/>
              </a:rPr>
              <a:t> </a:t>
            </a:r>
            <a:r>
              <a:rPr sz="2200" spc="-90" dirty="0">
                <a:latin typeface="Times New Roman"/>
                <a:cs typeface="Times New Roman"/>
              </a:rPr>
              <a:t>for</a:t>
            </a:r>
            <a:r>
              <a:rPr sz="2200" spc="-20" dirty="0">
                <a:latin typeface="Times New Roman"/>
                <a:cs typeface="Times New Roman"/>
              </a:rPr>
              <a:t> </a:t>
            </a:r>
            <a:r>
              <a:rPr sz="2200" spc="-185" dirty="0">
                <a:latin typeface="Times New Roman"/>
                <a:cs typeface="Times New Roman"/>
              </a:rPr>
              <a:t>a</a:t>
            </a:r>
            <a:r>
              <a:rPr sz="2200" spc="-35" dirty="0">
                <a:latin typeface="Times New Roman"/>
                <a:cs typeface="Times New Roman"/>
              </a:rPr>
              <a:t> </a:t>
            </a:r>
            <a:r>
              <a:rPr sz="2200" spc="-114" dirty="0">
                <a:latin typeface="Times New Roman"/>
                <a:cs typeface="Times New Roman"/>
              </a:rPr>
              <a:t>wide</a:t>
            </a:r>
            <a:r>
              <a:rPr sz="2200" spc="-40" dirty="0">
                <a:latin typeface="Times New Roman"/>
                <a:cs typeface="Times New Roman"/>
              </a:rPr>
              <a:t> </a:t>
            </a:r>
            <a:r>
              <a:rPr sz="2200" spc="-114" dirty="0">
                <a:latin typeface="Times New Roman"/>
                <a:cs typeface="Times New Roman"/>
              </a:rPr>
              <a:t>range</a:t>
            </a:r>
            <a:r>
              <a:rPr sz="2200" spc="-20" dirty="0">
                <a:latin typeface="Times New Roman"/>
                <a:cs typeface="Times New Roman"/>
              </a:rPr>
              <a:t> </a:t>
            </a:r>
            <a:r>
              <a:rPr sz="2200" spc="-145" dirty="0">
                <a:latin typeface="Times New Roman"/>
                <a:cs typeface="Times New Roman"/>
              </a:rPr>
              <a:t>of</a:t>
            </a:r>
            <a:r>
              <a:rPr sz="2200" spc="-25" dirty="0">
                <a:latin typeface="Times New Roman"/>
                <a:cs typeface="Times New Roman"/>
              </a:rPr>
              <a:t> </a:t>
            </a:r>
            <a:r>
              <a:rPr sz="2200" spc="-20" dirty="0">
                <a:latin typeface="Times New Roman"/>
                <a:cs typeface="Times New Roman"/>
              </a:rPr>
              <a:t>applications.</a:t>
            </a:r>
            <a:endParaRPr sz="2200">
              <a:latin typeface="Times New Roman"/>
              <a:cs typeface="Times New Roman"/>
            </a:endParaRPr>
          </a:p>
          <a:p>
            <a:pPr marL="12700">
              <a:lnSpc>
                <a:spcPct val="100000"/>
              </a:lnSpc>
              <a:spcBef>
                <a:spcPts val="2070"/>
              </a:spcBef>
            </a:pPr>
            <a:r>
              <a:rPr sz="1400" spc="-25" dirty="0">
                <a:solidFill>
                  <a:srgbClr val="FFFFFF"/>
                </a:solidFill>
                <a:latin typeface="Franklin Gothic Medium"/>
                <a:cs typeface="Franklin Gothic Medium"/>
              </a:rPr>
              <a:t>22</a:t>
            </a:r>
            <a:endParaRPr sz="1400">
              <a:latin typeface="Franklin Gothic Medium"/>
              <a:cs typeface="Franklin Gothic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Type</a:t>
            </a:r>
            <a:r>
              <a:rPr spc="-125" dirty="0"/>
              <a:t> </a:t>
            </a:r>
            <a:r>
              <a:rPr dirty="0"/>
              <a:t>of</a:t>
            </a:r>
            <a:r>
              <a:rPr spc="-125" dirty="0"/>
              <a:t> </a:t>
            </a:r>
            <a:r>
              <a:rPr spc="-10" dirty="0"/>
              <a:t>Instances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23</a:t>
            </a:r>
            <a:endParaRPr sz="1400">
              <a:latin typeface="Franklin Gothic Medium"/>
              <a:cs typeface="Franklin Gothic Medium"/>
            </a:endParaRPr>
          </a:p>
        </p:txBody>
      </p:sp>
      <p:sp>
        <p:nvSpPr>
          <p:cNvPr id="5" name="object 5"/>
          <p:cNvSpPr txBox="1"/>
          <p:nvPr/>
        </p:nvSpPr>
        <p:spPr>
          <a:xfrm>
            <a:off x="338429" y="1308861"/>
            <a:ext cx="8289290" cy="4781550"/>
          </a:xfrm>
          <a:prstGeom prst="rect">
            <a:avLst/>
          </a:prstGeom>
        </p:spPr>
        <p:txBody>
          <a:bodyPr vert="horz" wrap="square" lIns="0" tIns="12700" rIns="0" bIns="0" rtlCol="0">
            <a:spAutoFit/>
          </a:bodyPr>
          <a:lstStyle/>
          <a:p>
            <a:pPr marL="288290" indent="-275590">
              <a:lnSpc>
                <a:spcPct val="100000"/>
              </a:lnSpc>
              <a:spcBef>
                <a:spcPts val="100"/>
              </a:spcBef>
              <a:buAutoNum type="arabicPeriod" startAt="2"/>
              <a:tabLst>
                <a:tab pos="288290" algn="l"/>
              </a:tabLst>
            </a:pPr>
            <a:r>
              <a:rPr sz="2400" b="1" spc="-20" dirty="0">
                <a:latin typeface="Times New Roman"/>
                <a:cs typeface="Times New Roman"/>
              </a:rPr>
              <a:t>Compute-</a:t>
            </a:r>
            <a:r>
              <a:rPr sz="2400" b="1" dirty="0">
                <a:latin typeface="Times New Roman"/>
                <a:cs typeface="Times New Roman"/>
              </a:rPr>
              <a:t>Optimized</a:t>
            </a:r>
            <a:r>
              <a:rPr sz="2400" b="1" spc="-15" dirty="0">
                <a:latin typeface="Times New Roman"/>
                <a:cs typeface="Times New Roman"/>
              </a:rPr>
              <a:t> </a:t>
            </a:r>
            <a:r>
              <a:rPr sz="2400" b="1" spc="-10" dirty="0">
                <a:latin typeface="Times New Roman"/>
                <a:cs typeface="Times New Roman"/>
              </a:rPr>
              <a:t>Instances</a:t>
            </a:r>
            <a:endParaRPr sz="2400">
              <a:latin typeface="Times New Roman"/>
              <a:cs typeface="Times New Roman"/>
            </a:endParaRPr>
          </a:p>
          <a:p>
            <a:pPr marL="119380" lvl="1" indent="-114300">
              <a:lnSpc>
                <a:spcPct val="100000"/>
              </a:lnSpc>
              <a:buSzPct val="95833"/>
              <a:buFont typeface="Times New Roman"/>
              <a:buChar char="•"/>
              <a:tabLst>
                <a:tab pos="119380" algn="l"/>
              </a:tabLst>
            </a:pPr>
            <a:r>
              <a:rPr sz="2400" b="1" dirty="0">
                <a:latin typeface="Times New Roman"/>
                <a:cs typeface="Times New Roman"/>
              </a:rPr>
              <a:t>High-performance</a:t>
            </a:r>
            <a:r>
              <a:rPr sz="2400" b="1" spc="-15" dirty="0">
                <a:latin typeface="Times New Roman"/>
                <a:cs typeface="Times New Roman"/>
              </a:rPr>
              <a:t> </a:t>
            </a:r>
            <a:r>
              <a:rPr sz="2400" b="1" dirty="0">
                <a:latin typeface="Times New Roman"/>
                <a:cs typeface="Times New Roman"/>
              </a:rPr>
              <a:t>processors</a:t>
            </a:r>
            <a:r>
              <a:rPr sz="2400" b="1" spc="-15" dirty="0">
                <a:latin typeface="Times New Roman"/>
                <a:cs typeface="Times New Roman"/>
              </a:rPr>
              <a:t> </a:t>
            </a:r>
            <a:r>
              <a:rPr sz="2400" b="1" dirty="0">
                <a:latin typeface="Times New Roman"/>
                <a:cs typeface="Times New Roman"/>
              </a:rPr>
              <a:t>for compute-intensive</a:t>
            </a:r>
            <a:r>
              <a:rPr sz="2400" b="1" spc="-25" dirty="0">
                <a:latin typeface="Times New Roman"/>
                <a:cs typeface="Times New Roman"/>
              </a:rPr>
              <a:t> </a:t>
            </a:r>
            <a:r>
              <a:rPr sz="2400" b="1" spc="-10" dirty="0">
                <a:latin typeface="Times New Roman"/>
                <a:cs typeface="Times New Roman"/>
              </a:rPr>
              <a:t>tasks.</a:t>
            </a:r>
            <a:endParaRPr sz="2400">
              <a:latin typeface="Times New Roman"/>
              <a:cs typeface="Times New Roman"/>
            </a:endParaRPr>
          </a:p>
          <a:p>
            <a:pPr marL="12700" marR="1120775" lvl="1" indent="-7620">
              <a:lnSpc>
                <a:spcPct val="100000"/>
              </a:lnSpc>
              <a:buSzPct val="95833"/>
              <a:buChar char="•"/>
              <a:tabLst>
                <a:tab pos="119380" algn="l"/>
              </a:tabLst>
            </a:pPr>
            <a:r>
              <a:rPr sz="2400" spc="-145" dirty="0">
                <a:latin typeface="Times New Roman"/>
                <a:cs typeface="Times New Roman"/>
              </a:rPr>
              <a:t>	Ideal</a:t>
            </a:r>
            <a:r>
              <a:rPr sz="2400" spc="-10" dirty="0">
                <a:latin typeface="Times New Roman"/>
                <a:cs typeface="Times New Roman"/>
              </a:rPr>
              <a:t> </a:t>
            </a:r>
            <a:r>
              <a:rPr sz="2400" spc="-90" dirty="0">
                <a:latin typeface="Times New Roman"/>
                <a:cs typeface="Times New Roman"/>
              </a:rPr>
              <a:t>for</a:t>
            </a:r>
            <a:r>
              <a:rPr sz="2400" spc="-20" dirty="0">
                <a:latin typeface="Times New Roman"/>
                <a:cs typeface="Times New Roman"/>
              </a:rPr>
              <a:t> </a:t>
            </a:r>
            <a:r>
              <a:rPr sz="2400" spc="-145" dirty="0">
                <a:latin typeface="Times New Roman"/>
                <a:cs typeface="Times New Roman"/>
              </a:rPr>
              <a:t>high-</a:t>
            </a:r>
            <a:r>
              <a:rPr sz="2400" spc="-100" dirty="0">
                <a:latin typeface="Times New Roman"/>
                <a:cs typeface="Times New Roman"/>
              </a:rPr>
              <a:t>performance</a:t>
            </a:r>
            <a:r>
              <a:rPr sz="2400" spc="-50" dirty="0">
                <a:latin typeface="Times New Roman"/>
                <a:cs typeface="Times New Roman"/>
              </a:rPr>
              <a:t> </a:t>
            </a:r>
            <a:r>
              <a:rPr sz="2400" spc="-125" dirty="0">
                <a:latin typeface="Times New Roman"/>
                <a:cs typeface="Times New Roman"/>
              </a:rPr>
              <a:t>computing</a:t>
            </a:r>
            <a:r>
              <a:rPr sz="2400" spc="-20" dirty="0">
                <a:latin typeface="Times New Roman"/>
                <a:cs typeface="Times New Roman"/>
              </a:rPr>
              <a:t> </a:t>
            </a:r>
            <a:r>
              <a:rPr sz="2400" spc="-75" dirty="0">
                <a:latin typeface="Times New Roman"/>
                <a:cs typeface="Times New Roman"/>
              </a:rPr>
              <a:t>(HPC),</a:t>
            </a:r>
            <a:r>
              <a:rPr sz="2400" spc="-125" dirty="0">
                <a:latin typeface="Times New Roman"/>
                <a:cs typeface="Times New Roman"/>
              </a:rPr>
              <a:t> </a:t>
            </a:r>
            <a:r>
              <a:rPr sz="2400" spc="-135" dirty="0">
                <a:latin typeface="Times New Roman"/>
                <a:cs typeface="Times New Roman"/>
              </a:rPr>
              <a:t>machine</a:t>
            </a:r>
            <a:r>
              <a:rPr sz="2400" spc="-20" dirty="0">
                <a:latin typeface="Times New Roman"/>
                <a:cs typeface="Times New Roman"/>
              </a:rPr>
              <a:t> </a:t>
            </a:r>
            <a:r>
              <a:rPr sz="2400" spc="-65" dirty="0">
                <a:latin typeface="Times New Roman"/>
                <a:cs typeface="Times New Roman"/>
              </a:rPr>
              <a:t>learning </a:t>
            </a:r>
            <a:r>
              <a:rPr sz="2400" spc="-95" dirty="0">
                <a:latin typeface="Times New Roman"/>
                <a:cs typeface="Times New Roman"/>
              </a:rPr>
              <a:t>inference,</a:t>
            </a:r>
            <a:r>
              <a:rPr sz="2400" spc="-110" dirty="0">
                <a:latin typeface="Times New Roman"/>
                <a:cs typeface="Times New Roman"/>
              </a:rPr>
              <a:t> </a:t>
            </a:r>
            <a:r>
              <a:rPr sz="2400" spc="-120" dirty="0">
                <a:latin typeface="Times New Roman"/>
                <a:cs typeface="Times New Roman"/>
              </a:rPr>
              <a:t>batch</a:t>
            </a:r>
            <a:r>
              <a:rPr sz="2400" dirty="0">
                <a:latin typeface="Times New Roman"/>
                <a:cs typeface="Times New Roman"/>
              </a:rPr>
              <a:t> </a:t>
            </a:r>
            <a:r>
              <a:rPr sz="2400" spc="-114" dirty="0">
                <a:latin typeface="Times New Roman"/>
                <a:cs typeface="Times New Roman"/>
              </a:rPr>
              <a:t>processing,</a:t>
            </a:r>
            <a:r>
              <a:rPr sz="2400" spc="-120" dirty="0">
                <a:latin typeface="Times New Roman"/>
                <a:cs typeface="Times New Roman"/>
              </a:rPr>
              <a:t> </a:t>
            </a:r>
            <a:r>
              <a:rPr sz="2400" spc="-140" dirty="0">
                <a:latin typeface="Times New Roman"/>
                <a:cs typeface="Times New Roman"/>
              </a:rPr>
              <a:t>and</a:t>
            </a:r>
            <a:r>
              <a:rPr sz="2400" spc="5" dirty="0">
                <a:latin typeface="Times New Roman"/>
                <a:cs typeface="Times New Roman"/>
              </a:rPr>
              <a:t> </a:t>
            </a:r>
            <a:r>
              <a:rPr sz="2400" spc="-10" dirty="0">
                <a:latin typeface="Times New Roman"/>
                <a:cs typeface="Times New Roman"/>
              </a:rPr>
              <a:t>gaming.</a:t>
            </a:r>
            <a:endParaRPr sz="2400">
              <a:latin typeface="Times New Roman"/>
              <a:cs typeface="Times New Roman"/>
            </a:endParaRPr>
          </a:p>
          <a:p>
            <a:pPr marL="119380" lvl="1" indent="-114300">
              <a:lnSpc>
                <a:spcPct val="100000"/>
              </a:lnSpc>
              <a:buSzPct val="95833"/>
              <a:buChar char="•"/>
              <a:tabLst>
                <a:tab pos="119380" algn="l"/>
              </a:tabLst>
            </a:pPr>
            <a:r>
              <a:rPr sz="2400" spc="-25" dirty="0">
                <a:latin typeface="Times New Roman"/>
                <a:cs typeface="Times New Roman"/>
              </a:rPr>
              <a:t>Examples:</a:t>
            </a:r>
            <a:endParaRPr sz="2400">
              <a:latin typeface="Times New Roman"/>
              <a:cs typeface="Times New Roman"/>
            </a:endParaRPr>
          </a:p>
          <a:p>
            <a:pPr marL="575945" lvl="2" indent="-114300">
              <a:lnSpc>
                <a:spcPct val="100000"/>
              </a:lnSpc>
              <a:buSzPct val="95833"/>
              <a:buFont typeface="Times New Roman"/>
              <a:buChar char="•"/>
              <a:tabLst>
                <a:tab pos="575945" algn="l"/>
              </a:tabLst>
            </a:pPr>
            <a:r>
              <a:rPr sz="2400" b="1" spc="-280" dirty="0">
                <a:latin typeface="Times New Roman"/>
                <a:cs typeface="Times New Roman"/>
              </a:rPr>
              <a:t>C</a:t>
            </a:r>
            <a:r>
              <a:rPr sz="2400" b="1" spc="-40"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55" dirty="0">
                <a:latin typeface="Times New Roman"/>
                <a:cs typeface="Times New Roman"/>
              </a:rPr>
              <a:t> </a:t>
            </a:r>
            <a:r>
              <a:rPr sz="2400" spc="-55" dirty="0">
                <a:latin typeface="Times New Roman"/>
                <a:cs typeface="Times New Roman"/>
              </a:rPr>
              <a:t>c5,</a:t>
            </a:r>
            <a:r>
              <a:rPr sz="2400" spc="-140" dirty="0">
                <a:latin typeface="Times New Roman"/>
                <a:cs typeface="Times New Roman"/>
              </a:rPr>
              <a:t> </a:t>
            </a:r>
            <a:r>
              <a:rPr sz="2400" spc="-105" dirty="0">
                <a:latin typeface="Times New Roman"/>
                <a:cs typeface="Times New Roman"/>
              </a:rPr>
              <a:t>c6g,</a:t>
            </a:r>
            <a:r>
              <a:rPr sz="2400" spc="-130" dirty="0">
                <a:latin typeface="Times New Roman"/>
                <a:cs typeface="Times New Roman"/>
              </a:rPr>
              <a:t> </a:t>
            </a:r>
            <a:r>
              <a:rPr sz="2400" spc="-25" dirty="0">
                <a:latin typeface="Times New Roman"/>
                <a:cs typeface="Times New Roman"/>
              </a:rPr>
              <a:t>c7g</a:t>
            </a:r>
            <a:endParaRPr sz="2400">
              <a:latin typeface="Times New Roman"/>
              <a:cs typeface="Times New Roman"/>
            </a:endParaRPr>
          </a:p>
          <a:p>
            <a:pPr>
              <a:lnSpc>
                <a:spcPct val="100000"/>
              </a:lnSpc>
              <a:spcBef>
                <a:spcPts val="125"/>
              </a:spcBef>
            </a:pPr>
            <a:endParaRPr sz="2400">
              <a:latin typeface="Times New Roman"/>
              <a:cs typeface="Times New Roman"/>
            </a:endParaRPr>
          </a:p>
          <a:p>
            <a:pPr marL="288290" indent="-275590">
              <a:lnSpc>
                <a:spcPct val="100000"/>
              </a:lnSpc>
              <a:buAutoNum type="arabicPeriod" startAt="3"/>
              <a:tabLst>
                <a:tab pos="288290" algn="l"/>
              </a:tabLst>
            </a:pPr>
            <a:r>
              <a:rPr sz="2400" b="1" spc="-10" dirty="0">
                <a:latin typeface="Times New Roman"/>
                <a:cs typeface="Times New Roman"/>
              </a:rPr>
              <a:t>Memory-</a:t>
            </a:r>
            <a:r>
              <a:rPr sz="2400" b="1" dirty="0">
                <a:latin typeface="Times New Roman"/>
                <a:cs typeface="Times New Roman"/>
              </a:rPr>
              <a:t>Optimized</a:t>
            </a:r>
            <a:r>
              <a:rPr sz="2400" b="1" spc="-15" dirty="0">
                <a:latin typeface="Times New Roman"/>
                <a:cs typeface="Times New Roman"/>
              </a:rPr>
              <a:t> </a:t>
            </a:r>
            <a:r>
              <a:rPr sz="2400" b="1" spc="-10" dirty="0">
                <a:latin typeface="Times New Roman"/>
                <a:cs typeface="Times New Roman"/>
              </a:rPr>
              <a:t>Instances</a:t>
            </a:r>
            <a:endParaRPr sz="2400">
              <a:latin typeface="Times New Roman"/>
              <a:cs typeface="Times New Roman"/>
            </a:endParaRPr>
          </a:p>
          <a:p>
            <a:pPr marL="119380" lvl="1" indent="-114300">
              <a:lnSpc>
                <a:spcPct val="100000"/>
              </a:lnSpc>
              <a:buSzPct val="95833"/>
              <a:buFont typeface="Times New Roman"/>
              <a:buChar char="•"/>
              <a:tabLst>
                <a:tab pos="119380" algn="l"/>
              </a:tabLst>
            </a:pPr>
            <a:r>
              <a:rPr sz="2400" b="1" dirty="0">
                <a:latin typeface="Times New Roman"/>
                <a:cs typeface="Times New Roman"/>
              </a:rPr>
              <a:t>High</a:t>
            </a:r>
            <a:r>
              <a:rPr sz="2400" b="1" spc="-70" dirty="0">
                <a:latin typeface="Times New Roman"/>
                <a:cs typeface="Times New Roman"/>
              </a:rPr>
              <a:t> </a:t>
            </a:r>
            <a:r>
              <a:rPr sz="2400" b="1" dirty="0">
                <a:latin typeface="Times New Roman"/>
                <a:cs typeface="Times New Roman"/>
              </a:rPr>
              <a:t>memory-</a:t>
            </a:r>
            <a:r>
              <a:rPr sz="2400" b="1" spc="60" dirty="0">
                <a:latin typeface="Times New Roman"/>
                <a:cs typeface="Times New Roman"/>
              </a:rPr>
              <a:t>to-</a:t>
            </a:r>
            <a:r>
              <a:rPr sz="2400" b="1" spc="-160" dirty="0">
                <a:latin typeface="Times New Roman"/>
                <a:cs typeface="Times New Roman"/>
              </a:rPr>
              <a:t>CPU</a:t>
            </a:r>
            <a:r>
              <a:rPr sz="2400" b="1" spc="-55" dirty="0">
                <a:latin typeface="Times New Roman"/>
                <a:cs typeface="Times New Roman"/>
              </a:rPr>
              <a:t> </a:t>
            </a:r>
            <a:r>
              <a:rPr sz="2400" b="1" dirty="0">
                <a:latin typeface="Times New Roman"/>
                <a:cs typeface="Times New Roman"/>
              </a:rPr>
              <a:t>ratio</a:t>
            </a:r>
            <a:r>
              <a:rPr sz="2400" b="1" spc="-75" dirty="0">
                <a:latin typeface="Times New Roman"/>
                <a:cs typeface="Times New Roman"/>
              </a:rPr>
              <a:t> </a:t>
            </a:r>
            <a:r>
              <a:rPr sz="2400" b="1" dirty="0">
                <a:latin typeface="Times New Roman"/>
                <a:cs typeface="Times New Roman"/>
              </a:rPr>
              <a:t>for</a:t>
            </a:r>
            <a:r>
              <a:rPr sz="2400" b="1" spc="-65" dirty="0">
                <a:latin typeface="Times New Roman"/>
                <a:cs typeface="Times New Roman"/>
              </a:rPr>
              <a:t> </a:t>
            </a:r>
            <a:r>
              <a:rPr sz="2400" b="1" dirty="0">
                <a:latin typeface="Times New Roman"/>
                <a:cs typeface="Times New Roman"/>
              </a:rPr>
              <a:t>memory-intensive</a:t>
            </a:r>
            <a:r>
              <a:rPr sz="2400" b="1" spc="-80" dirty="0">
                <a:latin typeface="Times New Roman"/>
                <a:cs typeface="Times New Roman"/>
              </a:rPr>
              <a:t> </a:t>
            </a:r>
            <a:r>
              <a:rPr sz="2400" b="1" spc="-10" dirty="0">
                <a:latin typeface="Times New Roman"/>
                <a:cs typeface="Times New Roman"/>
              </a:rPr>
              <a:t>applications.</a:t>
            </a:r>
            <a:endParaRPr sz="2400">
              <a:latin typeface="Times New Roman"/>
              <a:cs typeface="Times New Roman"/>
            </a:endParaRPr>
          </a:p>
          <a:p>
            <a:pPr marL="119380" lvl="1" indent="-114300">
              <a:lnSpc>
                <a:spcPct val="100000"/>
              </a:lnSpc>
              <a:buSzPct val="95833"/>
              <a:buChar char="•"/>
              <a:tabLst>
                <a:tab pos="119380" algn="l"/>
              </a:tabLst>
            </a:pPr>
            <a:r>
              <a:rPr sz="2400" spc="-145" dirty="0">
                <a:latin typeface="Times New Roman"/>
                <a:cs typeface="Times New Roman"/>
              </a:rPr>
              <a:t>Ideal</a:t>
            </a:r>
            <a:r>
              <a:rPr sz="2400" spc="-30"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95" dirty="0">
                <a:latin typeface="Times New Roman"/>
                <a:cs typeface="Times New Roman"/>
              </a:rPr>
              <a:t>in-</a:t>
            </a:r>
            <a:r>
              <a:rPr sz="2400" spc="-114" dirty="0">
                <a:latin typeface="Times New Roman"/>
                <a:cs typeface="Times New Roman"/>
              </a:rPr>
              <a:t>memory</a:t>
            </a:r>
            <a:r>
              <a:rPr sz="2400" spc="-50" dirty="0">
                <a:latin typeface="Times New Roman"/>
                <a:cs typeface="Times New Roman"/>
              </a:rPr>
              <a:t> </a:t>
            </a:r>
            <a:r>
              <a:rPr sz="2400" spc="-125" dirty="0">
                <a:latin typeface="Times New Roman"/>
                <a:cs typeface="Times New Roman"/>
              </a:rPr>
              <a:t>databases,</a:t>
            </a:r>
            <a:r>
              <a:rPr sz="2400" spc="-145" dirty="0">
                <a:latin typeface="Times New Roman"/>
                <a:cs typeface="Times New Roman"/>
              </a:rPr>
              <a:t> </a:t>
            </a:r>
            <a:r>
              <a:rPr sz="2400" spc="-125" dirty="0">
                <a:latin typeface="Times New Roman"/>
                <a:cs typeface="Times New Roman"/>
              </a:rPr>
              <a:t>caching,</a:t>
            </a:r>
            <a:r>
              <a:rPr sz="2400" spc="-145" dirty="0">
                <a:latin typeface="Times New Roman"/>
                <a:cs typeface="Times New Roman"/>
              </a:rPr>
              <a:t> and</a:t>
            </a:r>
            <a:r>
              <a:rPr sz="2400" spc="-30" dirty="0">
                <a:latin typeface="Times New Roman"/>
                <a:cs typeface="Times New Roman"/>
              </a:rPr>
              <a:t> </a:t>
            </a:r>
            <a:r>
              <a:rPr sz="2400" spc="-90" dirty="0">
                <a:latin typeface="Times New Roman"/>
                <a:cs typeface="Times New Roman"/>
              </a:rPr>
              <a:t>real-</a:t>
            </a:r>
            <a:r>
              <a:rPr sz="2400" spc="-85" dirty="0">
                <a:latin typeface="Times New Roman"/>
                <a:cs typeface="Times New Roman"/>
              </a:rPr>
              <a:t>time</a:t>
            </a:r>
            <a:r>
              <a:rPr sz="2400" spc="-20" dirty="0">
                <a:latin typeface="Times New Roman"/>
                <a:cs typeface="Times New Roman"/>
              </a:rPr>
              <a:t> </a:t>
            </a:r>
            <a:r>
              <a:rPr sz="2400" spc="-160" dirty="0">
                <a:latin typeface="Times New Roman"/>
                <a:cs typeface="Times New Roman"/>
              </a:rPr>
              <a:t>big</a:t>
            </a:r>
            <a:r>
              <a:rPr sz="2400" spc="-40" dirty="0">
                <a:latin typeface="Times New Roman"/>
                <a:cs typeface="Times New Roman"/>
              </a:rPr>
              <a:t> </a:t>
            </a:r>
            <a:r>
              <a:rPr sz="2400" spc="-125" dirty="0">
                <a:latin typeface="Times New Roman"/>
                <a:cs typeface="Times New Roman"/>
              </a:rPr>
              <a:t>data</a:t>
            </a:r>
            <a:r>
              <a:rPr sz="2400" spc="-25" dirty="0">
                <a:latin typeface="Times New Roman"/>
                <a:cs typeface="Times New Roman"/>
              </a:rPr>
              <a:t> </a:t>
            </a:r>
            <a:r>
              <a:rPr sz="2400" spc="-10" dirty="0">
                <a:latin typeface="Times New Roman"/>
                <a:cs typeface="Times New Roman"/>
              </a:rPr>
              <a:t>analytics.</a:t>
            </a:r>
            <a:endParaRPr sz="2400">
              <a:latin typeface="Times New Roman"/>
              <a:cs typeface="Times New Roman"/>
            </a:endParaRPr>
          </a:p>
          <a:p>
            <a:pPr marL="119380" lvl="1" indent="-114300">
              <a:lnSpc>
                <a:spcPct val="100000"/>
              </a:lnSpc>
              <a:buSzPct val="95833"/>
              <a:buChar char="•"/>
              <a:tabLst>
                <a:tab pos="119380" algn="l"/>
              </a:tabLst>
            </a:pPr>
            <a:r>
              <a:rPr sz="2400" spc="-20" dirty="0">
                <a:latin typeface="Times New Roman"/>
                <a:cs typeface="Times New Roman"/>
              </a:rPr>
              <a:t>Examples:</a:t>
            </a:r>
            <a:endParaRPr sz="2400">
              <a:latin typeface="Times New Roman"/>
              <a:cs typeface="Times New Roman"/>
            </a:endParaRPr>
          </a:p>
          <a:p>
            <a:pPr marL="575945" lvl="2" indent="-114300">
              <a:lnSpc>
                <a:spcPct val="100000"/>
              </a:lnSpc>
              <a:buSzPct val="95833"/>
              <a:buFont typeface="Times New Roman"/>
              <a:buChar char="•"/>
              <a:tabLst>
                <a:tab pos="575945" algn="l"/>
              </a:tabLst>
            </a:pPr>
            <a:r>
              <a:rPr sz="2400" b="1" spc="-180" dirty="0">
                <a:latin typeface="Times New Roman"/>
                <a:cs typeface="Times New Roman"/>
              </a:rPr>
              <a:t>R</a:t>
            </a:r>
            <a:r>
              <a:rPr sz="2400" b="1" spc="-30"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35" dirty="0">
                <a:latin typeface="Times New Roman"/>
                <a:cs typeface="Times New Roman"/>
              </a:rPr>
              <a:t> </a:t>
            </a:r>
            <a:r>
              <a:rPr sz="2400" dirty="0">
                <a:latin typeface="Times New Roman"/>
                <a:cs typeface="Times New Roman"/>
              </a:rPr>
              <a:t>r5,</a:t>
            </a:r>
            <a:r>
              <a:rPr sz="2400" spc="-150" dirty="0">
                <a:latin typeface="Times New Roman"/>
                <a:cs typeface="Times New Roman"/>
              </a:rPr>
              <a:t> </a:t>
            </a:r>
            <a:r>
              <a:rPr sz="2400" spc="-65" dirty="0">
                <a:latin typeface="Times New Roman"/>
                <a:cs typeface="Times New Roman"/>
              </a:rPr>
              <a:t>r6g,</a:t>
            </a:r>
            <a:r>
              <a:rPr sz="2400" spc="-140" dirty="0">
                <a:latin typeface="Times New Roman"/>
                <a:cs typeface="Times New Roman"/>
              </a:rPr>
              <a:t> </a:t>
            </a:r>
            <a:r>
              <a:rPr sz="2400" spc="-25" dirty="0">
                <a:latin typeface="Times New Roman"/>
                <a:cs typeface="Times New Roman"/>
              </a:rPr>
              <a:t>r7g</a:t>
            </a:r>
            <a:endParaRPr sz="2400">
              <a:latin typeface="Times New Roman"/>
              <a:cs typeface="Times New Roman"/>
            </a:endParaRPr>
          </a:p>
          <a:p>
            <a:pPr marL="1033144" lvl="3" indent="-114300">
              <a:lnSpc>
                <a:spcPct val="100000"/>
              </a:lnSpc>
              <a:buSzPct val="95833"/>
              <a:buChar char="•"/>
              <a:tabLst>
                <a:tab pos="1033144" algn="l"/>
              </a:tabLst>
            </a:pPr>
            <a:r>
              <a:rPr sz="2400" spc="-100" dirty="0">
                <a:latin typeface="Times New Roman"/>
                <a:cs typeface="Times New Roman"/>
              </a:rPr>
              <a:t>Optimized</a:t>
            </a:r>
            <a:r>
              <a:rPr sz="2400" spc="-20"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105" dirty="0">
                <a:latin typeface="Times New Roman"/>
                <a:cs typeface="Times New Roman"/>
              </a:rPr>
              <a:t>memory-</a:t>
            </a:r>
            <a:r>
              <a:rPr sz="2400" spc="-114" dirty="0">
                <a:latin typeface="Times New Roman"/>
                <a:cs typeface="Times New Roman"/>
              </a:rPr>
              <a:t>intensive</a:t>
            </a:r>
            <a:r>
              <a:rPr sz="2400" spc="-35" dirty="0">
                <a:latin typeface="Times New Roman"/>
                <a:cs typeface="Times New Roman"/>
              </a:rPr>
              <a:t> </a:t>
            </a:r>
            <a:r>
              <a:rPr sz="2400" spc="-30" dirty="0">
                <a:latin typeface="Times New Roman"/>
                <a:cs typeface="Times New Roman"/>
              </a:rPr>
              <a:t>applications.</a:t>
            </a:r>
            <a:endParaRPr sz="2400">
              <a:latin typeface="Times New Roman"/>
              <a:cs typeface="Times New Roman"/>
            </a:endParaRPr>
          </a:p>
        </p:txBody>
      </p:sp>
      <p:sp>
        <p:nvSpPr>
          <p:cNvPr id="6" name="object 6"/>
          <p:cNvSpPr txBox="1"/>
          <p:nvPr/>
        </p:nvSpPr>
        <p:spPr>
          <a:xfrm>
            <a:off x="795934" y="6064707"/>
            <a:ext cx="2830830" cy="391160"/>
          </a:xfrm>
          <a:prstGeom prst="rect">
            <a:avLst/>
          </a:prstGeom>
        </p:spPr>
        <p:txBody>
          <a:bodyPr vert="horz" wrap="square" lIns="0" tIns="12700" rIns="0" bIns="0" rtlCol="0">
            <a:spAutoFit/>
          </a:bodyPr>
          <a:lstStyle/>
          <a:p>
            <a:pPr marL="118745" indent="-114300">
              <a:lnSpc>
                <a:spcPct val="100000"/>
              </a:lnSpc>
              <a:spcBef>
                <a:spcPts val="100"/>
              </a:spcBef>
              <a:buSzPct val="95833"/>
              <a:buFont typeface="Times New Roman"/>
              <a:buChar char="•"/>
              <a:tabLst>
                <a:tab pos="118745" algn="l"/>
              </a:tabLst>
            </a:pPr>
            <a:r>
              <a:rPr sz="2400" b="1" spc="-145" dirty="0">
                <a:latin typeface="Times New Roman"/>
                <a:cs typeface="Times New Roman"/>
              </a:rPr>
              <a:t>X</a:t>
            </a:r>
            <a:r>
              <a:rPr sz="2400" b="1" spc="-25"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35" dirty="0">
                <a:latin typeface="Times New Roman"/>
                <a:cs typeface="Times New Roman"/>
              </a:rPr>
              <a:t> </a:t>
            </a:r>
            <a:r>
              <a:rPr sz="2400" spc="-80" dirty="0">
                <a:latin typeface="Times New Roman"/>
                <a:cs typeface="Times New Roman"/>
              </a:rPr>
              <a:t>x2idn,</a:t>
            </a:r>
            <a:r>
              <a:rPr sz="2400" spc="-145" dirty="0">
                <a:latin typeface="Times New Roman"/>
                <a:cs typeface="Times New Roman"/>
              </a:rPr>
              <a:t> </a:t>
            </a:r>
            <a:r>
              <a:rPr sz="2400" spc="-80" dirty="0">
                <a:latin typeface="Times New Roman"/>
                <a:cs typeface="Times New Roman"/>
              </a:rPr>
              <a:t>x2iedn</a:t>
            </a:r>
            <a:endParaRPr sz="24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Type</a:t>
            </a:r>
            <a:r>
              <a:rPr spc="-125" dirty="0"/>
              <a:t> </a:t>
            </a:r>
            <a:r>
              <a:rPr dirty="0"/>
              <a:t>of</a:t>
            </a:r>
            <a:r>
              <a:rPr spc="-125" dirty="0"/>
              <a:t> </a:t>
            </a:r>
            <a:r>
              <a:rPr spc="-10" dirty="0"/>
              <a:t>Instances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209802"/>
            <a:ext cx="8165465" cy="3683635"/>
          </a:xfrm>
          <a:prstGeom prst="rect">
            <a:avLst/>
          </a:prstGeom>
        </p:spPr>
        <p:txBody>
          <a:bodyPr vert="horz" wrap="square" lIns="0" tIns="12700" rIns="0" bIns="0" rtlCol="0">
            <a:spAutoFit/>
          </a:bodyPr>
          <a:lstStyle/>
          <a:p>
            <a:pPr marL="274955" indent="-262255">
              <a:lnSpc>
                <a:spcPct val="100000"/>
              </a:lnSpc>
              <a:spcBef>
                <a:spcPts val="100"/>
              </a:spcBef>
              <a:buAutoNum type="arabicPeriod" startAt="4"/>
              <a:tabLst>
                <a:tab pos="274955" algn="l"/>
              </a:tabLst>
            </a:pPr>
            <a:r>
              <a:rPr sz="2400" b="1" dirty="0">
                <a:latin typeface="Times New Roman"/>
                <a:cs typeface="Times New Roman"/>
              </a:rPr>
              <a:t>Accelerated</a:t>
            </a:r>
            <a:r>
              <a:rPr sz="2400" b="1" spc="-120" dirty="0">
                <a:latin typeface="Times New Roman"/>
                <a:cs typeface="Times New Roman"/>
              </a:rPr>
              <a:t> </a:t>
            </a:r>
            <a:r>
              <a:rPr sz="2400" b="1" spc="-10" dirty="0">
                <a:latin typeface="Times New Roman"/>
                <a:cs typeface="Times New Roman"/>
              </a:rPr>
              <a:t>Computing</a:t>
            </a:r>
            <a:r>
              <a:rPr sz="2400" b="1" spc="-105" dirty="0">
                <a:latin typeface="Times New Roman"/>
                <a:cs typeface="Times New Roman"/>
              </a:rPr>
              <a:t> </a:t>
            </a:r>
            <a:r>
              <a:rPr sz="2400" b="1" spc="-10" dirty="0">
                <a:latin typeface="Times New Roman"/>
                <a:cs typeface="Times New Roman"/>
              </a:rPr>
              <a:t>Instances</a:t>
            </a:r>
            <a:endParaRPr sz="2400">
              <a:latin typeface="Times New Roman"/>
              <a:cs typeface="Times New Roman"/>
            </a:endParaRPr>
          </a:p>
          <a:p>
            <a:pPr>
              <a:lnSpc>
                <a:spcPct val="100000"/>
              </a:lnSpc>
              <a:spcBef>
                <a:spcPts val="120"/>
              </a:spcBef>
              <a:buFont typeface="Times New Roman"/>
              <a:buAutoNum type="arabicPeriod" startAt="4"/>
            </a:pPr>
            <a:endParaRPr sz="2400">
              <a:latin typeface="Times New Roman"/>
              <a:cs typeface="Times New Roman"/>
            </a:endParaRPr>
          </a:p>
          <a:p>
            <a:pPr marL="118745" lvl="1" indent="-114300">
              <a:lnSpc>
                <a:spcPct val="100000"/>
              </a:lnSpc>
              <a:buSzPct val="95833"/>
              <a:buFont typeface="Times New Roman"/>
              <a:buChar char="•"/>
              <a:tabLst>
                <a:tab pos="118745" algn="l"/>
              </a:tabLst>
            </a:pPr>
            <a:r>
              <a:rPr sz="2400" b="1" spc="-35" dirty="0">
                <a:latin typeface="Times New Roman"/>
                <a:cs typeface="Times New Roman"/>
              </a:rPr>
              <a:t>Hardware</a:t>
            </a:r>
            <a:r>
              <a:rPr sz="2400" b="1" spc="-80" dirty="0">
                <a:latin typeface="Times New Roman"/>
                <a:cs typeface="Times New Roman"/>
              </a:rPr>
              <a:t> </a:t>
            </a:r>
            <a:r>
              <a:rPr sz="2400" b="1" spc="-10" dirty="0">
                <a:latin typeface="Times New Roman"/>
                <a:cs typeface="Times New Roman"/>
              </a:rPr>
              <a:t>accelerators</a:t>
            </a:r>
            <a:r>
              <a:rPr sz="2400" b="1" spc="-75" dirty="0">
                <a:latin typeface="Times New Roman"/>
                <a:cs typeface="Times New Roman"/>
              </a:rPr>
              <a:t> </a:t>
            </a:r>
            <a:r>
              <a:rPr sz="2400" b="1" dirty="0">
                <a:latin typeface="Times New Roman"/>
                <a:cs typeface="Times New Roman"/>
              </a:rPr>
              <a:t>like</a:t>
            </a:r>
            <a:r>
              <a:rPr sz="2400" b="1" spc="-65" dirty="0">
                <a:latin typeface="Times New Roman"/>
                <a:cs typeface="Times New Roman"/>
              </a:rPr>
              <a:t> </a:t>
            </a:r>
            <a:r>
              <a:rPr sz="2400" b="1" spc="-140" dirty="0">
                <a:latin typeface="Times New Roman"/>
                <a:cs typeface="Times New Roman"/>
              </a:rPr>
              <a:t>GPUs</a:t>
            </a:r>
            <a:r>
              <a:rPr sz="2400" b="1" spc="-60" dirty="0">
                <a:latin typeface="Times New Roman"/>
                <a:cs typeface="Times New Roman"/>
              </a:rPr>
              <a:t> </a:t>
            </a:r>
            <a:r>
              <a:rPr sz="2400" b="1" dirty="0">
                <a:latin typeface="Times New Roman"/>
                <a:cs typeface="Times New Roman"/>
              </a:rPr>
              <a:t>and</a:t>
            </a:r>
            <a:r>
              <a:rPr sz="2400" b="1" spc="-65" dirty="0">
                <a:latin typeface="Times New Roman"/>
                <a:cs typeface="Times New Roman"/>
              </a:rPr>
              <a:t> </a:t>
            </a:r>
            <a:r>
              <a:rPr sz="2400" b="1" spc="-200" dirty="0">
                <a:latin typeface="Times New Roman"/>
                <a:cs typeface="Times New Roman"/>
              </a:rPr>
              <a:t>FPGAs</a:t>
            </a:r>
            <a:r>
              <a:rPr sz="2400" b="1" spc="-70" dirty="0">
                <a:latin typeface="Times New Roman"/>
                <a:cs typeface="Times New Roman"/>
              </a:rPr>
              <a:t> </a:t>
            </a:r>
            <a:r>
              <a:rPr sz="2400" b="1" dirty="0">
                <a:latin typeface="Times New Roman"/>
                <a:cs typeface="Times New Roman"/>
              </a:rPr>
              <a:t>for</a:t>
            </a:r>
            <a:r>
              <a:rPr sz="2400" b="1" spc="-60" dirty="0">
                <a:latin typeface="Times New Roman"/>
                <a:cs typeface="Times New Roman"/>
              </a:rPr>
              <a:t> </a:t>
            </a:r>
            <a:r>
              <a:rPr sz="2400" b="1" spc="-10" dirty="0">
                <a:latin typeface="Times New Roman"/>
                <a:cs typeface="Times New Roman"/>
              </a:rPr>
              <a:t>specialized</a:t>
            </a:r>
            <a:endParaRPr sz="2400">
              <a:latin typeface="Times New Roman"/>
              <a:cs typeface="Times New Roman"/>
            </a:endParaRPr>
          </a:p>
          <a:p>
            <a:pPr marL="12700">
              <a:lnSpc>
                <a:spcPct val="100000"/>
              </a:lnSpc>
            </a:pPr>
            <a:r>
              <a:rPr sz="2400" b="1" spc="-10" dirty="0">
                <a:latin typeface="Times New Roman"/>
                <a:cs typeface="Times New Roman"/>
              </a:rPr>
              <a:t>tasks.</a:t>
            </a:r>
            <a:endParaRPr sz="2400">
              <a:latin typeface="Times New Roman"/>
              <a:cs typeface="Times New Roman"/>
            </a:endParaRPr>
          </a:p>
          <a:p>
            <a:pPr marL="12700" marR="5080" lvl="1" indent="-8255">
              <a:lnSpc>
                <a:spcPct val="100000"/>
              </a:lnSpc>
              <a:buSzPct val="95833"/>
              <a:buChar char="•"/>
              <a:tabLst>
                <a:tab pos="118745" algn="l"/>
              </a:tabLst>
            </a:pPr>
            <a:r>
              <a:rPr sz="2400" spc="-145" dirty="0">
                <a:latin typeface="Times New Roman"/>
                <a:cs typeface="Times New Roman"/>
              </a:rPr>
              <a:t>	Ideal</a:t>
            </a:r>
            <a:r>
              <a:rPr sz="2400" spc="-20" dirty="0">
                <a:latin typeface="Times New Roman"/>
                <a:cs typeface="Times New Roman"/>
              </a:rPr>
              <a:t> </a:t>
            </a:r>
            <a:r>
              <a:rPr sz="2400" spc="-90" dirty="0">
                <a:latin typeface="Times New Roman"/>
                <a:cs typeface="Times New Roman"/>
              </a:rPr>
              <a:t>for</a:t>
            </a:r>
            <a:r>
              <a:rPr sz="2400" spc="-25" dirty="0">
                <a:latin typeface="Times New Roman"/>
                <a:cs typeface="Times New Roman"/>
              </a:rPr>
              <a:t> </a:t>
            </a:r>
            <a:r>
              <a:rPr sz="2400" spc="-135" dirty="0">
                <a:latin typeface="Times New Roman"/>
                <a:cs typeface="Times New Roman"/>
              </a:rPr>
              <a:t>machine</a:t>
            </a:r>
            <a:r>
              <a:rPr sz="2400" spc="-30" dirty="0">
                <a:latin typeface="Times New Roman"/>
                <a:cs typeface="Times New Roman"/>
              </a:rPr>
              <a:t> </a:t>
            </a:r>
            <a:r>
              <a:rPr sz="2400" spc="-95" dirty="0">
                <a:latin typeface="Times New Roman"/>
                <a:cs typeface="Times New Roman"/>
              </a:rPr>
              <a:t>learning,</a:t>
            </a:r>
            <a:r>
              <a:rPr sz="2400" spc="-135" dirty="0">
                <a:latin typeface="Times New Roman"/>
                <a:cs typeface="Times New Roman"/>
              </a:rPr>
              <a:t> </a:t>
            </a:r>
            <a:r>
              <a:rPr sz="2400" spc="-105" dirty="0">
                <a:latin typeface="Times New Roman"/>
                <a:cs typeface="Times New Roman"/>
              </a:rPr>
              <a:t>deep</a:t>
            </a:r>
            <a:r>
              <a:rPr sz="2400" spc="-15" dirty="0">
                <a:latin typeface="Times New Roman"/>
                <a:cs typeface="Times New Roman"/>
              </a:rPr>
              <a:t> </a:t>
            </a:r>
            <a:r>
              <a:rPr sz="2400" spc="-95" dirty="0">
                <a:latin typeface="Times New Roman"/>
                <a:cs typeface="Times New Roman"/>
              </a:rPr>
              <a:t>learning,</a:t>
            </a:r>
            <a:r>
              <a:rPr sz="2400" spc="-135" dirty="0">
                <a:latin typeface="Times New Roman"/>
                <a:cs typeface="Times New Roman"/>
              </a:rPr>
              <a:t> video</a:t>
            </a:r>
            <a:r>
              <a:rPr sz="2400" spc="-15" dirty="0">
                <a:latin typeface="Times New Roman"/>
                <a:cs typeface="Times New Roman"/>
              </a:rPr>
              <a:t> </a:t>
            </a:r>
            <a:r>
              <a:rPr sz="2400" spc="-120" dirty="0">
                <a:latin typeface="Times New Roman"/>
                <a:cs typeface="Times New Roman"/>
              </a:rPr>
              <a:t>processing,</a:t>
            </a:r>
            <a:r>
              <a:rPr sz="2400" spc="-145" dirty="0">
                <a:latin typeface="Times New Roman"/>
                <a:cs typeface="Times New Roman"/>
              </a:rPr>
              <a:t> and</a:t>
            </a:r>
            <a:r>
              <a:rPr sz="2400" spc="-15" dirty="0">
                <a:latin typeface="Times New Roman"/>
                <a:cs typeface="Times New Roman"/>
              </a:rPr>
              <a:t> </a:t>
            </a:r>
            <a:r>
              <a:rPr sz="2400" spc="-75" dirty="0">
                <a:latin typeface="Times New Roman"/>
                <a:cs typeface="Times New Roman"/>
              </a:rPr>
              <a:t>scientific </a:t>
            </a:r>
            <a:r>
              <a:rPr sz="2400" spc="-35" dirty="0">
                <a:latin typeface="Times New Roman"/>
                <a:cs typeface="Times New Roman"/>
              </a:rPr>
              <a:t>simulations.</a:t>
            </a:r>
            <a:endParaRPr sz="2400">
              <a:latin typeface="Times New Roman"/>
              <a:cs typeface="Times New Roman"/>
            </a:endParaRPr>
          </a:p>
          <a:p>
            <a:pPr marL="118745" lvl="1" indent="-114300">
              <a:lnSpc>
                <a:spcPct val="100000"/>
              </a:lnSpc>
              <a:buSzPct val="95833"/>
              <a:buChar char="•"/>
              <a:tabLst>
                <a:tab pos="118745" algn="l"/>
              </a:tabLst>
            </a:pPr>
            <a:r>
              <a:rPr sz="2400" spc="-20" dirty="0">
                <a:latin typeface="Times New Roman"/>
                <a:cs typeface="Times New Roman"/>
              </a:rPr>
              <a:t>Examples:</a:t>
            </a:r>
            <a:endParaRPr sz="2400">
              <a:latin typeface="Times New Roman"/>
              <a:cs typeface="Times New Roman"/>
            </a:endParaRPr>
          </a:p>
          <a:p>
            <a:pPr marL="575945" lvl="2" indent="-114300">
              <a:lnSpc>
                <a:spcPct val="100000"/>
              </a:lnSpc>
              <a:spcBef>
                <a:spcPts val="5"/>
              </a:spcBef>
              <a:buSzPct val="95833"/>
              <a:buFont typeface="Times New Roman"/>
              <a:buChar char="•"/>
              <a:tabLst>
                <a:tab pos="575945" algn="l"/>
              </a:tabLst>
            </a:pPr>
            <a:r>
              <a:rPr sz="2400" b="1" spc="-180" dirty="0">
                <a:latin typeface="Times New Roman"/>
                <a:cs typeface="Times New Roman"/>
              </a:rPr>
              <a:t>P</a:t>
            </a:r>
            <a:r>
              <a:rPr sz="2400" b="1" spc="-35" dirty="0">
                <a:latin typeface="Times New Roman"/>
                <a:cs typeface="Times New Roman"/>
              </a:rPr>
              <a:t> Series</a:t>
            </a:r>
            <a:r>
              <a:rPr sz="2400" spc="-35" dirty="0">
                <a:latin typeface="Times New Roman"/>
                <a:cs typeface="Times New Roman"/>
              </a:rPr>
              <a:t>:</a:t>
            </a:r>
            <a:r>
              <a:rPr sz="2400" spc="-140" dirty="0">
                <a:latin typeface="Times New Roman"/>
                <a:cs typeface="Times New Roman"/>
              </a:rPr>
              <a:t> </a:t>
            </a:r>
            <a:r>
              <a:rPr sz="2400" spc="-45" dirty="0">
                <a:latin typeface="Times New Roman"/>
                <a:cs typeface="Times New Roman"/>
              </a:rPr>
              <a:t>p3,</a:t>
            </a:r>
            <a:r>
              <a:rPr sz="2400" spc="-150" dirty="0">
                <a:latin typeface="Times New Roman"/>
                <a:cs typeface="Times New Roman"/>
              </a:rPr>
              <a:t> </a:t>
            </a:r>
            <a:r>
              <a:rPr sz="2400" spc="-114" dirty="0">
                <a:latin typeface="Times New Roman"/>
                <a:cs typeface="Times New Roman"/>
              </a:rPr>
              <a:t>p4</a:t>
            </a:r>
            <a:r>
              <a:rPr sz="2400" spc="-30" dirty="0">
                <a:latin typeface="Times New Roman"/>
                <a:cs typeface="Times New Roman"/>
              </a:rPr>
              <a:t> </a:t>
            </a:r>
            <a:r>
              <a:rPr sz="2400" spc="-135" dirty="0">
                <a:latin typeface="Times New Roman"/>
                <a:cs typeface="Times New Roman"/>
              </a:rPr>
              <a:t>(GPU</a:t>
            </a:r>
            <a:r>
              <a:rPr sz="2400" spc="-45" dirty="0">
                <a:latin typeface="Times New Roman"/>
                <a:cs typeface="Times New Roman"/>
              </a:rPr>
              <a:t> </a:t>
            </a:r>
            <a:r>
              <a:rPr sz="2400" spc="-135" dirty="0">
                <a:latin typeface="Times New Roman"/>
                <a:cs typeface="Times New Roman"/>
              </a:rPr>
              <a:t>instances</a:t>
            </a:r>
            <a:r>
              <a:rPr sz="2400" spc="-40" dirty="0">
                <a:latin typeface="Times New Roman"/>
                <a:cs typeface="Times New Roman"/>
              </a:rPr>
              <a:t> </a:t>
            </a:r>
            <a:r>
              <a:rPr sz="2400" spc="-90" dirty="0">
                <a:latin typeface="Times New Roman"/>
                <a:cs typeface="Times New Roman"/>
              </a:rPr>
              <a:t>for</a:t>
            </a:r>
            <a:r>
              <a:rPr sz="2400" spc="-45" dirty="0">
                <a:latin typeface="Times New Roman"/>
                <a:cs typeface="Times New Roman"/>
              </a:rPr>
              <a:t> </a:t>
            </a:r>
            <a:r>
              <a:rPr sz="2400" spc="-290" dirty="0">
                <a:latin typeface="Times New Roman"/>
                <a:cs typeface="Times New Roman"/>
              </a:rPr>
              <a:t>ML</a:t>
            </a:r>
            <a:r>
              <a:rPr sz="2400" spc="-30" dirty="0">
                <a:latin typeface="Times New Roman"/>
                <a:cs typeface="Times New Roman"/>
              </a:rPr>
              <a:t> </a:t>
            </a:r>
            <a:r>
              <a:rPr sz="2400" spc="-10" dirty="0">
                <a:latin typeface="Times New Roman"/>
                <a:cs typeface="Times New Roman"/>
              </a:rPr>
              <a:t>training).</a:t>
            </a:r>
            <a:endParaRPr sz="2400">
              <a:latin typeface="Times New Roman"/>
              <a:cs typeface="Times New Roman"/>
            </a:endParaRPr>
          </a:p>
          <a:p>
            <a:pPr marL="469900" marR="596265" lvl="2" indent="-8255">
              <a:lnSpc>
                <a:spcPct val="100000"/>
              </a:lnSpc>
              <a:buSzPct val="95833"/>
              <a:buFont typeface="Times New Roman"/>
              <a:buChar char="•"/>
              <a:tabLst>
                <a:tab pos="575945" algn="l"/>
              </a:tabLst>
            </a:pPr>
            <a:r>
              <a:rPr sz="2400" b="1" spc="-280" dirty="0">
                <a:latin typeface="Times New Roman"/>
                <a:cs typeface="Times New Roman"/>
              </a:rPr>
              <a:t>	G</a:t>
            </a:r>
            <a:r>
              <a:rPr sz="2400" b="1" spc="-35" dirty="0">
                <a:latin typeface="Times New Roman"/>
                <a:cs typeface="Times New Roman"/>
              </a:rPr>
              <a:t> Series</a:t>
            </a:r>
            <a:r>
              <a:rPr sz="2400" spc="-35" dirty="0">
                <a:latin typeface="Times New Roman"/>
                <a:cs typeface="Times New Roman"/>
              </a:rPr>
              <a:t>:</a:t>
            </a:r>
            <a:r>
              <a:rPr sz="2400" spc="-145" dirty="0">
                <a:latin typeface="Times New Roman"/>
                <a:cs typeface="Times New Roman"/>
              </a:rPr>
              <a:t> </a:t>
            </a:r>
            <a:r>
              <a:rPr sz="2400" spc="-70" dirty="0">
                <a:latin typeface="Times New Roman"/>
                <a:cs typeface="Times New Roman"/>
              </a:rPr>
              <a:t>g4,</a:t>
            </a:r>
            <a:r>
              <a:rPr sz="2400" spc="-145" dirty="0">
                <a:latin typeface="Times New Roman"/>
                <a:cs typeface="Times New Roman"/>
              </a:rPr>
              <a:t> </a:t>
            </a:r>
            <a:r>
              <a:rPr sz="2400" spc="-165" dirty="0">
                <a:latin typeface="Times New Roman"/>
                <a:cs typeface="Times New Roman"/>
              </a:rPr>
              <a:t>g5</a:t>
            </a:r>
            <a:r>
              <a:rPr sz="2400" spc="-35" dirty="0">
                <a:latin typeface="Times New Roman"/>
                <a:cs typeface="Times New Roman"/>
              </a:rPr>
              <a:t> </a:t>
            </a:r>
            <a:r>
              <a:rPr sz="2400" spc="-135" dirty="0">
                <a:latin typeface="Times New Roman"/>
                <a:cs typeface="Times New Roman"/>
              </a:rPr>
              <a:t>(GPU</a:t>
            </a:r>
            <a:r>
              <a:rPr sz="2400" spc="-35" dirty="0">
                <a:latin typeface="Times New Roman"/>
                <a:cs typeface="Times New Roman"/>
              </a:rPr>
              <a:t> </a:t>
            </a:r>
            <a:r>
              <a:rPr sz="2400" spc="-135" dirty="0">
                <a:latin typeface="Times New Roman"/>
                <a:cs typeface="Times New Roman"/>
              </a:rPr>
              <a:t>instances</a:t>
            </a:r>
            <a:r>
              <a:rPr sz="2400" spc="-60" dirty="0">
                <a:latin typeface="Times New Roman"/>
                <a:cs typeface="Times New Roman"/>
              </a:rPr>
              <a:t> </a:t>
            </a:r>
            <a:r>
              <a:rPr sz="2400" spc="-95" dirty="0">
                <a:latin typeface="Times New Roman"/>
                <a:cs typeface="Times New Roman"/>
              </a:rPr>
              <a:t>for</a:t>
            </a:r>
            <a:r>
              <a:rPr sz="2400" spc="-35" dirty="0">
                <a:latin typeface="Times New Roman"/>
                <a:cs typeface="Times New Roman"/>
              </a:rPr>
              <a:t> </a:t>
            </a:r>
            <a:r>
              <a:rPr sz="2400" spc="-290" dirty="0">
                <a:latin typeface="Times New Roman"/>
                <a:cs typeface="Times New Roman"/>
              </a:rPr>
              <a:t>ML</a:t>
            </a:r>
            <a:r>
              <a:rPr sz="2400" spc="-30" dirty="0">
                <a:latin typeface="Times New Roman"/>
                <a:cs typeface="Times New Roman"/>
              </a:rPr>
              <a:t> </a:t>
            </a:r>
            <a:r>
              <a:rPr sz="2400" spc="-110" dirty="0">
                <a:latin typeface="Times New Roman"/>
                <a:cs typeface="Times New Roman"/>
              </a:rPr>
              <a:t>inference</a:t>
            </a:r>
            <a:r>
              <a:rPr sz="2400" spc="-50" dirty="0">
                <a:latin typeface="Times New Roman"/>
                <a:cs typeface="Times New Roman"/>
              </a:rPr>
              <a:t> </a:t>
            </a:r>
            <a:r>
              <a:rPr sz="2400" spc="-145" dirty="0">
                <a:latin typeface="Times New Roman"/>
                <a:cs typeface="Times New Roman"/>
              </a:rPr>
              <a:t>and</a:t>
            </a:r>
            <a:r>
              <a:rPr sz="2400" spc="-40" dirty="0">
                <a:latin typeface="Times New Roman"/>
                <a:cs typeface="Times New Roman"/>
              </a:rPr>
              <a:t> </a:t>
            </a:r>
            <a:r>
              <a:rPr sz="2400" spc="-90" dirty="0">
                <a:latin typeface="Times New Roman"/>
                <a:cs typeface="Times New Roman"/>
              </a:rPr>
              <a:t>graphics </a:t>
            </a:r>
            <a:r>
              <a:rPr sz="2400" spc="-10" dirty="0">
                <a:latin typeface="Times New Roman"/>
                <a:cs typeface="Times New Roman"/>
              </a:rPr>
              <a:t>rendering).</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Type</a:t>
            </a:r>
            <a:r>
              <a:rPr spc="-125" dirty="0"/>
              <a:t> </a:t>
            </a:r>
            <a:r>
              <a:rPr dirty="0"/>
              <a:t>of</a:t>
            </a:r>
            <a:r>
              <a:rPr spc="-125" dirty="0"/>
              <a:t> </a:t>
            </a:r>
            <a:r>
              <a:rPr spc="-10" dirty="0"/>
              <a:t>Instances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943102"/>
            <a:ext cx="8293734" cy="4049395"/>
          </a:xfrm>
          <a:prstGeom prst="rect">
            <a:avLst/>
          </a:prstGeom>
        </p:spPr>
        <p:txBody>
          <a:bodyPr vert="horz" wrap="square" lIns="0" tIns="12700" rIns="0" bIns="0" rtlCol="0">
            <a:spAutoFit/>
          </a:bodyPr>
          <a:lstStyle/>
          <a:p>
            <a:pPr marL="288290" indent="-275590">
              <a:lnSpc>
                <a:spcPct val="100000"/>
              </a:lnSpc>
              <a:spcBef>
                <a:spcPts val="100"/>
              </a:spcBef>
              <a:buAutoNum type="arabicPeriod" startAt="5"/>
              <a:tabLst>
                <a:tab pos="288290" algn="l"/>
              </a:tabLst>
            </a:pPr>
            <a:r>
              <a:rPr sz="2400" b="1" spc="-30" dirty="0">
                <a:latin typeface="Times New Roman"/>
                <a:cs typeface="Times New Roman"/>
              </a:rPr>
              <a:t>Storage-</a:t>
            </a:r>
            <a:r>
              <a:rPr sz="2400" b="1" dirty="0">
                <a:latin typeface="Times New Roman"/>
                <a:cs typeface="Times New Roman"/>
              </a:rPr>
              <a:t>Optimized</a:t>
            </a:r>
            <a:r>
              <a:rPr sz="2400" b="1" spc="-20" dirty="0">
                <a:latin typeface="Times New Roman"/>
                <a:cs typeface="Times New Roman"/>
              </a:rPr>
              <a:t> </a:t>
            </a:r>
            <a:r>
              <a:rPr sz="2400" b="1" spc="-10" dirty="0">
                <a:latin typeface="Times New Roman"/>
                <a:cs typeface="Times New Roman"/>
              </a:rPr>
              <a:t>Instances</a:t>
            </a:r>
            <a:endParaRPr sz="2400">
              <a:latin typeface="Times New Roman"/>
              <a:cs typeface="Times New Roman"/>
            </a:endParaRPr>
          </a:p>
          <a:p>
            <a:pPr>
              <a:lnSpc>
                <a:spcPct val="100000"/>
              </a:lnSpc>
              <a:spcBef>
                <a:spcPts val="120"/>
              </a:spcBef>
              <a:buFont typeface="Times New Roman"/>
              <a:buAutoNum type="arabicPeriod" startAt="5"/>
            </a:pPr>
            <a:endParaRPr sz="2400">
              <a:latin typeface="Times New Roman"/>
              <a:cs typeface="Times New Roman"/>
            </a:endParaRPr>
          </a:p>
          <a:p>
            <a:pPr marL="119380" lvl="1" indent="-114300">
              <a:lnSpc>
                <a:spcPct val="100000"/>
              </a:lnSpc>
              <a:buSzPct val="95833"/>
              <a:buFont typeface="Times New Roman"/>
              <a:buChar char="•"/>
              <a:tabLst>
                <a:tab pos="119380" algn="l"/>
              </a:tabLst>
            </a:pPr>
            <a:r>
              <a:rPr sz="2400" b="1" dirty="0">
                <a:latin typeface="Times New Roman"/>
                <a:cs typeface="Times New Roman"/>
              </a:rPr>
              <a:t>High</a:t>
            </a:r>
            <a:r>
              <a:rPr sz="2400" b="1" spc="-50" dirty="0">
                <a:latin typeface="Times New Roman"/>
                <a:cs typeface="Times New Roman"/>
              </a:rPr>
              <a:t> </a:t>
            </a:r>
            <a:r>
              <a:rPr sz="2400" b="1" dirty="0">
                <a:latin typeface="Times New Roman"/>
                <a:cs typeface="Times New Roman"/>
              </a:rPr>
              <a:t>disk</a:t>
            </a:r>
            <a:r>
              <a:rPr sz="2400" b="1" spc="-65" dirty="0">
                <a:latin typeface="Times New Roman"/>
                <a:cs typeface="Times New Roman"/>
              </a:rPr>
              <a:t> </a:t>
            </a:r>
            <a:r>
              <a:rPr sz="2400" b="1" dirty="0">
                <a:latin typeface="Times New Roman"/>
                <a:cs typeface="Times New Roman"/>
              </a:rPr>
              <a:t>throughput</a:t>
            </a:r>
            <a:r>
              <a:rPr sz="2400" b="1" spc="-70" dirty="0">
                <a:latin typeface="Times New Roman"/>
                <a:cs typeface="Times New Roman"/>
              </a:rPr>
              <a:t> </a:t>
            </a:r>
            <a:r>
              <a:rPr sz="2400" b="1" dirty="0">
                <a:latin typeface="Times New Roman"/>
                <a:cs typeface="Times New Roman"/>
              </a:rPr>
              <a:t>and</a:t>
            </a:r>
            <a:r>
              <a:rPr sz="2400" b="1" spc="-70" dirty="0">
                <a:latin typeface="Times New Roman"/>
                <a:cs typeface="Times New Roman"/>
              </a:rPr>
              <a:t> </a:t>
            </a:r>
            <a:r>
              <a:rPr sz="2400" b="1" spc="-160" dirty="0">
                <a:latin typeface="Times New Roman"/>
                <a:cs typeface="Times New Roman"/>
              </a:rPr>
              <a:t>IOPS</a:t>
            </a:r>
            <a:r>
              <a:rPr sz="2400" b="1" spc="-45" dirty="0">
                <a:latin typeface="Times New Roman"/>
                <a:cs typeface="Times New Roman"/>
              </a:rPr>
              <a:t> </a:t>
            </a:r>
            <a:r>
              <a:rPr sz="2400" b="1" dirty="0">
                <a:latin typeface="Times New Roman"/>
                <a:cs typeface="Times New Roman"/>
              </a:rPr>
              <a:t>for</a:t>
            </a:r>
            <a:r>
              <a:rPr sz="2400" b="1" spc="-70" dirty="0">
                <a:latin typeface="Times New Roman"/>
                <a:cs typeface="Times New Roman"/>
              </a:rPr>
              <a:t> </a:t>
            </a:r>
            <a:r>
              <a:rPr sz="2400" b="1" spc="-10" dirty="0">
                <a:latin typeface="Times New Roman"/>
                <a:cs typeface="Times New Roman"/>
              </a:rPr>
              <a:t>storage-heavy</a:t>
            </a:r>
            <a:r>
              <a:rPr sz="2400" b="1" spc="-60" dirty="0">
                <a:latin typeface="Times New Roman"/>
                <a:cs typeface="Times New Roman"/>
              </a:rPr>
              <a:t> </a:t>
            </a:r>
            <a:r>
              <a:rPr sz="2400" b="1" spc="-10" dirty="0">
                <a:latin typeface="Times New Roman"/>
                <a:cs typeface="Times New Roman"/>
              </a:rPr>
              <a:t>applications.</a:t>
            </a:r>
            <a:endParaRPr sz="2400">
              <a:latin typeface="Times New Roman"/>
              <a:cs typeface="Times New Roman"/>
            </a:endParaRPr>
          </a:p>
          <a:p>
            <a:pPr marL="119380" lvl="1" indent="-114300">
              <a:lnSpc>
                <a:spcPct val="100000"/>
              </a:lnSpc>
              <a:buSzPct val="95833"/>
              <a:buChar char="•"/>
              <a:tabLst>
                <a:tab pos="119380" algn="l"/>
              </a:tabLst>
            </a:pPr>
            <a:r>
              <a:rPr sz="2400" spc="-145" dirty="0">
                <a:latin typeface="Times New Roman"/>
                <a:cs typeface="Times New Roman"/>
              </a:rPr>
              <a:t>Ideal</a:t>
            </a:r>
            <a:r>
              <a:rPr sz="2400" spc="-30"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125" dirty="0">
                <a:latin typeface="Times New Roman"/>
                <a:cs typeface="Times New Roman"/>
              </a:rPr>
              <a:t>data</a:t>
            </a:r>
            <a:r>
              <a:rPr sz="2400" spc="-30" dirty="0">
                <a:latin typeface="Times New Roman"/>
                <a:cs typeface="Times New Roman"/>
              </a:rPr>
              <a:t> </a:t>
            </a:r>
            <a:r>
              <a:rPr sz="2400" spc="-125" dirty="0">
                <a:latin typeface="Times New Roman"/>
                <a:cs typeface="Times New Roman"/>
              </a:rPr>
              <a:t>warehousing,</a:t>
            </a:r>
            <a:r>
              <a:rPr sz="2400" spc="-155" dirty="0">
                <a:latin typeface="Times New Roman"/>
                <a:cs typeface="Times New Roman"/>
              </a:rPr>
              <a:t> </a:t>
            </a:r>
            <a:r>
              <a:rPr sz="2400" spc="-80" dirty="0">
                <a:latin typeface="Times New Roman"/>
                <a:cs typeface="Times New Roman"/>
              </a:rPr>
              <a:t>distributed</a:t>
            </a:r>
            <a:r>
              <a:rPr sz="2400" spc="-50" dirty="0">
                <a:latin typeface="Times New Roman"/>
                <a:cs typeface="Times New Roman"/>
              </a:rPr>
              <a:t> </a:t>
            </a:r>
            <a:r>
              <a:rPr sz="2400" spc="-125" dirty="0">
                <a:latin typeface="Times New Roman"/>
                <a:cs typeface="Times New Roman"/>
              </a:rPr>
              <a:t>file</a:t>
            </a:r>
            <a:r>
              <a:rPr sz="2400" spc="-25" dirty="0">
                <a:latin typeface="Times New Roman"/>
                <a:cs typeface="Times New Roman"/>
              </a:rPr>
              <a:t> </a:t>
            </a:r>
            <a:r>
              <a:rPr sz="2400" spc="-120" dirty="0">
                <a:latin typeface="Times New Roman"/>
                <a:cs typeface="Times New Roman"/>
              </a:rPr>
              <a:t>systems,</a:t>
            </a:r>
            <a:r>
              <a:rPr sz="2400" spc="-130" dirty="0">
                <a:latin typeface="Times New Roman"/>
                <a:cs typeface="Times New Roman"/>
              </a:rPr>
              <a:t> </a:t>
            </a:r>
            <a:r>
              <a:rPr sz="2400" spc="-145" dirty="0">
                <a:latin typeface="Times New Roman"/>
                <a:cs typeface="Times New Roman"/>
              </a:rPr>
              <a:t>and</a:t>
            </a:r>
            <a:r>
              <a:rPr sz="2400" spc="-30" dirty="0">
                <a:latin typeface="Times New Roman"/>
                <a:cs typeface="Times New Roman"/>
              </a:rPr>
              <a:t> </a:t>
            </a:r>
            <a:r>
              <a:rPr sz="2400" spc="-185" dirty="0">
                <a:latin typeface="Times New Roman"/>
                <a:cs typeface="Times New Roman"/>
              </a:rPr>
              <a:t>NoSQL</a:t>
            </a:r>
            <a:r>
              <a:rPr sz="2400" spc="-20" dirty="0">
                <a:latin typeface="Times New Roman"/>
                <a:cs typeface="Times New Roman"/>
              </a:rPr>
              <a:t> </a:t>
            </a:r>
            <a:r>
              <a:rPr sz="2400" spc="-75" dirty="0">
                <a:latin typeface="Times New Roman"/>
                <a:cs typeface="Times New Roman"/>
              </a:rPr>
              <a:t>databases.</a:t>
            </a:r>
            <a:endParaRPr sz="2400">
              <a:latin typeface="Times New Roman"/>
              <a:cs typeface="Times New Roman"/>
            </a:endParaRPr>
          </a:p>
          <a:p>
            <a:pPr marL="119380" lvl="1" indent="-114300">
              <a:lnSpc>
                <a:spcPct val="100000"/>
              </a:lnSpc>
              <a:buSzPct val="95833"/>
              <a:buChar char="•"/>
              <a:tabLst>
                <a:tab pos="119380" algn="l"/>
              </a:tabLst>
            </a:pPr>
            <a:r>
              <a:rPr sz="2400" spc="-25" dirty="0">
                <a:latin typeface="Times New Roman"/>
                <a:cs typeface="Times New Roman"/>
              </a:rPr>
              <a:t>Examples:</a:t>
            </a:r>
            <a:endParaRPr sz="2400">
              <a:latin typeface="Times New Roman"/>
              <a:cs typeface="Times New Roman"/>
            </a:endParaRPr>
          </a:p>
          <a:p>
            <a:pPr marL="575945" lvl="2" indent="-114300">
              <a:lnSpc>
                <a:spcPct val="100000"/>
              </a:lnSpc>
              <a:buSzPct val="95833"/>
              <a:buFont typeface="Times New Roman"/>
              <a:buChar char="•"/>
              <a:tabLst>
                <a:tab pos="575945" algn="l"/>
              </a:tabLst>
            </a:pPr>
            <a:r>
              <a:rPr sz="2400" b="1" dirty="0">
                <a:latin typeface="Times New Roman"/>
                <a:cs typeface="Times New Roman"/>
              </a:rPr>
              <a:t>I</a:t>
            </a:r>
            <a:r>
              <a:rPr sz="2400" b="1" spc="-65"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75" dirty="0">
                <a:latin typeface="Times New Roman"/>
                <a:cs typeface="Times New Roman"/>
              </a:rPr>
              <a:t> </a:t>
            </a:r>
            <a:r>
              <a:rPr sz="2400" spc="-50" dirty="0">
                <a:latin typeface="Times New Roman"/>
                <a:cs typeface="Times New Roman"/>
              </a:rPr>
              <a:t>i3,</a:t>
            </a:r>
            <a:r>
              <a:rPr sz="2400" spc="-155" dirty="0">
                <a:latin typeface="Times New Roman"/>
                <a:cs typeface="Times New Roman"/>
              </a:rPr>
              <a:t> </a:t>
            </a:r>
            <a:r>
              <a:rPr sz="2400" spc="-25" dirty="0">
                <a:latin typeface="Times New Roman"/>
                <a:cs typeface="Times New Roman"/>
              </a:rPr>
              <a:t>i4i</a:t>
            </a:r>
            <a:endParaRPr sz="2400">
              <a:latin typeface="Times New Roman"/>
              <a:cs typeface="Times New Roman"/>
            </a:endParaRPr>
          </a:p>
          <a:p>
            <a:pPr marL="1033144" lvl="3" indent="-114300">
              <a:lnSpc>
                <a:spcPct val="100000"/>
              </a:lnSpc>
              <a:buSzPct val="95833"/>
              <a:buChar char="•"/>
              <a:tabLst>
                <a:tab pos="1033144" algn="l"/>
              </a:tabLst>
            </a:pPr>
            <a:r>
              <a:rPr sz="2400" spc="-100" dirty="0">
                <a:latin typeface="Times New Roman"/>
                <a:cs typeface="Times New Roman"/>
              </a:rPr>
              <a:t>Optimized</a:t>
            </a:r>
            <a:r>
              <a:rPr sz="2400" spc="-35" dirty="0">
                <a:latin typeface="Times New Roman"/>
                <a:cs typeface="Times New Roman"/>
              </a:rPr>
              <a:t> </a:t>
            </a:r>
            <a:r>
              <a:rPr sz="2400" spc="-90" dirty="0">
                <a:latin typeface="Times New Roman"/>
                <a:cs typeface="Times New Roman"/>
              </a:rPr>
              <a:t>for</a:t>
            </a:r>
            <a:r>
              <a:rPr sz="2400" spc="-45" dirty="0">
                <a:latin typeface="Times New Roman"/>
                <a:cs typeface="Times New Roman"/>
              </a:rPr>
              <a:t> </a:t>
            </a:r>
            <a:r>
              <a:rPr sz="2400" spc="-165" dirty="0">
                <a:latin typeface="Times New Roman"/>
                <a:cs typeface="Times New Roman"/>
              </a:rPr>
              <a:t>high</a:t>
            </a:r>
            <a:r>
              <a:rPr sz="2400" spc="-30" dirty="0">
                <a:latin typeface="Times New Roman"/>
                <a:cs typeface="Times New Roman"/>
              </a:rPr>
              <a:t> </a:t>
            </a:r>
            <a:r>
              <a:rPr sz="2400" spc="-175" dirty="0">
                <a:latin typeface="Times New Roman"/>
                <a:cs typeface="Times New Roman"/>
              </a:rPr>
              <a:t>IOPS</a:t>
            </a:r>
            <a:r>
              <a:rPr sz="2400" spc="-40" dirty="0">
                <a:latin typeface="Times New Roman"/>
                <a:cs typeface="Times New Roman"/>
              </a:rPr>
              <a:t> </a:t>
            </a:r>
            <a:r>
              <a:rPr sz="2400" spc="-10" dirty="0">
                <a:latin typeface="Times New Roman"/>
                <a:cs typeface="Times New Roman"/>
              </a:rPr>
              <a:t>storage.</a:t>
            </a:r>
            <a:endParaRPr sz="2400">
              <a:latin typeface="Times New Roman"/>
              <a:cs typeface="Times New Roman"/>
            </a:endParaRPr>
          </a:p>
          <a:p>
            <a:pPr marL="575945" lvl="2" indent="-114300">
              <a:lnSpc>
                <a:spcPct val="100000"/>
              </a:lnSpc>
              <a:buSzPct val="95833"/>
              <a:buFont typeface="Times New Roman"/>
              <a:buChar char="•"/>
              <a:tabLst>
                <a:tab pos="575945" algn="l"/>
              </a:tabLst>
            </a:pPr>
            <a:r>
              <a:rPr sz="2400" b="1" dirty="0">
                <a:latin typeface="Times New Roman"/>
                <a:cs typeface="Times New Roman"/>
              </a:rPr>
              <a:t>D</a:t>
            </a:r>
            <a:r>
              <a:rPr sz="2400" b="1" spc="-50"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65" dirty="0">
                <a:latin typeface="Times New Roman"/>
                <a:cs typeface="Times New Roman"/>
              </a:rPr>
              <a:t> </a:t>
            </a:r>
            <a:r>
              <a:rPr sz="2400" spc="-40" dirty="0">
                <a:latin typeface="Times New Roman"/>
                <a:cs typeface="Times New Roman"/>
              </a:rPr>
              <a:t>d2,</a:t>
            </a:r>
            <a:r>
              <a:rPr sz="2400" spc="-150" dirty="0">
                <a:latin typeface="Times New Roman"/>
                <a:cs typeface="Times New Roman"/>
              </a:rPr>
              <a:t> </a:t>
            </a:r>
            <a:r>
              <a:rPr sz="2400" spc="-25" dirty="0">
                <a:latin typeface="Times New Roman"/>
                <a:cs typeface="Times New Roman"/>
              </a:rPr>
              <a:t>d3</a:t>
            </a:r>
            <a:endParaRPr sz="2400">
              <a:latin typeface="Times New Roman"/>
              <a:cs typeface="Times New Roman"/>
            </a:endParaRPr>
          </a:p>
          <a:p>
            <a:pPr marL="1033144" lvl="3" indent="-114300">
              <a:lnSpc>
                <a:spcPct val="100000"/>
              </a:lnSpc>
              <a:spcBef>
                <a:spcPts val="5"/>
              </a:spcBef>
              <a:buSzPct val="95833"/>
              <a:buChar char="•"/>
              <a:tabLst>
                <a:tab pos="1033144" algn="l"/>
              </a:tabLst>
            </a:pPr>
            <a:r>
              <a:rPr sz="2400" spc="-100" dirty="0">
                <a:latin typeface="Times New Roman"/>
                <a:cs typeface="Times New Roman"/>
              </a:rPr>
              <a:t>Optimized</a:t>
            </a:r>
            <a:r>
              <a:rPr sz="2400" spc="-25"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125" dirty="0">
                <a:latin typeface="Times New Roman"/>
                <a:cs typeface="Times New Roman"/>
              </a:rPr>
              <a:t>dense</a:t>
            </a:r>
            <a:r>
              <a:rPr sz="2400" spc="-35" dirty="0">
                <a:latin typeface="Times New Roman"/>
                <a:cs typeface="Times New Roman"/>
              </a:rPr>
              <a:t> </a:t>
            </a:r>
            <a:r>
              <a:rPr sz="2400" spc="-114" dirty="0">
                <a:latin typeface="Times New Roman"/>
                <a:cs typeface="Times New Roman"/>
              </a:rPr>
              <a:t>storage</a:t>
            </a:r>
            <a:r>
              <a:rPr sz="2400" spc="-30" dirty="0">
                <a:latin typeface="Times New Roman"/>
                <a:cs typeface="Times New Roman"/>
              </a:rPr>
              <a:t> </a:t>
            </a:r>
            <a:r>
              <a:rPr sz="2400" spc="-10" dirty="0">
                <a:latin typeface="Times New Roman"/>
                <a:cs typeface="Times New Roman"/>
              </a:rPr>
              <a:t>workloads.</a:t>
            </a:r>
            <a:endParaRPr sz="2400">
              <a:latin typeface="Times New Roman"/>
              <a:cs typeface="Times New Roman"/>
            </a:endParaRPr>
          </a:p>
          <a:p>
            <a:pPr marL="575945" lvl="2" indent="-114300">
              <a:lnSpc>
                <a:spcPct val="100000"/>
              </a:lnSpc>
              <a:buSzPct val="95833"/>
              <a:buFont typeface="Times New Roman"/>
              <a:buChar char="•"/>
              <a:tabLst>
                <a:tab pos="575945" algn="l"/>
              </a:tabLst>
            </a:pPr>
            <a:r>
              <a:rPr sz="2400" b="1" dirty="0">
                <a:latin typeface="Times New Roman"/>
                <a:cs typeface="Times New Roman"/>
              </a:rPr>
              <a:t>H</a:t>
            </a:r>
            <a:r>
              <a:rPr sz="2400" b="1" spc="-40" dirty="0">
                <a:latin typeface="Times New Roman"/>
                <a:cs typeface="Times New Roman"/>
              </a:rPr>
              <a:t> </a:t>
            </a:r>
            <a:r>
              <a:rPr sz="2400" b="1" spc="-35" dirty="0">
                <a:latin typeface="Times New Roman"/>
                <a:cs typeface="Times New Roman"/>
              </a:rPr>
              <a:t>Series</a:t>
            </a:r>
            <a:r>
              <a:rPr sz="2400" spc="-35" dirty="0">
                <a:latin typeface="Times New Roman"/>
                <a:cs typeface="Times New Roman"/>
              </a:rPr>
              <a:t>:</a:t>
            </a:r>
            <a:r>
              <a:rPr sz="2400" spc="-150" dirty="0">
                <a:latin typeface="Times New Roman"/>
                <a:cs typeface="Times New Roman"/>
              </a:rPr>
              <a:t> </a:t>
            </a:r>
            <a:r>
              <a:rPr sz="2400" spc="-25" dirty="0">
                <a:latin typeface="Times New Roman"/>
                <a:cs typeface="Times New Roman"/>
              </a:rPr>
              <a:t>h1</a:t>
            </a:r>
            <a:endParaRPr sz="2400">
              <a:latin typeface="Times New Roman"/>
              <a:cs typeface="Times New Roman"/>
            </a:endParaRPr>
          </a:p>
          <a:p>
            <a:pPr marL="1033144" lvl="3" indent="-114300">
              <a:lnSpc>
                <a:spcPct val="100000"/>
              </a:lnSpc>
              <a:buSzPct val="95833"/>
              <a:buChar char="•"/>
              <a:tabLst>
                <a:tab pos="1033144" algn="l"/>
              </a:tabLst>
            </a:pPr>
            <a:r>
              <a:rPr sz="2400" spc="-100" dirty="0">
                <a:latin typeface="Times New Roman"/>
                <a:cs typeface="Times New Roman"/>
              </a:rPr>
              <a:t>Optimized</a:t>
            </a:r>
            <a:r>
              <a:rPr sz="2400" spc="-30"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165" dirty="0">
                <a:latin typeface="Times New Roman"/>
                <a:cs typeface="Times New Roman"/>
              </a:rPr>
              <a:t>high</a:t>
            </a:r>
            <a:r>
              <a:rPr sz="2400" spc="-25" dirty="0">
                <a:latin typeface="Times New Roman"/>
                <a:cs typeface="Times New Roman"/>
              </a:rPr>
              <a:t> </a:t>
            </a:r>
            <a:r>
              <a:rPr sz="2400" spc="-114" dirty="0">
                <a:latin typeface="Times New Roman"/>
                <a:cs typeface="Times New Roman"/>
              </a:rPr>
              <a:t>storage</a:t>
            </a:r>
            <a:r>
              <a:rPr sz="2400" spc="-25" dirty="0">
                <a:latin typeface="Times New Roman"/>
                <a:cs typeface="Times New Roman"/>
              </a:rPr>
              <a:t> </a:t>
            </a:r>
            <a:r>
              <a:rPr sz="2400" spc="-10" dirty="0">
                <a:latin typeface="Times New Roman"/>
                <a:cs typeface="Times New Roman"/>
              </a:rPr>
              <a:t>throughput.</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5144A-BF9A-8E45-1EDF-990882F8F714}"/>
              </a:ext>
            </a:extLst>
          </p:cNvPr>
          <p:cNvSpPr>
            <a:spLocks noGrp="1"/>
          </p:cNvSpPr>
          <p:nvPr>
            <p:ph type="title"/>
          </p:nvPr>
        </p:nvSpPr>
        <p:spPr>
          <a:xfrm>
            <a:off x="307340" y="247599"/>
            <a:ext cx="8529319" cy="553998"/>
          </a:xfrm>
        </p:spPr>
        <p:txBody>
          <a:bodyPr/>
          <a:lstStyle/>
          <a:p>
            <a:r>
              <a:rPr lang="en-US" dirty="0"/>
              <a:t>Examples : </a:t>
            </a:r>
            <a:r>
              <a:rPr lang="en-US" sz="2200" dirty="0"/>
              <a:t>[family][generation][optional suffix]</a:t>
            </a:r>
          </a:p>
        </p:txBody>
      </p:sp>
      <p:sp>
        <p:nvSpPr>
          <p:cNvPr id="4" name="Rectangle 1">
            <a:extLst>
              <a:ext uri="{FF2B5EF4-FFF2-40B4-BE49-F238E27FC236}">
                <a16:creationId xmlns:a16="http://schemas.microsoft.com/office/drawing/2014/main" id="{8D8D4439-2D7B-0A62-D525-9F3F48FD1D24}"/>
              </a:ext>
            </a:extLst>
          </p:cNvPr>
          <p:cNvSpPr>
            <a:spLocks noGrp="1" noChangeArrowheads="1"/>
          </p:cNvSpPr>
          <p:nvPr>
            <p:ph type="body" idx="1"/>
          </p:nvPr>
        </p:nvSpPr>
        <p:spPr bwMode="auto">
          <a:xfrm>
            <a:off x="307340" y="934376"/>
            <a:ext cx="4524350" cy="436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highlight>
                  <a:srgbClr val="FFFF00"/>
                </a:highlight>
                <a:latin typeface="Arial Unicode MS"/>
              </a:rPr>
              <a:t>t4g.medium</a:t>
            </a:r>
            <a:r>
              <a:rPr kumimoji="0" lang="en-US" altLang="en-US" sz="1700" b="0" i="0" u="none" strike="noStrike" cap="none" normalizeH="0" baseline="0" dirty="0">
                <a:ln>
                  <a:noFill/>
                </a:ln>
                <a:solidFill>
                  <a:schemeClr val="tx1"/>
                </a:solidFill>
                <a:effectLst/>
                <a:highlight>
                  <a:srgbClr val="FFFF00"/>
                </a:highlight>
              </a:rPr>
              <a:t>:</a:t>
            </a:r>
            <a:endParaRPr kumimoji="0" lang="en-US" altLang="en-US" sz="17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Unicode MS"/>
              </a:rPr>
              <a:t>t</a:t>
            </a:r>
            <a:r>
              <a:rPr kumimoji="0" lang="en-US" altLang="en-US" sz="1700" b="0" i="0" u="none" strike="noStrike" cap="none" normalizeH="0" baseline="0" dirty="0">
                <a:ln>
                  <a:noFill/>
                </a:ln>
                <a:solidFill>
                  <a:schemeClr val="tx1"/>
                </a:solidFill>
                <a:effectLst/>
              </a:rPr>
              <a:t> = instance </a:t>
            </a:r>
            <a:r>
              <a:rPr kumimoji="0" lang="en-US" altLang="en-US" sz="1700" b="1" i="0" u="none" strike="noStrike" cap="none" normalizeH="0" baseline="0" dirty="0">
                <a:ln>
                  <a:noFill/>
                </a:ln>
                <a:solidFill>
                  <a:schemeClr val="tx1"/>
                </a:solidFill>
                <a:effectLst/>
                <a:latin typeface="Arial" panose="020B0604020202020204" pitchFamily="34" charset="0"/>
              </a:rPr>
              <a:t>family</a:t>
            </a:r>
            <a:r>
              <a:rPr kumimoji="0" lang="en-US" altLang="en-US" sz="1700" b="0" i="0" u="none" strike="noStrike" cap="none" normalizeH="0" baseline="0" dirty="0">
                <a:ln>
                  <a:noFill/>
                </a:ln>
                <a:solidFill>
                  <a:schemeClr val="tx1"/>
                </a:solidFill>
                <a:effectLst/>
                <a:latin typeface="Arial" panose="020B0604020202020204" pitchFamily="34" charset="0"/>
              </a:rPr>
              <a:t> → general purpose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Unicode MS"/>
              </a:rPr>
              <a:t>4</a:t>
            </a:r>
            <a:r>
              <a:rPr kumimoji="0" lang="en-US" altLang="en-US" sz="1700" b="0" i="0" u="none" strike="noStrike" cap="none" normalizeH="0" baseline="0" dirty="0">
                <a:ln>
                  <a:noFill/>
                </a:ln>
                <a:solidFill>
                  <a:schemeClr val="tx1"/>
                </a:solidFill>
                <a:effectLst/>
              </a:rPr>
              <a:t> = </a:t>
            </a:r>
            <a:r>
              <a:rPr kumimoji="0" lang="en-US" altLang="en-US" sz="1700" b="1" i="0" u="none" strike="noStrike" cap="none" normalizeH="0" baseline="0" dirty="0">
                <a:ln>
                  <a:noFill/>
                </a:ln>
                <a:solidFill>
                  <a:schemeClr val="tx1"/>
                </a:solidFill>
                <a:effectLst/>
                <a:latin typeface="Arial" panose="020B0604020202020204" pitchFamily="34" charset="0"/>
              </a:rPr>
              <a:t>generation</a:t>
            </a:r>
            <a:r>
              <a:rPr kumimoji="0" lang="en-US" altLang="en-US" sz="1700" b="0" i="0" u="none" strike="noStrike" cap="none" normalizeH="0" baseline="0" dirty="0">
                <a:ln>
                  <a:noFill/>
                </a:ln>
                <a:solidFill>
                  <a:schemeClr val="tx1"/>
                </a:solidFill>
                <a:effectLst/>
                <a:latin typeface="Arial" panose="020B0604020202020204" pitchFamily="34" charset="0"/>
              </a:rPr>
              <a:t> → 4th version of the </a:t>
            </a:r>
            <a:r>
              <a:rPr kumimoji="0" lang="en-US" altLang="en-US" sz="1700" b="0" i="0" u="none" strike="noStrike" cap="none" normalizeH="0" baseline="0" dirty="0">
                <a:ln>
                  <a:noFill/>
                </a:ln>
                <a:solidFill>
                  <a:schemeClr val="tx1"/>
                </a:solidFill>
                <a:effectLst/>
                <a:latin typeface="Arial Unicode MS"/>
              </a:rPr>
              <a:t>t</a:t>
            </a:r>
            <a:r>
              <a:rPr kumimoji="0" lang="en-US" altLang="en-US" sz="1700" b="0" i="0" u="none" strike="noStrike" cap="none" normalizeH="0" baseline="0" dirty="0">
                <a:ln>
                  <a:noFill/>
                </a:ln>
                <a:solidFill>
                  <a:schemeClr val="tx1"/>
                </a:solidFill>
                <a:effectLst/>
              </a:rPr>
              <a:t> family</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Unicode MS"/>
              </a:rPr>
              <a:t>g</a:t>
            </a:r>
            <a:r>
              <a:rPr kumimoji="0" lang="en-US" altLang="en-US" sz="1700" b="0" i="0" u="none" strike="noStrike" cap="none" normalizeH="0" baseline="0" dirty="0">
                <a:ln>
                  <a:noFill/>
                </a:ln>
                <a:solidFill>
                  <a:schemeClr val="tx1"/>
                </a:solidFill>
                <a:effectLst/>
              </a:rPr>
              <a:t> = </a:t>
            </a:r>
            <a:r>
              <a:rPr kumimoji="0" lang="en-US" altLang="en-US" sz="1700" b="1" i="0" u="none" strike="noStrike" cap="none" normalizeH="0" baseline="0" dirty="0">
                <a:ln>
                  <a:noFill/>
                </a:ln>
                <a:solidFill>
                  <a:schemeClr val="tx1"/>
                </a:solidFill>
                <a:effectLst/>
                <a:latin typeface="Arial" panose="020B0604020202020204" pitchFamily="34" charset="0"/>
              </a:rPr>
              <a:t>processor architecture</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g</a:t>
            </a:r>
            <a:r>
              <a:rPr kumimoji="0" lang="en-US" altLang="en-US" sz="1700" b="0" i="0" u="none" strike="noStrike" cap="none" normalizeH="0" baseline="0" dirty="0">
                <a:ln>
                  <a:noFill/>
                </a:ln>
                <a:solidFill>
                  <a:schemeClr val="tx1"/>
                </a:solidFill>
                <a:effectLst/>
              </a:rPr>
              <a:t> = </a:t>
            </a:r>
            <a:r>
              <a:rPr kumimoji="0" lang="en-US" altLang="en-US" sz="1700" b="1" i="0" u="none" strike="noStrike" cap="none" normalizeH="0" baseline="0" dirty="0">
                <a:ln>
                  <a:noFill/>
                </a:ln>
                <a:solidFill>
                  <a:schemeClr val="tx1"/>
                </a:solidFill>
                <a:effectLst/>
                <a:latin typeface="Arial" panose="020B0604020202020204" pitchFamily="34" charset="0"/>
              </a:rPr>
              <a:t>Graviton</a:t>
            </a:r>
            <a:r>
              <a:rPr kumimoji="0" lang="en-US" altLang="en-US" sz="1700" b="0" i="0" u="none" strike="noStrike" cap="none" normalizeH="0" baseline="0" dirty="0">
                <a:ln>
                  <a:noFill/>
                </a:ln>
                <a:solidFill>
                  <a:schemeClr val="tx1"/>
                </a:solidFill>
                <a:effectLst/>
                <a:latin typeface="Arial" panose="020B0604020202020204" pitchFamily="34" charset="0"/>
              </a:rPr>
              <a:t> (ARM-based processors)</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No letter = Intel/AMD x86</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n</a:t>
            </a:r>
            <a:r>
              <a:rPr kumimoji="0" lang="en-US" altLang="en-US" sz="1700" b="0" i="0" u="none" strike="noStrike" cap="none" normalizeH="0" baseline="0" dirty="0">
                <a:ln>
                  <a:noFill/>
                </a:ln>
                <a:solidFill>
                  <a:schemeClr val="tx1"/>
                </a:solidFill>
                <a:effectLst/>
              </a:rPr>
              <a:t> = network optimized</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d</a:t>
            </a:r>
            <a:r>
              <a:rPr kumimoji="0" lang="en-US" altLang="en-US" sz="1700" b="0" i="0" u="none" strike="noStrike" cap="none" normalizeH="0" baseline="0" dirty="0">
                <a:ln>
                  <a:noFill/>
                </a:ln>
                <a:solidFill>
                  <a:schemeClr val="tx1"/>
                </a:solidFill>
                <a:effectLst/>
              </a:rPr>
              <a:t> = includes local </a:t>
            </a:r>
            <a:r>
              <a:rPr kumimoji="0" lang="en-US" altLang="en-US" sz="1700" b="1" i="0" u="none" strike="noStrike" cap="none" normalizeH="0" baseline="0" dirty="0">
                <a:ln>
                  <a:noFill/>
                </a:ln>
                <a:solidFill>
                  <a:schemeClr val="tx1"/>
                </a:solidFill>
                <a:effectLst/>
                <a:latin typeface="Arial" panose="020B0604020202020204" pitchFamily="34" charset="0"/>
              </a:rPr>
              <a:t>disk</a:t>
            </a:r>
            <a:r>
              <a:rPr kumimoji="0" lang="en-US" altLang="en-US" sz="1700" b="0" i="0" u="none" strike="noStrike" cap="none" normalizeH="0" baseline="0" dirty="0">
                <a:ln>
                  <a:noFill/>
                </a:ln>
                <a:solidFill>
                  <a:schemeClr val="tx1"/>
                </a:solidFill>
                <a:effectLst/>
                <a:latin typeface="Arial" panose="020B0604020202020204" pitchFamily="34" charset="0"/>
              </a:rPr>
              <a:t> (e.g., </a:t>
            </a:r>
            <a:r>
              <a:rPr kumimoji="0" lang="en-US" altLang="en-US" sz="1700" b="0" i="0" u="none" strike="noStrike" cap="none" normalizeH="0" baseline="0" dirty="0">
                <a:ln>
                  <a:noFill/>
                </a:ln>
                <a:solidFill>
                  <a:schemeClr val="tx1"/>
                </a:solidFill>
                <a:effectLst/>
                <a:latin typeface="Arial Unicode MS"/>
              </a:rPr>
              <a:t>m5d</a:t>
            </a:r>
            <a:r>
              <a:rPr kumimoji="0" lang="en-US" altLang="en-US" sz="1700" b="0" i="0" u="none" strike="noStrike" cap="none" normalizeH="0" baseline="0" dirty="0">
                <a:ln>
                  <a:noFill/>
                </a:ln>
                <a:solidFill>
                  <a:schemeClr val="tx1"/>
                </a:solidFill>
                <a:effectLst/>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a</a:t>
            </a:r>
            <a:r>
              <a:rPr kumimoji="0" lang="en-US" altLang="en-US" sz="1700" b="0" i="0" u="none" strike="noStrike" cap="none" normalizeH="0" baseline="0" dirty="0">
                <a:ln>
                  <a:noFill/>
                </a:ln>
                <a:solidFill>
                  <a:schemeClr val="tx1"/>
                </a:solidFill>
                <a:effectLst/>
              </a:rPr>
              <a:t> = AMD processor (e.g., </a:t>
            </a:r>
            <a:r>
              <a:rPr kumimoji="0" lang="en-US" altLang="en-US" sz="1700" b="0" i="0" u="none" strike="noStrike" cap="none" normalizeH="0" baseline="0" dirty="0">
                <a:ln>
                  <a:noFill/>
                </a:ln>
                <a:solidFill>
                  <a:schemeClr val="tx1"/>
                </a:solidFill>
                <a:effectLst/>
                <a:latin typeface="Arial Unicode MS"/>
              </a:rPr>
              <a:t>m5a</a:t>
            </a:r>
            <a:r>
              <a:rPr kumimoji="0" lang="en-US" altLang="en-US" sz="1700" b="0" i="0" u="none" strike="noStrike" cap="none" normalizeH="0" baseline="0" dirty="0">
                <a:ln>
                  <a:noFill/>
                </a:ln>
                <a:solidFill>
                  <a:schemeClr val="tx1"/>
                </a:solidFill>
                <a:effectLst/>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x</a:t>
            </a:r>
            <a:r>
              <a:rPr kumimoji="0" lang="en-US" altLang="en-US" sz="1700" b="0" i="0" u="none" strike="noStrike" cap="none" normalizeH="0" baseline="0" dirty="0">
                <a:ln>
                  <a:noFill/>
                </a:ln>
                <a:solidFill>
                  <a:schemeClr val="tx1"/>
                </a:solidFill>
                <a:effectLst/>
              </a:rPr>
              <a:t> = memory optimized</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D1338B5B-0C13-CA7F-6C69-912E105220DC}"/>
              </a:ext>
            </a:extLst>
          </p:cNvPr>
          <p:cNvSpPr>
            <a:spLocks noChangeArrowheads="1"/>
          </p:cNvSpPr>
          <p:nvPr/>
        </p:nvSpPr>
        <p:spPr bwMode="auto">
          <a:xfrm>
            <a:off x="3048000" y="5169530"/>
            <a:ext cx="5941059" cy="1613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t3.medium</a:t>
            </a:r>
            <a:r>
              <a:rPr kumimoji="0" lang="en-US" altLang="en-US" sz="1700" b="0" i="0" u="none" strike="noStrike" cap="none" normalizeH="0" baseline="0" dirty="0">
                <a:ln>
                  <a:noFill/>
                </a:ln>
                <a:solidFill>
                  <a:schemeClr val="tx1"/>
                </a:solidFill>
                <a:effectLst/>
              </a:rPr>
              <a:t> → 3rd gen general-purpose, x86</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t4g.medium</a:t>
            </a:r>
            <a:r>
              <a:rPr kumimoji="0" lang="en-US" altLang="en-US" sz="1700" b="0" i="0" u="none" strike="noStrike" cap="none" normalizeH="0" baseline="0" dirty="0">
                <a:ln>
                  <a:noFill/>
                </a:ln>
                <a:solidFill>
                  <a:schemeClr val="tx1"/>
                </a:solidFill>
                <a:effectLst/>
              </a:rPr>
              <a:t> → 4th gen general-purpose, </a:t>
            </a:r>
            <a:r>
              <a:rPr kumimoji="0" lang="en-US" altLang="en-US" sz="1700" b="1" i="0" u="none" strike="noStrike" cap="none" normalizeH="0" baseline="0" dirty="0">
                <a:ln>
                  <a:noFill/>
                </a:ln>
                <a:solidFill>
                  <a:schemeClr val="tx1"/>
                </a:solidFill>
                <a:effectLst/>
                <a:latin typeface="Arial" panose="020B0604020202020204" pitchFamily="34" charset="0"/>
              </a:rPr>
              <a:t>Graviton (ARM)</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m5a.large</a:t>
            </a:r>
            <a:r>
              <a:rPr kumimoji="0" lang="en-US" altLang="en-US" sz="1700" b="0" i="0" u="none" strike="noStrike" cap="none" normalizeH="0" baseline="0" dirty="0">
                <a:ln>
                  <a:noFill/>
                </a:ln>
                <a:solidFill>
                  <a:schemeClr val="tx1"/>
                </a:solidFill>
                <a:effectLst/>
              </a:rPr>
              <a:t> → 5th gen general-purpose, </a:t>
            </a:r>
            <a:r>
              <a:rPr kumimoji="0" lang="en-US" altLang="en-US" sz="1700" b="1" i="0" u="none" strike="noStrike" cap="none" normalizeH="0" baseline="0" dirty="0">
                <a:ln>
                  <a:noFill/>
                </a:ln>
                <a:solidFill>
                  <a:schemeClr val="tx1"/>
                </a:solidFill>
                <a:effectLst/>
                <a:latin typeface="Arial" panose="020B0604020202020204" pitchFamily="34" charset="0"/>
              </a:rPr>
              <a:t>AMD</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r6g.xlarge</a:t>
            </a:r>
            <a:r>
              <a:rPr kumimoji="0" lang="en-US" altLang="en-US" sz="1700" b="0" i="0" u="none" strike="noStrike" cap="none" normalizeH="0" baseline="0" dirty="0">
                <a:ln>
                  <a:noFill/>
                </a:ln>
                <a:solidFill>
                  <a:schemeClr val="tx1"/>
                </a:solidFill>
                <a:effectLst/>
              </a:rPr>
              <a:t> → 6th gen </a:t>
            </a:r>
            <a:r>
              <a:rPr kumimoji="0" lang="en-US" altLang="en-US" sz="1700" b="1" i="0" u="none" strike="noStrike" cap="none" normalizeH="0" baseline="0" dirty="0">
                <a:ln>
                  <a:noFill/>
                </a:ln>
                <a:solidFill>
                  <a:schemeClr val="tx1"/>
                </a:solidFill>
                <a:effectLst/>
                <a:latin typeface="Arial" panose="020B0604020202020204" pitchFamily="34" charset="0"/>
              </a:rPr>
              <a:t>memory-optimized</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a:ln>
                  <a:noFill/>
                </a:ln>
                <a:solidFill>
                  <a:schemeClr val="tx1"/>
                </a:solidFill>
                <a:effectLst/>
                <a:latin typeface="Arial" panose="020B0604020202020204" pitchFamily="34" charset="0"/>
              </a:rPr>
              <a:t>Graviton</a:t>
            </a: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6616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Type</a:t>
            </a:r>
            <a:r>
              <a:rPr spc="-125" dirty="0"/>
              <a:t> </a:t>
            </a:r>
            <a:r>
              <a:rPr dirty="0"/>
              <a:t>of</a:t>
            </a:r>
            <a:r>
              <a:rPr spc="-125" dirty="0"/>
              <a:t> </a:t>
            </a:r>
            <a:r>
              <a:rPr spc="-10" dirty="0"/>
              <a:t>Instances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1209802"/>
            <a:ext cx="8023225" cy="2220595"/>
          </a:xfrm>
          <a:prstGeom prst="rect">
            <a:avLst/>
          </a:prstGeom>
        </p:spPr>
        <p:txBody>
          <a:bodyPr vert="horz" wrap="square" lIns="0" tIns="12700" rIns="0" bIns="0" rtlCol="0">
            <a:spAutoFit/>
          </a:bodyPr>
          <a:lstStyle/>
          <a:p>
            <a:pPr marL="288290" indent="-275590">
              <a:lnSpc>
                <a:spcPct val="100000"/>
              </a:lnSpc>
              <a:spcBef>
                <a:spcPts val="100"/>
              </a:spcBef>
              <a:buAutoNum type="arabicPeriod" startAt="6"/>
              <a:tabLst>
                <a:tab pos="288290" algn="l"/>
              </a:tabLst>
            </a:pPr>
            <a:r>
              <a:rPr sz="2400" b="1" dirty="0">
                <a:latin typeface="Times New Roman"/>
                <a:cs typeface="Times New Roman"/>
              </a:rPr>
              <a:t>Networking-Optimized</a:t>
            </a:r>
            <a:r>
              <a:rPr sz="2400" b="1" spc="-55" dirty="0">
                <a:latin typeface="Times New Roman"/>
                <a:cs typeface="Times New Roman"/>
              </a:rPr>
              <a:t> </a:t>
            </a:r>
            <a:r>
              <a:rPr sz="2400" b="1" spc="-10" dirty="0">
                <a:latin typeface="Times New Roman"/>
                <a:cs typeface="Times New Roman"/>
              </a:rPr>
              <a:t>Instances</a:t>
            </a:r>
            <a:endParaRPr sz="2400">
              <a:latin typeface="Times New Roman"/>
              <a:cs typeface="Times New Roman"/>
            </a:endParaRPr>
          </a:p>
          <a:p>
            <a:pPr marL="12700" marR="353695" lvl="1" indent="-7620">
              <a:lnSpc>
                <a:spcPct val="100000"/>
              </a:lnSpc>
              <a:buSzPct val="95833"/>
              <a:buChar char="•"/>
              <a:tabLst>
                <a:tab pos="119380" algn="l"/>
              </a:tabLst>
            </a:pPr>
            <a:r>
              <a:rPr sz="2400" spc="-145" dirty="0">
                <a:latin typeface="Times New Roman"/>
                <a:cs typeface="Times New Roman"/>
              </a:rPr>
              <a:t>	Designed</a:t>
            </a:r>
            <a:r>
              <a:rPr sz="2400" spc="-25" dirty="0">
                <a:latin typeface="Times New Roman"/>
                <a:cs typeface="Times New Roman"/>
              </a:rPr>
              <a:t> </a:t>
            </a:r>
            <a:r>
              <a:rPr sz="2400" spc="-90" dirty="0">
                <a:latin typeface="Times New Roman"/>
                <a:cs typeface="Times New Roman"/>
              </a:rPr>
              <a:t>for</a:t>
            </a:r>
            <a:r>
              <a:rPr sz="2400" spc="-35" dirty="0">
                <a:latin typeface="Times New Roman"/>
                <a:cs typeface="Times New Roman"/>
              </a:rPr>
              <a:t> </a:t>
            </a:r>
            <a:r>
              <a:rPr sz="2400" spc="-125" dirty="0">
                <a:latin typeface="Times New Roman"/>
                <a:cs typeface="Times New Roman"/>
              </a:rPr>
              <a:t>applications</a:t>
            </a:r>
            <a:r>
              <a:rPr sz="2400" spc="-40" dirty="0">
                <a:latin typeface="Times New Roman"/>
                <a:cs typeface="Times New Roman"/>
              </a:rPr>
              <a:t> </a:t>
            </a:r>
            <a:r>
              <a:rPr sz="2400" spc="-100" dirty="0">
                <a:latin typeface="Times New Roman"/>
                <a:cs typeface="Times New Roman"/>
              </a:rPr>
              <a:t>requiring</a:t>
            </a:r>
            <a:r>
              <a:rPr sz="2400" spc="-50" dirty="0">
                <a:latin typeface="Times New Roman"/>
                <a:cs typeface="Times New Roman"/>
              </a:rPr>
              <a:t> </a:t>
            </a:r>
            <a:r>
              <a:rPr sz="2400" spc="-165" dirty="0">
                <a:latin typeface="Times New Roman"/>
                <a:cs typeface="Times New Roman"/>
              </a:rPr>
              <a:t>high</a:t>
            </a:r>
            <a:r>
              <a:rPr sz="2400" spc="-20" dirty="0">
                <a:latin typeface="Times New Roman"/>
                <a:cs typeface="Times New Roman"/>
              </a:rPr>
              <a:t> </a:t>
            </a:r>
            <a:r>
              <a:rPr sz="2400" spc="-95" dirty="0">
                <a:latin typeface="Times New Roman"/>
                <a:cs typeface="Times New Roman"/>
              </a:rPr>
              <a:t>network</a:t>
            </a:r>
            <a:r>
              <a:rPr sz="2400" spc="-25" dirty="0">
                <a:latin typeface="Times New Roman"/>
                <a:cs typeface="Times New Roman"/>
              </a:rPr>
              <a:t> </a:t>
            </a:r>
            <a:r>
              <a:rPr sz="2400" spc="-125" dirty="0">
                <a:latin typeface="Times New Roman"/>
                <a:cs typeface="Times New Roman"/>
              </a:rPr>
              <a:t>bandwidth</a:t>
            </a:r>
            <a:r>
              <a:rPr sz="2400" spc="-30" dirty="0">
                <a:latin typeface="Times New Roman"/>
                <a:cs typeface="Times New Roman"/>
              </a:rPr>
              <a:t> </a:t>
            </a:r>
            <a:r>
              <a:rPr sz="2400" spc="-145" dirty="0">
                <a:latin typeface="Times New Roman"/>
                <a:cs typeface="Times New Roman"/>
              </a:rPr>
              <a:t>and</a:t>
            </a:r>
            <a:r>
              <a:rPr sz="2400" spc="-25" dirty="0">
                <a:latin typeface="Times New Roman"/>
                <a:cs typeface="Times New Roman"/>
              </a:rPr>
              <a:t> low </a:t>
            </a:r>
            <a:r>
              <a:rPr sz="2400" spc="-10" dirty="0">
                <a:latin typeface="Times New Roman"/>
                <a:cs typeface="Times New Roman"/>
              </a:rPr>
              <a:t>latency.</a:t>
            </a:r>
            <a:endParaRPr sz="2400">
              <a:latin typeface="Times New Roman"/>
              <a:cs typeface="Times New Roman"/>
            </a:endParaRPr>
          </a:p>
          <a:p>
            <a:pPr marL="119380" lvl="1" indent="-114300">
              <a:lnSpc>
                <a:spcPct val="100000"/>
              </a:lnSpc>
              <a:buSzPct val="95833"/>
              <a:buChar char="•"/>
              <a:tabLst>
                <a:tab pos="119380" algn="l"/>
              </a:tabLst>
            </a:pPr>
            <a:r>
              <a:rPr sz="2400" spc="-25" dirty="0">
                <a:latin typeface="Times New Roman"/>
                <a:cs typeface="Times New Roman"/>
              </a:rPr>
              <a:t>Examples:</a:t>
            </a:r>
            <a:endParaRPr sz="2400">
              <a:latin typeface="Times New Roman"/>
              <a:cs typeface="Times New Roman"/>
            </a:endParaRPr>
          </a:p>
          <a:p>
            <a:pPr marL="469900" marR="5080" lvl="2" indent="-8255">
              <a:lnSpc>
                <a:spcPct val="100000"/>
              </a:lnSpc>
              <a:buSzPct val="95833"/>
              <a:buFont typeface="Times New Roman"/>
              <a:buChar char="•"/>
              <a:tabLst>
                <a:tab pos="575945" algn="l"/>
              </a:tabLst>
            </a:pPr>
            <a:r>
              <a:rPr sz="2400" b="1" dirty="0">
                <a:latin typeface="Times New Roman"/>
                <a:cs typeface="Times New Roman"/>
              </a:rPr>
              <a:t>	High</a:t>
            </a:r>
            <a:r>
              <a:rPr sz="2400" b="1" spc="-40" dirty="0">
                <a:latin typeface="Times New Roman"/>
                <a:cs typeface="Times New Roman"/>
              </a:rPr>
              <a:t> </a:t>
            </a:r>
            <a:r>
              <a:rPr sz="2400" b="1" dirty="0">
                <a:latin typeface="Times New Roman"/>
                <a:cs typeface="Times New Roman"/>
              </a:rPr>
              <a:t>Network</a:t>
            </a:r>
            <a:r>
              <a:rPr sz="2400" b="1" spc="-35" dirty="0">
                <a:latin typeface="Times New Roman"/>
                <a:cs typeface="Times New Roman"/>
              </a:rPr>
              <a:t> </a:t>
            </a:r>
            <a:r>
              <a:rPr sz="2400" b="1" spc="-10" dirty="0">
                <a:latin typeface="Times New Roman"/>
                <a:cs typeface="Times New Roman"/>
              </a:rPr>
              <a:t>Bandwidth</a:t>
            </a:r>
            <a:r>
              <a:rPr sz="2400" b="1" spc="-70" dirty="0">
                <a:latin typeface="Times New Roman"/>
                <a:cs typeface="Times New Roman"/>
              </a:rPr>
              <a:t> </a:t>
            </a:r>
            <a:r>
              <a:rPr sz="2400" b="1" spc="-20" dirty="0">
                <a:latin typeface="Times New Roman"/>
                <a:cs typeface="Times New Roman"/>
              </a:rPr>
              <a:t>Instances</a:t>
            </a:r>
            <a:r>
              <a:rPr sz="2400" spc="-20" dirty="0">
                <a:latin typeface="Times New Roman"/>
                <a:cs typeface="Times New Roman"/>
              </a:rPr>
              <a:t>:</a:t>
            </a:r>
            <a:r>
              <a:rPr sz="2400" spc="-165" dirty="0">
                <a:latin typeface="Times New Roman"/>
                <a:cs typeface="Times New Roman"/>
              </a:rPr>
              <a:t> </a:t>
            </a:r>
            <a:r>
              <a:rPr sz="2400" spc="-140" dirty="0">
                <a:latin typeface="Times New Roman"/>
                <a:cs typeface="Times New Roman"/>
              </a:rPr>
              <a:t>Instances</a:t>
            </a:r>
            <a:r>
              <a:rPr sz="2400" spc="-45" dirty="0">
                <a:latin typeface="Times New Roman"/>
                <a:cs typeface="Times New Roman"/>
              </a:rPr>
              <a:t> </a:t>
            </a:r>
            <a:r>
              <a:rPr sz="2400" spc="-100" dirty="0">
                <a:latin typeface="Times New Roman"/>
                <a:cs typeface="Times New Roman"/>
              </a:rPr>
              <a:t>with</a:t>
            </a:r>
            <a:r>
              <a:rPr sz="2400" spc="-35" dirty="0">
                <a:latin typeface="Times New Roman"/>
                <a:cs typeface="Times New Roman"/>
              </a:rPr>
              <a:t> </a:t>
            </a:r>
            <a:r>
              <a:rPr sz="2400" spc="-85" dirty="0">
                <a:latin typeface="Times New Roman"/>
                <a:cs typeface="Times New Roman"/>
              </a:rPr>
              <a:t>enhanced </a:t>
            </a:r>
            <a:r>
              <a:rPr sz="2400" spc="-114" dirty="0">
                <a:latin typeface="Times New Roman"/>
                <a:cs typeface="Times New Roman"/>
              </a:rPr>
              <a:t>networking</a:t>
            </a:r>
            <a:r>
              <a:rPr sz="2400" spc="-20" dirty="0">
                <a:latin typeface="Times New Roman"/>
                <a:cs typeface="Times New Roman"/>
              </a:rPr>
              <a:t> </a:t>
            </a:r>
            <a:r>
              <a:rPr sz="2400" spc="-130" dirty="0">
                <a:latin typeface="Times New Roman"/>
                <a:cs typeface="Times New Roman"/>
              </a:rPr>
              <a:t>capabilities</a:t>
            </a:r>
            <a:r>
              <a:rPr sz="2400" spc="-10" dirty="0">
                <a:latin typeface="Times New Roman"/>
                <a:cs typeface="Times New Roman"/>
              </a:rPr>
              <a:t> </a:t>
            </a:r>
            <a:r>
              <a:rPr sz="2400" spc="-130" dirty="0">
                <a:latin typeface="Times New Roman"/>
                <a:cs typeface="Times New Roman"/>
              </a:rPr>
              <a:t>like</a:t>
            </a:r>
            <a:r>
              <a:rPr sz="2400" spc="-25" dirty="0">
                <a:latin typeface="Times New Roman"/>
                <a:cs typeface="Times New Roman"/>
              </a:rPr>
              <a:t> </a:t>
            </a:r>
            <a:r>
              <a:rPr sz="2400" spc="-125" dirty="0">
                <a:latin typeface="Times New Roman"/>
                <a:cs typeface="Times New Roman"/>
              </a:rPr>
              <a:t>c5n</a:t>
            </a:r>
            <a:r>
              <a:rPr sz="2400" spc="-15" dirty="0">
                <a:latin typeface="Times New Roman"/>
                <a:cs typeface="Times New Roman"/>
              </a:rPr>
              <a:t> </a:t>
            </a:r>
            <a:r>
              <a:rPr sz="2400" spc="-145" dirty="0">
                <a:latin typeface="Times New Roman"/>
                <a:cs typeface="Times New Roman"/>
              </a:rPr>
              <a:t>and</a:t>
            </a:r>
            <a:r>
              <a:rPr sz="2400" spc="-15" dirty="0">
                <a:latin typeface="Times New Roman"/>
                <a:cs typeface="Times New Roman"/>
              </a:rPr>
              <a:t> </a:t>
            </a:r>
            <a:r>
              <a:rPr sz="2400" spc="-20" dirty="0">
                <a:latin typeface="Times New Roman"/>
                <a:cs typeface="Times New Roman"/>
              </a:rPr>
              <a:t>m5n.</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9844" y="752093"/>
            <a:ext cx="3620135" cy="635000"/>
          </a:xfrm>
          <a:prstGeom prst="rect">
            <a:avLst/>
          </a:prstGeom>
        </p:spPr>
        <p:txBody>
          <a:bodyPr vert="horz" wrap="square" lIns="0" tIns="12065" rIns="0" bIns="0" rtlCol="0">
            <a:spAutoFit/>
          </a:bodyPr>
          <a:lstStyle/>
          <a:p>
            <a:pPr marL="12700">
              <a:lnSpc>
                <a:spcPct val="100000"/>
              </a:lnSpc>
              <a:spcBef>
                <a:spcPts val="95"/>
              </a:spcBef>
            </a:pPr>
            <a:r>
              <a:rPr sz="4000" spc="-110" dirty="0">
                <a:latin typeface="Trebuchet MS"/>
                <a:cs typeface="Trebuchet MS"/>
              </a:rPr>
              <a:t>Elastic</a:t>
            </a:r>
            <a:r>
              <a:rPr sz="4000" spc="-400" dirty="0">
                <a:latin typeface="Trebuchet MS"/>
                <a:cs typeface="Trebuchet MS"/>
              </a:rPr>
              <a:t> </a:t>
            </a:r>
            <a:r>
              <a:rPr sz="4000" spc="-80" dirty="0">
                <a:latin typeface="Trebuchet MS"/>
                <a:cs typeface="Trebuchet MS"/>
              </a:rPr>
              <a:t>Beanstalk</a:t>
            </a:r>
            <a:endParaRPr sz="4000">
              <a:latin typeface="Trebuchet MS"/>
              <a:cs typeface="Trebuchet MS"/>
            </a:endParaRPr>
          </a:p>
        </p:txBody>
      </p:sp>
      <p:pic>
        <p:nvPicPr>
          <p:cNvPr id="3" name="object 3"/>
          <p:cNvPicPr/>
          <p:nvPr/>
        </p:nvPicPr>
        <p:blipFill>
          <a:blip r:embed="rId2" cstate="print"/>
          <a:stretch>
            <a:fillRect/>
          </a:stretch>
        </p:blipFill>
        <p:spPr>
          <a:xfrm>
            <a:off x="661555" y="1659610"/>
            <a:ext cx="8153400" cy="434060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A1E8C-8698-9EE1-3446-C65591523287}"/>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7626E59E-9095-577E-CE03-E73ADF5D592D}"/>
              </a:ext>
            </a:extLst>
          </p:cNvPr>
          <p:cNvSpPr txBox="1"/>
          <p:nvPr/>
        </p:nvSpPr>
        <p:spPr>
          <a:xfrm>
            <a:off x="524763" y="1752600"/>
            <a:ext cx="8305800" cy="3263842"/>
          </a:xfrm>
          <a:prstGeom prst="rect">
            <a:avLst/>
          </a:prstGeom>
          <a:noFill/>
        </p:spPr>
        <p:txBody>
          <a:bodyPr wrap="square">
            <a:spAutoFit/>
          </a:bodyPr>
          <a:lstStyle/>
          <a:p>
            <a:pPr marL="0" marR="0" algn="just">
              <a:lnSpc>
                <a:spcPct val="150000"/>
              </a:lnSpc>
              <a:spcAft>
                <a:spcPts val="800"/>
              </a:spcAft>
              <a:buNone/>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Elastic Beanstalk is a service that helps you run your applications (like Python, Java, or PHP apps) without worrying about the setup. You just upload your code — it takes care of the rest.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Aft>
                <a:spcPts val="800"/>
              </a:spcAft>
              <a:buNone/>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 Use: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Platform-as-a-Service (PaaS) for deploying applications (e.g., Python, Node.js, Java, PHP).</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Automatically handles provisioning, load balancing, scaling, and monitoring.</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0633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2A93-D244-0DC8-3323-552D9CD0E841}"/>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085F5181-FE0D-6FF6-AF9D-5E8F68E138C5}"/>
              </a:ext>
            </a:extLst>
          </p:cNvPr>
          <p:cNvSpPr txBox="1"/>
          <p:nvPr/>
        </p:nvSpPr>
        <p:spPr>
          <a:xfrm>
            <a:off x="685800" y="1330285"/>
            <a:ext cx="7772400" cy="2535438"/>
          </a:xfrm>
          <a:prstGeom prst="rect">
            <a:avLst/>
          </a:prstGeom>
          <a:noFill/>
        </p:spPr>
        <p:txBody>
          <a:bodyPr wrap="square">
            <a:spAutoFit/>
          </a:bodyPr>
          <a:lstStyle/>
          <a:p>
            <a:pPr marL="0" marR="0">
              <a:lnSpc>
                <a:spcPct val="150000"/>
              </a:lnSpc>
              <a:spcAft>
                <a:spcPts val="800"/>
              </a:spcAft>
              <a:buNone/>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 Key Features: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Deploy your application code (not storage service)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Manages EC2, ELB, Auto Scaling, etc., behind the scenes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You still pay for underlying resources (EC2, RDS, etc.)</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Aft>
                <a:spcPts val="800"/>
              </a:spcAft>
              <a:buSzPts val="1000"/>
              <a:buFont typeface="Symbol" panose="05050102010706020507" pitchFamily="18" charset="2"/>
              <a:buChar char=""/>
              <a:tabLst>
                <a:tab pos="457200" algn="l"/>
              </a:tabLst>
            </a:pP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Great for developers who want to focus on code, not infrastructure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9284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1C8B-119C-1F25-D285-253EFBC74A7D}"/>
              </a:ext>
            </a:extLst>
          </p:cNvPr>
          <p:cNvSpPr>
            <a:spLocks noGrp="1"/>
          </p:cNvSpPr>
          <p:nvPr>
            <p:ph type="title"/>
          </p:nvPr>
        </p:nvSpPr>
        <p:spPr>
          <a:xfrm>
            <a:off x="307340" y="247599"/>
            <a:ext cx="8529319" cy="553998"/>
          </a:xfrm>
        </p:spPr>
        <p:txBody>
          <a:bodyPr/>
          <a:lstStyle/>
          <a:p>
            <a:r>
              <a:rPr lang="en-US" b="1" dirty="0"/>
              <a:t>How Elastic Beanstalk Works</a:t>
            </a:r>
            <a:endParaRPr lang="en-US" dirty="0"/>
          </a:p>
        </p:txBody>
      </p:sp>
      <p:sp>
        <p:nvSpPr>
          <p:cNvPr id="4" name="TextBox 3">
            <a:extLst>
              <a:ext uri="{FF2B5EF4-FFF2-40B4-BE49-F238E27FC236}">
                <a16:creationId xmlns:a16="http://schemas.microsoft.com/office/drawing/2014/main" id="{8F97BCF7-E2DC-680F-33F5-E55A8BDE6BAE}"/>
              </a:ext>
            </a:extLst>
          </p:cNvPr>
          <p:cNvSpPr txBox="1"/>
          <p:nvPr/>
        </p:nvSpPr>
        <p:spPr>
          <a:xfrm>
            <a:off x="319532" y="1371600"/>
            <a:ext cx="9144001" cy="2949525"/>
          </a:xfrm>
          <a:prstGeom prst="rect">
            <a:avLst/>
          </a:prstGeom>
          <a:noFill/>
        </p:spPr>
        <p:txBody>
          <a:bodyPr wrap="square">
            <a:spAutoFit/>
          </a:bodyPr>
          <a:lstStyle/>
          <a:p>
            <a:pPr>
              <a:lnSpc>
                <a:spcPct val="150000"/>
              </a:lnSpc>
              <a:buNone/>
            </a:pPr>
            <a:r>
              <a:rPr lang="en-US" b="1" dirty="0"/>
              <a:t>Step-by-Step Process:</a:t>
            </a:r>
          </a:p>
          <a:p>
            <a:pPr>
              <a:lnSpc>
                <a:spcPct val="150000"/>
              </a:lnSpc>
              <a:buFont typeface="+mj-lt"/>
              <a:buAutoNum type="arabicPeriod"/>
            </a:pPr>
            <a:r>
              <a:rPr lang="en-US" b="1" dirty="0"/>
              <a:t>Upload your Code</a:t>
            </a:r>
            <a:r>
              <a:rPr lang="en-US" dirty="0"/>
              <a:t> to Elastic Beanstalk (via AWS Console, CLI, or IDE).</a:t>
            </a:r>
          </a:p>
          <a:p>
            <a:pPr>
              <a:lnSpc>
                <a:spcPct val="150000"/>
              </a:lnSpc>
              <a:buFont typeface="+mj-lt"/>
              <a:buAutoNum type="arabicPeriod"/>
            </a:pPr>
            <a:r>
              <a:rPr lang="en-US" b="1" dirty="0"/>
              <a:t>Elastic Beanstalk Automatically</a:t>
            </a:r>
            <a:r>
              <a:rPr lang="en-US" dirty="0"/>
              <a:t>:</a:t>
            </a:r>
          </a:p>
          <a:p>
            <a:pPr marL="742950" lvl="1" indent="-285750">
              <a:lnSpc>
                <a:spcPct val="150000"/>
              </a:lnSpc>
              <a:buFont typeface="+mj-lt"/>
              <a:buAutoNum type="arabicPeriod"/>
            </a:pPr>
            <a:r>
              <a:rPr lang="en-US" dirty="0"/>
              <a:t>Provisions AWS resources (EC2, RDS, ELB, etc.).</a:t>
            </a:r>
          </a:p>
          <a:p>
            <a:pPr marL="742950" lvl="1" indent="-285750">
              <a:lnSpc>
                <a:spcPct val="150000"/>
              </a:lnSpc>
              <a:buFont typeface="+mj-lt"/>
              <a:buAutoNum type="arabicPeriod"/>
            </a:pPr>
            <a:r>
              <a:rPr lang="en-US" dirty="0"/>
              <a:t>Deploys your application.</a:t>
            </a:r>
          </a:p>
          <a:p>
            <a:pPr marL="742950" lvl="1" indent="-285750">
              <a:lnSpc>
                <a:spcPct val="150000"/>
              </a:lnSpc>
              <a:buFont typeface="+mj-lt"/>
              <a:buAutoNum type="arabicPeriod"/>
            </a:pPr>
            <a:r>
              <a:rPr lang="en-US" dirty="0"/>
              <a:t>Monitors the environment's health.</a:t>
            </a:r>
          </a:p>
          <a:p>
            <a:pPr>
              <a:lnSpc>
                <a:spcPct val="150000"/>
              </a:lnSpc>
              <a:buFont typeface="+mj-lt"/>
              <a:buAutoNum type="arabicPeriod"/>
            </a:pPr>
            <a:r>
              <a:rPr lang="en-US" b="1" dirty="0"/>
              <a:t>You manage your application</a:t>
            </a:r>
            <a:r>
              <a:rPr lang="en-US" dirty="0"/>
              <a:t>, while AWS manages the underlying infrastructure.</a:t>
            </a:r>
          </a:p>
        </p:txBody>
      </p:sp>
    </p:spTree>
    <p:extLst>
      <p:ext uri="{BB962C8B-B14F-4D97-AF65-F5344CB8AC3E}">
        <p14:creationId xmlns:p14="http://schemas.microsoft.com/office/powerpoint/2010/main" val="2120808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Key</a:t>
            </a:r>
            <a:r>
              <a:rPr spc="-165" dirty="0"/>
              <a:t> </a:t>
            </a:r>
            <a:r>
              <a:rPr spc="-20" dirty="0"/>
              <a:t>features</a:t>
            </a:r>
            <a:r>
              <a:rPr spc="-165" dirty="0"/>
              <a:t> </a:t>
            </a:r>
            <a:r>
              <a:rPr dirty="0"/>
              <a:t>of</a:t>
            </a:r>
            <a:r>
              <a:rPr spc="-165" dirty="0"/>
              <a:t> </a:t>
            </a:r>
            <a:r>
              <a:rPr dirty="0"/>
              <a:t>Elastic</a:t>
            </a:r>
            <a:r>
              <a:rPr spc="-165" dirty="0"/>
              <a:t> </a:t>
            </a:r>
            <a:r>
              <a:rPr spc="-10" dirty="0"/>
              <a:t>Beanstalk</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pic>
        <p:nvPicPr>
          <p:cNvPr id="4" name="object 4"/>
          <p:cNvPicPr/>
          <p:nvPr/>
        </p:nvPicPr>
        <p:blipFill>
          <a:blip r:embed="rId2" cstate="print"/>
          <a:stretch>
            <a:fillRect/>
          </a:stretch>
        </p:blipFill>
        <p:spPr>
          <a:xfrm>
            <a:off x="402568" y="1005988"/>
            <a:ext cx="279188" cy="283833"/>
          </a:xfrm>
          <a:prstGeom prst="rect">
            <a:avLst/>
          </a:prstGeom>
        </p:spPr>
      </p:pic>
      <p:pic>
        <p:nvPicPr>
          <p:cNvPr id="5" name="object 5"/>
          <p:cNvPicPr/>
          <p:nvPr/>
        </p:nvPicPr>
        <p:blipFill>
          <a:blip r:embed="rId2" cstate="print"/>
          <a:stretch>
            <a:fillRect/>
          </a:stretch>
        </p:blipFill>
        <p:spPr>
          <a:xfrm>
            <a:off x="402568" y="2088028"/>
            <a:ext cx="279188" cy="283833"/>
          </a:xfrm>
          <a:prstGeom prst="rect">
            <a:avLst/>
          </a:prstGeom>
        </p:spPr>
      </p:pic>
      <p:pic>
        <p:nvPicPr>
          <p:cNvPr id="6" name="object 6"/>
          <p:cNvPicPr/>
          <p:nvPr/>
        </p:nvPicPr>
        <p:blipFill>
          <a:blip r:embed="rId2" cstate="print"/>
          <a:stretch>
            <a:fillRect/>
          </a:stretch>
        </p:blipFill>
        <p:spPr>
          <a:xfrm>
            <a:off x="402568" y="3170068"/>
            <a:ext cx="279188" cy="283833"/>
          </a:xfrm>
          <a:prstGeom prst="rect">
            <a:avLst/>
          </a:prstGeom>
        </p:spPr>
      </p:pic>
      <p:pic>
        <p:nvPicPr>
          <p:cNvPr id="7" name="object 7"/>
          <p:cNvPicPr/>
          <p:nvPr/>
        </p:nvPicPr>
        <p:blipFill>
          <a:blip r:embed="rId2" cstate="print"/>
          <a:stretch>
            <a:fillRect/>
          </a:stretch>
        </p:blipFill>
        <p:spPr>
          <a:xfrm>
            <a:off x="402568" y="4252108"/>
            <a:ext cx="279188" cy="283833"/>
          </a:xfrm>
          <a:prstGeom prst="rect">
            <a:avLst/>
          </a:prstGeom>
        </p:spPr>
      </p:pic>
      <p:pic>
        <p:nvPicPr>
          <p:cNvPr id="8" name="object 8"/>
          <p:cNvPicPr/>
          <p:nvPr/>
        </p:nvPicPr>
        <p:blipFill>
          <a:blip r:embed="rId2" cstate="print"/>
          <a:stretch>
            <a:fillRect/>
          </a:stretch>
        </p:blipFill>
        <p:spPr>
          <a:xfrm>
            <a:off x="402568" y="5334148"/>
            <a:ext cx="279188" cy="283833"/>
          </a:xfrm>
          <a:prstGeom prst="rect">
            <a:avLst/>
          </a:prstGeom>
        </p:spPr>
      </p:pic>
      <p:sp>
        <p:nvSpPr>
          <p:cNvPr id="9" name="object 9"/>
          <p:cNvSpPr txBox="1"/>
          <p:nvPr/>
        </p:nvSpPr>
        <p:spPr>
          <a:xfrm>
            <a:off x="338429" y="955293"/>
            <a:ext cx="8309609" cy="5015865"/>
          </a:xfrm>
          <a:prstGeom prst="rect">
            <a:avLst/>
          </a:prstGeom>
        </p:spPr>
        <p:txBody>
          <a:bodyPr vert="horz" wrap="square" lIns="0" tIns="30480" rIns="0" bIns="0" rtlCol="0">
            <a:spAutoFit/>
          </a:bodyPr>
          <a:lstStyle/>
          <a:p>
            <a:pPr marL="12700" marR="326390" indent="448309">
              <a:lnSpc>
                <a:spcPts val="2570"/>
              </a:lnSpc>
              <a:spcBef>
                <a:spcPts val="240"/>
              </a:spcBef>
            </a:pPr>
            <a:r>
              <a:rPr sz="2200" b="1" spc="-130" dirty="0">
                <a:latin typeface="Times New Roman"/>
                <a:cs typeface="Times New Roman"/>
              </a:rPr>
              <a:t>Easy</a:t>
            </a:r>
            <a:r>
              <a:rPr sz="2200" b="1" spc="-25" dirty="0">
                <a:latin typeface="Times New Roman"/>
                <a:cs typeface="Times New Roman"/>
              </a:rPr>
              <a:t> </a:t>
            </a:r>
            <a:r>
              <a:rPr sz="2200" b="1" dirty="0">
                <a:latin typeface="Times New Roman"/>
                <a:cs typeface="Times New Roman"/>
              </a:rPr>
              <a:t>Deployment</a:t>
            </a:r>
            <a:r>
              <a:rPr sz="2200" b="1" spc="-5" dirty="0">
                <a:latin typeface="Times New Roman"/>
                <a:cs typeface="Times New Roman"/>
              </a:rPr>
              <a:t> </a:t>
            </a:r>
            <a:r>
              <a:rPr sz="2200" dirty="0">
                <a:latin typeface="Times New Roman"/>
                <a:cs typeface="Times New Roman"/>
              </a:rPr>
              <a:t>–</a:t>
            </a:r>
            <a:r>
              <a:rPr sz="2200" spc="-35" dirty="0">
                <a:latin typeface="Times New Roman"/>
                <a:cs typeface="Times New Roman"/>
              </a:rPr>
              <a:t> </a:t>
            </a:r>
            <a:r>
              <a:rPr sz="2200" spc="-125" dirty="0">
                <a:latin typeface="Times New Roman"/>
                <a:cs typeface="Times New Roman"/>
              </a:rPr>
              <a:t>Upload</a:t>
            </a:r>
            <a:r>
              <a:rPr sz="2200" spc="-25" dirty="0">
                <a:latin typeface="Times New Roman"/>
                <a:cs typeface="Times New Roman"/>
              </a:rPr>
              <a:t> </a:t>
            </a:r>
            <a:r>
              <a:rPr sz="2200" spc="-105" dirty="0">
                <a:latin typeface="Times New Roman"/>
                <a:cs typeface="Times New Roman"/>
              </a:rPr>
              <a:t>your</a:t>
            </a:r>
            <a:r>
              <a:rPr sz="2200" spc="-15" dirty="0">
                <a:latin typeface="Times New Roman"/>
                <a:cs typeface="Times New Roman"/>
              </a:rPr>
              <a:t> </a:t>
            </a:r>
            <a:r>
              <a:rPr sz="2200" spc="-110" dirty="0">
                <a:latin typeface="Times New Roman"/>
                <a:cs typeface="Times New Roman"/>
              </a:rPr>
              <a:t>application</a:t>
            </a:r>
            <a:r>
              <a:rPr sz="2200" spc="-20" dirty="0">
                <a:latin typeface="Times New Roman"/>
                <a:cs typeface="Times New Roman"/>
              </a:rPr>
              <a:t> </a:t>
            </a:r>
            <a:r>
              <a:rPr sz="2200" spc="-80" dirty="0">
                <a:latin typeface="Times New Roman"/>
                <a:cs typeface="Times New Roman"/>
              </a:rPr>
              <a:t>code,</a:t>
            </a:r>
            <a:r>
              <a:rPr sz="2200" spc="-100" dirty="0">
                <a:latin typeface="Times New Roman"/>
                <a:cs typeface="Times New Roman"/>
              </a:rPr>
              <a:t> </a:t>
            </a:r>
            <a:r>
              <a:rPr sz="2200" spc="-135" dirty="0">
                <a:latin typeface="Times New Roman"/>
                <a:cs typeface="Times New Roman"/>
              </a:rPr>
              <a:t>and</a:t>
            </a:r>
            <a:r>
              <a:rPr sz="2200" spc="-25" dirty="0">
                <a:latin typeface="Times New Roman"/>
                <a:cs typeface="Times New Roman"/>
              </a:rPr>
              <a:t> </a:t>
            </a:r>
            <a:r>
              <a:rPr sz="2200" spc="-300" dirty="0">
                <a:latin typeface="Times New Roman"/>
                <a:cs typeface="Times New Roman"/>
              </a:rPr>
              <a:t>EB</a:t>
            </a:r>
            <a:r>
              <a:rPr sz="2200" spc="-25" dirty="0">
                <a:latin typeface="Times New Roman"/>
                <a:cs typeface="Times New Roman"/>
              </a:rPr>
              <a:t> </a:t>
            </a:r>
            <a:r>
              <a:rPr sz="2200" spc="-100" dirty="0">
                <a:latin typeface="Times New Roman"/>
                <a:cs typeface="Times New Roman"/>
              </a:rPr>
              <a:t>automatically </a:t>
            </a:r>
            <a:r>
              <a:rPr sz="2200" spc="-130" dirty="0">
                <a:latin typeface="Times New Roman"/>
                <a:cs typeface="Times New Roman"/>
              </a:rPr>
              <a:t>provisions</a:t>
            </a:r>
            <a:r>
              <a:rPr sz="2200" spc="5" dirty="0">
                <a:latin typeface="Times New Roman"/>
                <a:cs typeface="Times New Roman"/>
              </a:rPr>
              <a:t> </a:t>
            </a:r>
            <a:r>
              <a:rPr sz="2200" spc="-70" dirty="0">
                <a:latin typeface="Times New Roman"/>
                <a:cs typeface="Times New Roman"/>
              </a:rPr>
              <a:t>the</a:t>
            </a:r>
            <a:r>
              <a:rPr sz="2200" spc="-15" dirty="0">
                <a:latin typeface="Times New Roman"/>
                <a:cs typeface="Times New Roman"/>
              </a:rPr>
              <a:t> </a:t>
            </a:r>
            <a:r>
              <a:rPr sz="2200" spc="-130" dirty="0">
                <a:latin typeface="Times New Roman"/>
                <a:cs typeface="Times New Roman"/>
              </a:rPr>
              <a:t>necessary</a:t>
            </a:r>
            <a:r>
              <a:rPr sz="2200" spc="20" dirty="0">
                <a:latin typeface="Times New Roman"/>
                <a:cs typeface="Times New Roman"/>
              </a:rPr>
              <a:t> </a:t>
            </a:r>
            <a:r>
              <a:rPr sz="2200" spc="-10" dirty="0">
                <a:latin typeface="Times New Roman"/>
                <a:cs typeface="Times New Roman"/>
              </a:rPr>
              <a:t>infrastructure.</a:t>
            </a:r>
            <a:endParaRPr sz="2200" dirty="0">
              <a:latin typeface="Times New Roman"/>
              <a:cs typeface="Times New Roman"/>
            </a:endParaRPr>
          </a:p>
          <a:p>
            <a:pPr>
              <a:lnSpc>
                <a:spcPct val="100000"/>
              </a:lnSpc>
              <a:spcBef>
                <a:spcPts val="850"/>
              </a:spcBef>
            </a:pPr>
            <a:endParaRPr sz="2200" dirty="0">
              <a:latin typeface="Times New Roman"/>
              <a:cs typeface="Times New Roman"/>
            </a:endParaRPr>
          </a:p>
          <a:p>
            <a:pPr marL="12700" marR="5080" indent="448309">
              <a:lnSpc>
                <a:spcPts val="2570"/>
              </a:lnSpc>
            </a:pPr>
            <a:r>
              <a:rPr sz="2200" b="1" spc="-10" dirty="0">
                <a:latin typeface="Times New Roman"/>
                <a:cs typeface="Times New Roman"/>
              </a:rPr>
              <a:t>Supports</a:t>
            </a:r>
            <a:r>
              <a:rPr sz="2200" b="1" spc="-15" dirty="0">
                <a:latin typeface="Times New Roman"/>
                <a:cs typeface="Times New Roman"/>
              </a:rPr>
              <a:t> </a:t>
            </a:r>
            <a:r>
              <a:rPr sz="2200" b="1" dirty="0">
                <a:latin typeface="Times New Roman"/>
                <a:cs typeface="Times New Roman"/>
              </a:rPr>
              <a:t>Multiple</a:t>
            </a:r>
            <a:r>
              <a:rPr sz="2200" b="1" spc="-15" dirty="0">
                <a:latin typeface="Times New Roman"/>
                <a:cs typeface="Times New Roman"/>
              </a:rPr>
              <a:t> </a:t>
            </a:r>
            <a:r>
              <a:rPr sz="2200" b="1" spc="-50" dirty="0">
                <a:latin typeface="Times New Roman"/>
                <a:cs typeface="Times New Roman"/>
              </a:rPr>
              <a:t>Languages</a:t>
            </a:r>
            <a:r>
              <a:rPr sz="2200" b="1" spc="25" dirty="0">
                <a:latin typeface="Times New Roman"/>
                <a:cs typeface="Times New Roman"/>
              </a:rPr>
              <a:t> </a:t>
            </a:r>
            <a:r>
              <a:rPr sz="2200" dirty="0">
                <a:latin typeface="Times New Roman"/>
                <a:cs typeface="Times New Roman"/>
              </a:rPr>
              <a:t>–</a:t>
            </a:r>
            <a:r>
              <a:rPr sz="2200" spc="-25" dirty="0">
                <a:latin typeface="Times New Roman"/>
                <a:cs typeface="Times New Roman"/>
              </a:rPr>
              <a:t> </a:t>
            </a:r>
            <a:r>
              <a:rPr sz="2200" spc="-155" dirty="0">
                <a:latin typeface="Times New Roman"/>
                <a:cs typeface="Times New Roman"/>
              </a:rPr>
              <a:t>Java,</a:t>
            </a:r>
            <a:r>
              <a:rPr sz="2200" spc="-114" dirty="0">
                <a:latin typeface="Times New Roman"/>
                <a:cs typeface="Times New Roman"/>
              </a:rPr>
              <a:t> </a:t>
            </a:r>
            <a:r>
              <a:rPr sz="2200" spc="-85" dirty="0">
                <a:latin typeface="Times New Roman"/>
                <a:cs typeface="Times New Roman"/>
              </a:rPr>
              <a:t>Python,</a:t>
            </a:r>
            <a:r>
              <a:rPr sz="2200" spc="-120" dirty="0">
                <a:latin typeface="Times New Roman"/>
                <a:cs typeface="Times New Roman"/>
              </a:rPr>
              <a:t> </a:t>
            </a:r>
            <a:r>
              <a:rPr sz="2200" spc="-130" dirty="0">
                <a:latin typeface="Times New Roman"/>
                <a:cs typeface="Times New Roman"/>
              </a:rPr>
              <a:t>.NET,</a:t>
            </a:r>
            <a:r>
              <a:rPr sz="2200" spc="-120" dirty="0">
                <a:latin typeface="Times New Roman"/>
                <a:cs typeface="Times New Roman"/>
              </a:rPr>
              <a:t> </a:t>
            </a:r>
            <a:r>
              <a:rPr sz="2200" spc="-80" dirty="0">
                <a:latin typeface="Times New Roman"/>
                <a:cs typeface="Times New Roman"/>
              </a:rPr>
              <a:t>Node.js,</a:t>
            </a:r>
            <a:r>
              <a:rPr sz="2200" spc="-114" dirty="0">
                <a:latin typeface="Times New Roman"/>
                <a:cs typeface="Times New Roman"/>
              </a:rPr>
              <a:t> </a:t>
            </a:r>
            <a:r>
              <a:rPr sz="2200" spc="-160" dirty="0">
                <a:latin typeface="Times New Roman"/>
                <a:cs typeface="Times New Roman"/>
              </a:rPr>
              <a:t>Ruby,</a:t>
            </a:r>
            <a:r>
              <a:rPr sz="2200" spc="-120" dirty="0">
                <a:latin typeface="Times New Roman"/>
                <a:cs typeface="Times New Roman"/>
              </a:rPr>
              <a:t> </a:t>
            </a:r>
            <a:r>
              <a:rPr sz="2200" spc="-110" dirty="0">
                <a:latin typeface="Times New Roman"/>
                <a:cs typeface="Times New Roman"/>
              </a:rPr>
              <a:t>PHP, </a:t>
            </a:r>
            <a:r>
              <a:rPr sz="2200" spc="-75" dirty="0">
                <a:latin typeface="Times New Roman"/>
                <a:cs typeface="Times New Roman"/>
              </a:rPr>
              <a:t>Go,</a:t>
            </a:r>
            <a:r>
              <a:rPr sz="2200" spc="-114" dirty="0">
                <a:latin typeface="Times New Roman"/>
                <a:cs typeface="Times New Roman"/>
              </a:rPr>
              <a:t> </a:t>
            </a:r>
            <a:r>
              <a:rPr sz="2200" spc="-130" dirty="0">
                <a:latin typeface="Times New Roman"/>
                <a:cs typeface="Times New Roman"/>
              </a:rPr>
              <a:t>and</a:t>
            </a:r>
            <a:r>
              <a:rPr sz="2200" spc="-15" dirty="0">
                <a:latin typeface="Times New Roman"/>
                <a:cs typeface="Times New Roman"/>
              </a:rPr>
              <a:t> </a:t>
            </a:r>
            <a:r>
              <a:rPr sz="2200" spc="-10" dirty="0">
                <a:latin typeface="Times New Roman"/>
                <a:cs typeface="Times New Roman"/>
              </a:rPr>
              <a:t>Docker.</a:t>
            </a:r>
            <a:endParaRPr sz="2200" dirty="0">
              <a:latin typeface="Times New Roman"/>
              <a:cs typeface="Times New Roman"/>
            </a:endParaRPr>
          </a:p>
          <a:p>
            <a:pPr>
              <a:lnSpc>
                <a:spcPct val="100000"/>
              </a:lnSpc>
              <a:spcBef>
                <a:spcPts val="705"/>
              </a:spcBef>
            </a:pPr>
            <a:endParaRPr sz="2200" dirty="0">
              <a:latin typeface="Times New Roman"/>
              <a:cs typeface="Times New Roman"/>
            </a:endParaRPr>
          </a:p>
          <a:p>
            <a:pPr marL="461009">
              <a:lnSpc>
                <a:spcPts val="2605"/>
              </a:lnSpc>
              <a:spcBef>
                <a:spcPts val="5"/>
              </a:spcBef>
            </a:pPr>
            <a:r>
              <a:rPr sz="2200" b="1" dirty="0">
                <a:latin typeface="Times New Roman"/>
                <a:cs typeface="Times New Roman"/>
              </a:rPr>
              <a:t>Integrated</a:t>
            </a:r>
            <a:r>
              <a:rPr sz="2200" b="1" spc="-95" dirty="0">
                <a:latin typeface="Times New Roman"/>
                <a:cs typeface="Times New Roman"/>
              </a:rPr>
              <a:t> </a:t>
            </a:r>
            <a:r>
              <a:rPr sz="2200" b="1" spc="-85" dirty="0">
                <a:latin typeface="Times New Roman"/>
                <a:cs typeface="Times New Roman"/>
              </a:rPr>
              <a:t>Load</a:t>
            </a:r>
            <a:r>
              <a:rPr sz="2200" b="1" spc="-50" dirty="0">
                <a:latin typeface="Times New Roman"/>
                <a:cs typeface="Times New Roman"/>
              </a:rPr>
              <a:t> </a:t>
            </a:r>
            <a:r>
              <a:rPr sz="2200" b="1" spc="-20" dirty="0">
                <a:latin typeface="Times New Roman"/>
                <a:cs typeface="Times New Roman"/>
              </a:rPr>
              <a:t>Balancing</a:t>
            </a:r>
            <a:r>
              <a:rPr sz="2200" b="1" spc="-50" dirty="0">
                <a:latin typeface="Times New Roman"/>
                <a:cs typeface="Times New Roman"/>
              </a:rPr>
              <a:t> </a:t>
            </a:r>
            <a:r>
              <a:rPr sz="2200" b="1" spc="-150" dirty="0">
                <a:latin typeface="Times New Roman"/>
                <a:cs typeface="Times New Roman"/>
              </a:rPr>
              <a:t>&amp;</a:t>
            </a:r>
            <a:r>
              <a:rPr sz="2200" b="1" spc="-135" dirty="0">
                <a:latin typeface="Times New Roman"/>
                <a:cs typeface="Times New Roman"/>
              </a:rPr>
              <a:t> </a:t>
            </a:r>
            <a:r>
              <a:rPr sz="2200" b="1" dirty="0">
                <a:latin typeface="Times New Roman"/>
                <a:cs typeface="Times New Roman"/>
              </a:rPr>
              <a:t>Auto</a:t>
            </a:r>
            <a:r>
              <a:rPr sz="2200" b="1" spc="-70" dirty="0">
                <a:latin typeface="Times New Roman"/>
                <a:cs typeface="Times New Roman"/>
              </a:rPr>
              <a:t> </a:t>
            </a:r>
            <a:r>
              <a:rPr sz="2200" b="1" spc="-20" dirty="0">
                <a:latin typeface="Times New Roman"/>
                <a:cs typeface="Times New Roman"/>
              </a:rPr>
              <a:t>Scaling</a:t>
            </a:r>
            <a:r>
              <a:rPr sz="2200" b="1" spc="-45" dirty="0">
                <a:latin typeface="Times New Roman"/>
                <a:cs typeface="Times New Roman"/>
              </a:rPr>
              <a:t> </a:t>
            </a:r>
            <a:r>
              <a:rPr sz="2200" spc="-20" dirty="0">
                <a:latin typeface="Times New Roman"/>
                <a:cs typeface="Times New Roman"/>
              </a:rPr>
              <a:t>–</a:t>
            </a:r>
            <a:r>
              <a:rPr sz="2200" spc="-210" dirty="0">
                <a:latin typeface="Times New Roman"/>
                <a:cs typeface="Times New Roman"/>
              </a:rPr>
              <a:t> </a:t>
            </a:r>
            <a:r>
              <a:rPr sz="2200" spc="-135" dirty="0">
                <a:latin typeface="Times New Roman"/>
                <a:cs typeface="Times New Roman"/>
              </a:rPr>
              <a:t>Automatically</a:t>
            </a:r>
            <a:r>
              <a:rPr sz="2200" spc="-60" dirty="0">
                <a:latin typeface="Times New Roman"/>
                <a:cs typeface="Times New Roman"/>
              </a:rPr>
              <a:t> </a:t>
            </a:r>
            <a:r>
              <a:rPr sz="2200" spc="-10" dirty="0">
                <a:latin typeface="Times New Roman"/>
                <a:cs typeface="Times New Roman"/>
              </a:rPr>
              <a:t>adjusts</a:t>
            </a:r>
            <a:endParaRPr sz="2200" dirty="0">
              <a:latin typeface="Times New Roman"/>
              <a:cs typeface="Times New Roman"/>
            </a:endParaRPr>
          </a:p>
          <a:p>
            <a:pPr marL="12700">
              <a:lnSpc>
                <a:spcPts val="2605"/>
              </a:lnSpc>
            </a:pPr>
            <a:r>
              <a:rPr sz="2200" spc="-90" dirty="0">
                <a:latin typeface="Times New Roman"/>
                <a:cs typeface="Times New Roman"/>
              </a:rPr>
              <a:t>resources</a:t>
            </a:r>
            <a:r>
              <a:rPr sz="2200" spc="-45" dirty="0">
                <a:latin typeface="Times New Roman"/>
                <a:cs typeface="Times New Roman"/>
              </a:rPr>
              <a:t> </a:t>
            </a:r>
            <a:r>
              <a:rPr sz="2200" spc="-130" dirty="0">
                <a:latin typeface="Times New Roman"/>
                <a:cs typeface="Times New Roman"/>
              </a:rPr>
              <a:t>based</a:t>
            </a:r>
            <a:r>
              <a:rPr sz="2200" spc="-45" dirty="0">
                <a:latin typeface="Times New Roman"/>
                <a:cs typeface="Times New Roman"/>
              </a:rPr>
              <a:t> </a:t>
            </a:r>
            <a:r>
              <a:rPr sz="2200" spc="-95" dirty="0">
                <a:latin typeface="Times New Roman"/>
                <a:cs typeface="Times New Roman"/>
              </a:rPr>
              <a:t>on</a:t>
            </a:r>
            <a:r>
              <a:rPr sz="2200" spc="-45" dirty="0">
                <a:latin typeface="Times New Roman"/>
                <a:cs typeface="Times New Roman"/>
              </a:rPr>
              <a:t> </a:t>
            </a:r>
            <a:r>
              <a:rPr sz="2200" spc="-10" dirty="0">
                <a:latin typeface="Times New Roman"/>
                <a:cs typeface="Times New Roman"/>
              </a:rPr>
              <a:t>demand.</a:t>
            </a:r>
            <a:endParaRPr sz="2200" dirty="0">
              <a:latin typeface="Times New Roman"/>
              <a:cs typeface="Times New Roman"/>
            </a:endParaRPr>
          </a:p>
          <a:p>
            <a:pPr>
              <a:lnSpc>
                <a:spcPct val="100000"/>
              </a:lnSpc>
              <a:spcBef>
                <a:spcPts val="925"/>
              </a:spcBef>
            </a:pPr>
            <a:endParaRPr sz="2200" dirty="0">
              <a:latin typeface="Times New Roman"/>
              <a:cs typeface="Times New Roman"/>
            </a:endParaRPr>
          </a:p>
          <a:p>
            <a:pPr marL="12700" marR="1393825" indent="448309">
              <a:lnSpc>
                <a:spcPts val="2570"/>
              </a:lnSpc>
            </a:pPr>
            <a:r>
              <a:rPr sz="2200" b="1" dirty="0">
                <a:latin typeface="Times New Roman"/>
                <a:cs typeface="Times New Roman"/>
              </a:rPr>
              <a:t>Monitoring</a:t>
            </a:r>
            <a:r>
              <a:rPr sz="2200" b="1" spc="-45" dirty="0">
                <a:latin typeface="Times New Roman"/>
                <a:cs typeface="Times New Roman"/>
              </a:rPr>
              <a:t> </a:t>
            </a:r>
            <a:r>
              <a:rPr sz="2200" b="1" spc="-155" dirty="0">
                <a:latin typeface="Times New Roman"/>
                <a:cs typeface="Times New Roman"/>
              </a:rPr>
              <a:t>&amp;</a:t>
            </a:r>
            <a:r>
              <a:rPr sz="2200" b="1" spc="-25" dirty="0">
                <a:latin typeface="Times New Roman"/>
                <a:cs typeface="Times New Roman"/>
              </a:rPr>
              <a:t> </a:t>
            </a:r>
            <a:r>
              <a:rPr sz="2200" b="1" spc="-10" dirty="0">
                <a:latin typeface="Times New Roman"/>
                <a:cs typeface="Times New Roman"/>
              </a:rPr>
              <a:t>Logging </a:t>
            </a:r>
            <a:r>
              <a:rPr sz="2200" dirty="0">
                <a:latin typeface="Times New Roman"/>
                <a:cs typeface="Times New Roman"/>
              </a:rPr>
              <a:t>–</a:t>
            </a:r>
            <a:r>
              <a:rPr sz="2200" spc="-25" dirty="0">
                <a:latin typeface="Times New Roman"/>
                <a:cs typeface="Times New Roman"/>
              </a:rPr>
              <a:t> </a:t>
            </a:r>
            <a:r>
              <a:rPr sz="2200" spc="-120" dirty="0">
                <a:latin typeface="Times New Roman"/>
                <a:cs typeface="Times New Roman"/>
              </a:rPr>
              <a:t>Built-</a:t>
            </a:r>
            <a:r>
              <a:rPr sz="2200" spc="-105" dirty="0">
                <a:latin typeface="Times New Roman"/>
                <a:cs typeface="Times New Roman"/>
              </a:rPr>
              <a:t>in</a:t>
            </a:r>
            <a:r>
              <a:rPr sz="2200" spc="-30" dirty="0">
                <a:latin typeface="Times New Roman"/>
                <a:cs typeface="Times New Roman"/>
              </a:rPr>
              <a:t> </a:t>
            </a:r>
            <a:r>
              <a:rPr sz="2200" spc="-85" dirty="0">
                <a:latin typeface="Times New Roman"/>
                <a:cs typeface="Times New Roman"/>
              </a:rPr>
              <a:t>integration</a:t>
            </a:r>
            <a:r>
              <a:rPr sz="2200" spc="-25" dirty="0">
                <a:latin typeface="Times New Roman"/>
                <a:cs typeface="Times New Roman"/>
              </a:rPr>
              <a:t> </a:t>
            </a:r>
            <a:r>
              <a:rPr sz="2200" spc="-90" dirty="0">
                <a:latin typeface="Times New Roman"/>
                <a:cs typeface="Times New Roman"/>
              </a:rPr>
              <a:t>with</a:t>
            </a:r>
            <a:r>
              <a:rPr sz="2200" spc="-40" dirty="0">
                <a:latin typeface="Times New Roman"/>
                <a:cs typeface="Times New Roman"/>
              </a:rPr>
              <a:t> </a:t>
            </a:r>
            <a:r>
              <a:rPr sz="2200" b="1" spc="-10" dirty="0">
                <a:latin typeface="Times New Roman"/>
                <a:cs typeface="Times New Roman"/>
              </a:rPr>
              <a:t>Amazon </a:t>
            </a:r>
            <a:r>
              <a:rPr sz="2200" b="1" spc="-55" dirty="0">
                <a:latin typeface="Times New Roman"/>
                <a:cs typeface="Times New Roman"/>
              </a:rPr>
              <a:t>CloudWatch</a:t>
            </a:r>
            <a:r>
              <a:rPr sz="2200" b="1" spc="-50" dirty="0">
                <a:latin typeface="Times New Roman"/>
                <a:cs typeface="Times New Roman"/>
              </a:rPr>
              <a:t> </a:t>
            </a:r>
            <a:r>
              <a:rPr sz="2200" spc="-135" dirty="0">
                <a:latin typeface="Times New Roman"/>
                <a:cs typeface="Times New Roman"/>
              </a:rPr>
              <a:t>and</a:t>
            </a:r>
            <a:r>
              <a:rPr sz="2200" spc="-25" dirty="0">
                <a:latin typeface="Times New Roman"/>
                <a:cs typeface="Times New Roman"/>
              </a:rPr>
              <a:t> </a:t>
            </a:r>
            <a:r>
              <a:rPr sz="2200" b="1" spc="-250" dirty="0">
                <a:latin typeface="Times New Roman"/>
                <a:cs typeface="Times New Roman"/>
              </a:rPr>
              <a:t>AWS</a:t>
            </a:r>
            <a:r>
              <a:rPr sz="2200" b="1" spc="-50" dirty="0">
                <a:latin typeface="Times New Roman"/>
                <a:cs typeface="Times New Roman"/>
              </a:rPr>
              <a:t> </a:t>
            </a:r>
            <a:r>
              <a:rPr sz="2200" b="1" spc="-40" dirty="0">
                <a:latin typeface="Times New Roman"/>
                <a:cs typeface="Times New Roman"/>
              </a:rPr>
              <a:t>X-</a:t>
            </a:r>
            <a:r>
              <a:rPr sz="2200" b="1" spc="-114" dirty="0">
                <a:latin typeface="Times New Roman"/>
                <a:cs typeface="Times New Roman"/>
              </a:rPr>
              <a:t>Ray</a:t>
            </a:r>
            <a:r>
              <a:rPr sz="2200" b="1" spc="-40" dirty="0">
                <a:latin typeface="Times New Roman"/>
                <a:cs typeface="Times New Roman"/>
              </a:rPr>
              <a:t> </a:t>
            </a:r>
            <a:r>
              <a:rPr sz="2200" spc="-95" dirty="0">
                <a:latin typeface="Times New Roman"/>
                <a:cs typeface="Times New Roman"/>
              </a:rPr>
              <a:t>for</a:t>
            </a:r>
            <a:r>
              <a:rPr sz="2200" spc="-35" dirty="0">
                <a:latin typeface="Times New Roman"/>
                <a:cs typeface="Times New Roman"/>
              </a:rPr>
              <a:t> </a:t>
            </a:r>
            <a:r>
              <a:rPr sz="2200" spc="-95" dirty="0">
                <a:latin typeface="Times New Roman"/>
                <a:cs typeface="Times New Roman"/>
              </a:rPr>
              <a:t>performance</a:t>
            </a:r>
            <a:r>
              <a:rPr sz="2200" dirty="0">
                <a:latin typeface="Times New Roman"/>
                <a:cs typeface="Times New Roman"/>
              </a:rPr>
              <a:t> </a:t>
            </a:r>
            <a:r>
              <a:rPr sz="2200" spc="-10" dirty="0">
                <a:latin typeface="Times New Roman"/>
                <a:cs typeface="Times New Roman"/>
              </a:rPr>
              <a:t>tracking.</a:t>
            </a:r>
            <a:endParaRPr sz="2200" dirty="0">
              <a:latin typeface="Times New Roman"/>
              <a:cs typeface="Times New Roman"/>
            </a:endParaRPr>
          </a:p>
          <a:p>
            <a:pPr>
              <a:lnSpc>
                <a:spcPct val="100000"/>
              </a:lnSpc>
              <a:spcBef>
                <a:spcPts val="855"/>
              </a:spcBef>
            </a:pPr>
            <a:endParaRPr sz="2200" dirty="0">
              <a:latin typeface="Times New Roman"/>
              <a:cs typeface="Times New Roman"/>
            </a:endParaRPr>
          </a:p>
          <a:p>
            <a:pPr marL="12700" marR="442595" indent="448309">
              <a:lnSpc>
                <a:spcPts val="2570"/>
              </a:lnSpc>
            </a:pPr>
            <a:r>
              <a:rPr sz="2200" b="1" spc="-20" dirty="0">
                <a:latin typeface="Times New Roman"/>
                <a:cs typeface="Times New Roman"/>
              </a:rPr>
              <a:t>Customization</a:t>
            </a:r>
            <a:r>
              <a:rPr sz="2200" b="1" spc="15" dirty="0">
                <a:latin typeface="Times New Roman"/>
                <a:cs typeface="Times New Roman"/>
              </a:rPr>
              <a:t> </a:t>
            </a:r>
            <a:r>
              <a:rPr sz="2200" dirty="0">
                <a:latin typeface="Times New Roman"/>
                <a:cs typeface="Times New Roman"/>
              </a:rPr>
              <a:t>–</a:t>
            </a:r>
            <a:r>
              <a:rPr sz="2200" spc="-10" dirty="0">
                <a:latin typeface="Times New Roman"/>
                <a:cs typeface="Times New Roman"/>
              </a:rPr>
              <a:t> </a:t>
            </a:r>
            <a:r>
              <a:rPr sz="2200" spc="-165" dirty="0">
                <a:latin typeface="Times New Roman"/>
                <a:cs typeface="Times New Roman"/>
              </a:rPr>
              <a:t>Modify</a:t>
            </a:r>
            <a:r>
              <a:rPr sz="2200" dirty="0">
                <a:latin typeface="Times New Roman"/>
                <a:cs typeface="Times New Roman"/>
              </a:rPr>
              <a:t> </a:t>
            </a:r>
            <a:r>
              <a:rPr sz="2200" spc="-110" dirty="0">
                <a:latin typeface="Times New Roman"/>
                <a:cs typeface="Times New Roman"/>
              </a:rPr>
              <a:t>configurations,</a:t>
            </a:r>
            <a:r>
              <a:rPr sz="2200" spc="-85" dirty="0">
                <a:latin typeface="Times New Roman"/>
                <a:cs typeface="Times New Roman"/>
              </a:rPr>
              <a:t> </a:t>
            </a:r>
            <a:r>
              <a:rPr sz="2200" spc="-90" dirty="0">
                <a:latin typeface="Times New Roman"/>
                <a:cs typeface="Times New Roman"/>
              </a:rPr>
              <a:t>set</a:t>
            </a:r>
            <a:r>
              <a:rPr sz="2200" spc="-15" dirty="0">
                <a:latin typeface="Times New Roman"/>
                <a:cs typeface="Times New Roman"/>
              </a:rPr>
              <a:t> </a:t>
            </a:r>
            <a:r>
              <a:rPr sz="2200" spc="-105" dirty="0">
                <a:latin typeface="Times New Roman"/>
                <a:cs typeface="Times New Roman"/>
              </a:rPr>
              <a:t>environment</a:t>
            </a:r>
            <a:r>
              <a:rPr sz="2200" spc="25" dirty="0">
                <a:latin typeface="Times New Roman"/>
                <a:cs typeface="Times New Roman"/>
              </a:rPr>
              <a:t> </a:t>
            </a:r>
            <a:r>
              <a:rPr sz="2200" spc="-114" dirty="0">
                <a:latin typeface="Times New Roman"/>
                <a:cs typeface="Times New Roman"/>
              </a:rPr>
              <a:t>variables,</a:t>
            </a:r>
            <a:r>
              <a:rPr sz="2200" spc="-120" dirty="0">
                <a:latin typeface="Times New Roman"/>
                <a:cs typeface="Times New Roman"/>
              </a:rPr>
              <a:t> </a:t>
            </a:r>
            <a:r>
              <a:rPr sz="2200" spc="-25" dirty="0">
                <a:latin typeface="Times New Roman"/>
                <a:cs typeface="Times New Roman"/>
              </a:rPr>
              <a:t>and </a:t>
            </a:r>
            <a:r>
              <a:rPr sz="2200" spc="-80" dirty="0">
                <a:latin typeface="Times New Roman"/>
                <a:cs typeface="Times New Roman"/>
              </a:rPr>
              <a:t>extend</a:t>
            </a:r>
            <a:r>
              <a:rPr sz="2200" spc="-15" dirty="0">
                <a:latin typeface="Times New Roman"/>
                <a:cs typeface="Times New Roman"/>
              </a:rPr>
              <a:t> </a:t>
            </a:r>
            <a:r>
              <a:rPr sz="2200" spc="-90" dirty="0">
                <a:latin typeface="Times New Roman"/>
                <a:cs typeface="Times New Roman"/>
              </a:rPr>
              <a:t>with</a:t>
            </a:r>
            <a:r>
              <a:rPr sz="2200" spc="-50" dirty="0">
                <a:latin typeface="Times New Roman"/>
                <a:cs typeface="Times New Roman"/>
              </a:rPr>
              <a:t> </a:t>
            </a:r>
            <a:r>
              <a:rPr sz="2200" spc="-165" dirty="0">
                <a:latin typeface="Times New Roman"/>
                <a:cs typeface="Times New Roman"/>
              </a:rPr>
              <a:t>EC2</a:t>
            </a:r>
            <a:r>
              <a:rPr sz="2200" spc="-15" dirty="0">
                <a:latin typeface="Times New Roman"/>
                <a:cs typeface="Times New Roman"/>
              </a:rPr>
              <a:t> </a:t>
            </a:r>
            <a:r>
              <a:rPr sz="2200" spc="-35" dirty="0">
                <a:latin typeface="Times New Roman"/>
                <a:cs typeface="Times New Roman"/>
              </a:rPr>
              <a:t>customizations.</a:t>
            </a:r>
            <a:endParaRPr sz="22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5755005" cy="574675"/>
          </a:xfrm>
          <a:prstGeom prst="rect">
            <a:avLst/>
          </a:prstGeom>
        </p:spPr>
        <p:txBody>
          <a:bodyPr vert="horz" wrap="square" lIns="0" tIns="12700" rIns="0" bIns="0" rtlCol="0">
            <a:spAutoFit/>
          </a:bodyPr>
          <a:lstStyle/>
          <a:p>
            <a:pPr marL="12700">
              <a:lnSpc>
                <a:spcPct val="100000"/>
              </a:lnSpc>
              <a:spcBef>
                <a:spcPts val="100"/>
              </a:spcBef>
            </a:pPr>
            <a:r>
              <a:rPr dirty="0"/>
              <a:t>How</a:t>
            </a:r>
            <a:r>
              <a:rPr spc="-195" dirty="0"/>
              <a:t> </a:t>
            </a:r>
            <a:r>
              <a:rPr dirty="0"/>
              <a:t>Elastic</a:t>
            </a:r>
            <a:r>
              <a:rPr spc="-190" dirty="0"/>
              <a:t> </a:t>
            </a:r>
            <a:r>
              <a:rPr spc="-25" dirty="0"/>
              <a:t>Beanstalk</a:t>
            </a:r>
            <a:r>
              <a:rPr spc="-195" dirty="0"/>
              <a:t> </a:t>
            </a:r>
            <a:r>
              <a:rPr spc="-10" dirty="0"/>
              <a:t>works?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946149"/>
            <a:ext cx="8140065" cy="4272915"/>
          </a:xfrm>
          <a:prstGeom prst="rect">
            <a:avLst/>
          </a:prstGeom>
        </p:spPr>
        <p:txBody>
          <a:bodyPr vert="horz" wrap="square" lIns="0" tIns="12065" rIns="0" bIns="0" rtlCol="0">
            <a:spAutoFit/>
          </a:bodyPr>
          <a:lstStyle/>
          <a:p>
            <a:pPr marL="287020" indent="-274320">
              <a:lnSpc>
                <a:spcPct val="100000"/>
              </a:lnSpc>
              <a:spcBef>
                <a:spcPts val="95"/>
              </a:spcBef>
              <a:buClr>
                <a:srgbClr val="D24717"/>
              </a:buClr>
              <a:buSzPct val="84090"/>
              <a:buFont typeface="Segoe UI Symbol"/>
              <a:buChar char="⚫"/>
              <a:tabLst>
                <a:tab pos="287020" algn="l"/>
              </a:tabLst>
            </a:pPr>
            <a:r>
              <a:rPr sz="2200" spc="-110" dirty="0">
                <a:latin typeface="Times New Roman"/>
                <a:cs typeface="Times New Roman"/>
              </a:rPr>
              <a:t>When</a:t>
            </a:r>
            <a:r>
              <a:rPr sz="2200" spc="-25" dirty="0">
                <a:latin typeface="Times New Roman"/>
                <a:cs typeface="Times New Roman"/>
              </a:rPr>
              <a:t> </a:t>
            </a:r>
            <a:r>
              <a:rPr sz="2200" spc="-150" dirty="0">
                <a:latin typeface="Times New Roman"/>
                <a:cs typeface="Times New Roman"/>
              </a:rPr>
              <a:t>you</a:t>
            </a:r>
            <a:r>
              <a:rPr sz="2200" spc="-10" dirty="0">
                <a:latin typeface="Times New Roman"/>
                <a:cs typeface="Times New Roman"/>
              </a:rPr>
              <a:t> </a:t>
            </a:r>
            <a:r>
              <a:rPr sz="2200" spc="-130" dirty="0">
                <a:latin typeface="Times New Roman"/>
                <a:cs typeface="Times New Roman"/>
              </a:rPr>
              <a:t>deploy</a:t>
            </a:r>
            <a:r>
              <a:rPr sz="2200" spc="-35" dirty="0">
                <a:latin typeface="Times New Roman"/>
                <a:cs typeface="Times New Roman"/>
              </a:rPr>
              <a:t> </a:t>
            </a:r>
            <a:r>
              <a:rPr sz="2200" spc="-140" dirty="0">
                <a:latin typeface="Times New Roman"/>
                <a:cs typeface="Times New Roman"/>
              </a:rPr>
              <a:t>an</a:t>
            </a:r>
            <a:r>
              <a:rPr sz="2200" spc="-35" dirty="0">
                <a:latin typeface="Times New Roman"/>
                <a:cs typeface="Times New Roman"/>
              </a:rPr>
              <a:t> </a:t>
            </a:r>
            <a:r>
              <a:rPr sz="2200" spc="-110" dirty="0">
                <a:latin typeface="Times New Roman"/>
                <a:cs typeface="Times New Roman"/>
              </a:rPr>
              <a:t>application</a:t>
            </a:r>
            <a:r>
              <a:rPr sz="2200" spc="-10" dirty="0">
                <a:latin typeface="Times New Roman"/>
                <a:cs typeface="Times New Roman"/>
              </a:rPr>
              <a:t> </a:t>
            </a:r>
            <a:r>
              <a:rPr sz="2200" spc="-140" dirty="0">
                <a:latin typeface="Times New Roman"/>
                <a:cs typeface="Times New Roman"/>
              </a:rPr>
              <a:t>using</a:t>
            </a:r>
            <a:r>
              <a:rPr sz="2200" spc="-15" dirty="0">
                <a:latin typeface="Times New Roman"/>
                <a:cs typeface="Times New Roman"/>
              </a:rPr>
              <a:t> </a:t>
            </a:r>
            <a:r>
              <a:rPr sz="2200" spc="-140" dirty="0">
                <a:latin typeface="Times New Roman"/>
                <a:cs typeface="Times New Roman"/>
              </a:rPr>
              <a:t>Elastic</a:t>
            </a:r>
            <a:r>
              <a:rPr sz="2200" spc="-35" dirty="0">
                <a:latin typeface="Times New Roman"/>
                <a:cs typeface="Times New Roman"/>
              </a:rPr>
              <a:t> </a:t>
            </a:r>
            <a:r>
              <a:rPr sz="2200" spc="-125" dirty="0">
                <a:latin typeface="Times New Roman"/>
                <a:cs typeface="Times New Roman"/>
              </a:rPr>
              <a:t>Beanstalk,</a:t>
            </a:r>
            <a:r>
              <a:rPr sz="2200" spc="-110" dirty="0">
                <a:latin typeface="Times New Roman"/>
                <a:cs typeface="Times New Roman"/>
              </a:rPr>
              <a:t> </a:t>
            </a:r>
            <a:r>
              <a:rPr sz="2200" spc="-10" dirty="0">
                <a:latin typeface="Times New Roman"/>
                <a:cs typeface="Times New Roman"/>
              </a:rPr>
              <a:t>it</a:t>
            </a:r>
            <a:r>
              <a:rPr sz="2200" spc="-35" dirty="0">
                <a:latin typeface="Times New Roman"/>
                <a:cs typeface="Times New Roman"/>
              </a:rPr>
              <a:t> </a:t>
            </a:r>
            <a:r>
              <a:rPr sz="2200" spc="-135" dirty="0">
                <a:latin typeface="Times New Roman"/>
                <a:cs typeface="Times New Roman"/>
              </a:rPr>
              <a:t>follows</a:t>
            </a:r>
            <a:r>
              <a:rPr sz="2200" spc="-35" dirty="0">
                <a:latin typeface="Times New Roman"/>
                <a:cs typeface="Times New Roman"/>
              </a:rPr>
              <a:t> </a:t>
            </a:r>
            <a:r>
              <a:rPr sz="2200" spc="-105" dirty="0">
                <a:latin typeface="Times New Roman"/>
                <a:cs typeface="Times New Roman"/>
              </a:rPr>
              <a:t>these</a:t>
            </a:r>
            <a:r>
              <a:rPr sz="2200" spc="-35" dirty="0">
                <a:latin typeface="Times New Roman"/>
                <a:cs typeface="Times New Roman"/>
              </a:rPr>
              <a:t> </a:t>
            </a:r>
            <a:r>
              <a:rPr sz="2200" spc="-10" dirty="0">
                <a:latin typeface="Times New Roman"/>
                <a:cs typeface="Times New Roman"/>
              </a:rPr>
              <a:t>steps:</a:t>
            </a:r>
            <a:endParaRPr sz="2200">
              <a:latin typeface="Times New Roman"/>
              <a:cs typeface="Times New Roman"/>
            </a:endParaRPr>
          </a:p>
          <a:p>
            <a:pPr>
              <a:lnSpc>
                <a:spcPct val="100000"/>
              </a:lnSpc>
              <a:spcBef>
                <a:spcPts val="1310"/>
              </a:spcBef>
            </a:pPr>
            <a:endParaRPr sz="2200">
              <a:latin typeface="Times New Roman"/>
              <a:cs typeface="Times New Roman"/>
            </a:endParaRPr>
          </a:p>
          <a:p>
            <a:pPr marL="286385" indent="-273685">
              <a:lnSpc>
                <a:spcPct val="100000"/>
              </a:lnSpc>
              <a:buClr>
                <a:srgbClr val="D24717"/>
              </a:buClr>
              <a:buSzPct val="84090"/>
              <a:buAutoNum type="arabicPeriod"/>
              <a:tabLst>
                <a:tab pos="286385" algn="l"/>
              </a:tabLst>
            </a:pPr>
            <a:r>
              <a:rPr sz="2200" b="1" dirty="0">
                <a:latin typeface="Times New Roman"/>
                <a:cs typeface="Times New Roman"/>
              </a:rPr>
              <a:t>Upload</a:t>
            </a:r>
            <a:r>
              <a:rPr sz="2200" b="1" spc="-310" dirty="0">
                <a:latin typeface="Times New Roman"/>
                <a:cs typeface="Times New Roman"/>
              </a:rPr>
              <a:t> </a:t>
            </a:r>
            <a:r>
              <a:rPr sz="2200" b="1" spc="-130" dirty="0">
                <a:latin typeface="Times New Roman"/>
                <a:cs typeface="Times New Roman"/>
              </a:rPr>
              <a:t>Your</a:t>
            </a:r>
            <a:r>
              <a:rPr sz="2200" b="1" spc="-50" dirty="0">
                <a:latin typeface="Times New Roman"/>
                <a:cs typeface="Times New Roman"/>
              </a:rPr>
              <a:t> </a:t>
            </a:r>
            <a:r>
              <a:rPr sz="2200" b="1" spc="-10" dirty="0">
                <a:latin typeface="Times New Roman"/>
                <a:cs typeface="Times New Roman"/>
              </a:rPr>
              <a:t>Code</a:t>
            </a:r>
            <a:r>
              <a:rPr sz="2200" b="1" spc="-35" dirty="0">
                <a:latin typeface="Times New Roman"/>
                <a:cs typeface="Times New Roman"/>
              </a:rPr>
              <a:t> </a:t>
            </a:r>
            <a:r>
              <a:rPr sz="2200" dirty="0">
                <a:latin typeface="Times New Roman"/>
                <a:cs typeface="Times New Roman"/>
              </a:rPr>
              <a:t>–</a:t>
            </a:r>
            <a:r>
              <a:rPr sz="2200" spc="-35" dirty="0">
                <a:latin typeface="Times New Roman"/>
                <a:cs typeface="Times New Roman"/>
              </a:rPr>
              <a:t> </a:t>
            </a:r>
            <a:r>
              <a:rPr sz="2200" spc="-135" dirty="0">
                <a:latin typeface="Times New Roman"/>
                <a:cs typeface="Times New Roman"/>
              </a:rPr>
              <a:t>Use</a:t>
            </a:r>
            <a:r>
              <a:rPr sz="2200" spc="-45" dirty="0">
                <a:latin typeface="Times New Roman"/>
                <a:cs typeface="Times New Roman"/>
              </a:rPr>
              <a:t> </a:t>
            </a:r>
            <a:r>
              <a:rPr sz="2200" spc="-80" dirty="0">
                <a:latin typeface="Times New Roman"/>
                <a:cs typeface="Times New Roman"/>
              </a:rPr>
              <a:t>the</a:t>
            </a:r>
            <a:r>
              <a:rPr sz="2200" spc="-210" dirty="0">
                <a:latin typeface="Times New Roman"/>
                <a:cs typeface="Times New Roman"/>
              </a:rPr>
              <a:t> </a:t>
            </a:r>
            <a:r>
              <a:rPr sz="2200" spc="-295" dirty="0">
                <a:latin typeface="Times New Roman"/>
                <a:cs typeface="Times New Roman"/>
              </a:rPr>
              <a:t>AWS</a:t>
            </a:r>
            <a:r>
              <a:rPr sz="2200" spc="-45" dirty="0">
                <a:latin typeface="Times New Roman"/>
                <a:cs typeface="Times New Roman"/>
              </a:rPr>
              <a:t> </a:t>
            </a:r>
            <a:r>
              <a:rPr sz="2200" spc="-135" dirty="0">
                <a:latin typeface="Times New Roman"/>
                <a:cs typeface="Times New Roman"/>
              </a:rPr>
              <a:t>Management</a:t>
            </a:r>
            <a:r>
              <a:rPr sz="2200" spc="-45" dirty="0">
                <a:latin typeface="Times New Roman"/>
                <a:cs typeface="Times New Roman"/>
              </a:rPr>
              <a:t> </a:t>
            </a:r>
            <a:r>
              <a:rPr sz="2200" spc="-95" dirty="0">
                <a:latin typeface="Times New Roman"/>
                <a:cs typeface="Times New Roman"/>
              </a:rPr>
              <a:t>Console,</a:t>
            </a:r>
            <a:r>
              <a:rPr sz="2200" spc="-285" dirty="0">
                <a:latin typeface="Times New Roman"/>
                <a:cs typeface="Times New Roman"/>
              </a:rPr>
              <a:t> </a:t>
            </a:r>
            <a:r>
              <a:rPr sz="2200" spc="-295" dirty="0">
                <a:latin typeface="Times New Roman"/>
                <a:cs typeface="Times New Roman"/>
              </a:rPr>
              <a:t>AWS</a:t>
            </a:r>
            <a:r>
              <a:rPr sz="2200" spc="-50" dirty="0">
                <a:latin typeface="Times New Roman"/>
                <a:cs typeface="Times New Roman"/>
              </a:rPr>
              <a:t> </a:t>
            </a:r>
            <a:r>
              <a:rPr sz="2200" spc="-114" dirty="0">
                <a:latin typeface="Times New Roman"/>
                <a:cs typeface="Times New Roman"/>
              </a:rPr>
              <a:t>CLI,</a:t>
            </a:r>
            <a:r>
              <a:rPr sz="2200" spc="-130" dirty="0">
                <a:latin typeface="Times New Roman"/>
                <a:cs typeface="Times New Roman"/>
              </a:rPr>
              <a:t> </a:t>
            </a:r>
            <a:r>
              <a:rPr sz="2200" dirty="0">
                <a:latin typeface="Times New Roman"/>
                <a:cs typeface="Times New Roman"/>
              </a:rPr>
              <a:t>or</a:t>
            </a:r>
            <a:r>
              <a:rPr sz="2200" spc="-25" dirty="0">
                <a:latin typeface="Times New Roman"/>
                <a:cs typeface="Times New Roman"/>
              </a:rPr>
              <a:t> an</a:t>
            </a:r>
            <a:endParaRPr sz="2200">
              <a:latin typeface="Times New Roman"/>
              <a:cs typeface="Times New Roman"/>
            </a:endParaRPr>
          </a:p>
          <a:p>
            <a:pPr marL="287020">
              <a:lnSpc>
                <a:spcPct val="100000"/>
              </a:lnSpc>
              <a:spcBef>
                <a:spcPts val="5"/>
              </a:spcBef>
            </a:pPr>
            <a:r>
              <a:rPr sz="2200" spc="-190" dirty="0">
                <a:latin typeface="Times New Roman"/>
                <a:cs typeface="Times New Roman"/>
              </a:rPr>
              <a:t>IDE</a:t>
            </a:r>
            <a:r>
              <a:rPr sz="2200" spc="-50" dirty="0">
                <a:latin typeface="Times New Roman"/>
                <a:cs typeface="Times New Roman"/>
              </a:rPr>
              <a:t> </a:t>
            </a:r>
            <a:r>
              <a:rPr sz="2200" spc="-110" dirty="0">
                <a:latin typeface="Times New Roman"/>
                <a:cs typeface="Times New Roman"/>
              </a:rPr>
              <a:t>plugin</a:t>
            </a:r>
            <a:r>
              <a:rPr sz="2200" spc="-40" dirty="0">
                <a:latin typeface="Times New Roman"/>
                <a:cs typeface="Times New Roman"/>
              </a:rPr>
              <a:t> </a:t>
            </a:r>
            <a:r>
              <a:rPr sz="2200" dirty="0">
                <a:latin typeface="Times New Roman"/>
                <a:cs typeface="Times New Roman"/>
              </a:rPr>
              <a:t>to</a:t>
            </a:r>
            <a:r>
              <a:rPr sz="2200" spc="-55" dirty="0">
                <a:latin typeface="Times New Roman"/>
                <a:cs typeface="Times New Roman"/>
              </a:rPr>
              <a:t> </a:t>
            </a:r>
            <a:r>
              <a:rPr sz="2200" spc="-114" dirty="0">
                <a:latin typeface="Times New Roman"/>
                <a:cs typeface="Times New Roman"/>
              </a:rPr>
              <a:t>upload</a:t>
            </a:r>
            <a:r>
              <a:rPr sz="2200" spc="-30" dirty="0">
                <a:latin typeface="Times New Roman"/>
                <a:cs typeface="Times New Roman"/>
              </a:rPr>
              <a:t> </a:t>
            </a:r>
            <a:r>
              <a:rPr sz="2200" spc="-105" dirty="0">
                <a:latin typeface="Times New Roman"/>
                <a:cs typeface="Times New Roman"/>
              </a:rPr>
              <a:t>your</a:t>
            </a:r>
            <a:r>
              <a:rPr sz="2200" spc="-30" dirty="0">
                <a:latin typeface="Times New Roman"/>
                <a:cs typeface="Times New Roman"/>
              </a:rPr>
              <a:t> </a:t>
            </a:r>
            <a:r>
              <a:rPr sz="2200" spc="-10" dirty="0">
                <a:latin typeface="Times New Roman"/>
                <a:cs typeface="Times New Roman"/>
              </a:rPr>
              <a:t>application.</a:t>
            </a:r>
            <a:endParaRPr sz="2200">
              <a:latin typeface="Times New Roman"/>
              <a:cs typeface="Times New Roman"/>
            </a:endParaRPr>
          </a:p>
          <a:p>
            <a:pPr>
              <a:lnSpc>
                <a:spcPct val="100000"/>
              </a:lnSpc>
              <a:spcBef>
                <a:spcPts val="1305"/>
              </a:spcBef>
            </a:pPr>
            <a:endParaRPr sz="2200">
              <a:latin typeface="Times New Roman"/>
              <a:cs typeface="Times New Roman"/>
            </a:endParaRPr>
          </a:p>
          <a:p>
            <a:pPr marL="286385" indent="-273685">
              <a:lnSpc>
                <a:spcPct val="100000"/>
              </a:lnSpc>
              <a:spcBef>
                <a:spcPts val="5"/>
              </a:spcBef>
              <a:buClr>
                <a:srgbClr val="D24717"/>
              </a:buClr>
              <a:buSzPct val="84090"/>
              <a:buAutoNum type="arabicPeriod" startAt="2"/>
              <a:tabLst>
                <a:tab pos="286385" algn="l"/>
              </a:tabLst>
            </a:pPr>
            <a:r>
              <a:rPr sz="2200" b="1" spc="-50" dirty="0">
                <a:latin typeface="Times New Roman"/>
                <a:cs typeface="Times New Roman"/>
              </a:rPr>
              <a:t>Elastic</a:t>
            </a:r>
            <a:r>
              <a:rPr sz="2200" b="1" spc="-45" dirty="0">
                <a:latin typeface="Times New Roman"/>
                <a:cs typeface="Times New Roman"/>
              </a:rPr>
              <a:t> </a:t>
            </a:r>
            <a:r>
              <a:rPr sz="2200" b="1" spc="-30" dirty="0">
                <a:latin typeface="Times New Roman"/>
                <a:cs typeface="Times New Roman"/>
              </a:rPr>
              <a:t>Beanstalk</a:t>
            </a:r>
            <a:r>
              <a:rPr sz="2200" b="1" spc="-55" dirty="0">
                <a:latin typeface="Times New Roman"/>
                <a:cs typeface="Times New Roman"/>
              </a:rPr>
              <a:t> </a:t>
            </a:r>
            <a:r>
              <a:rPr sz="2200" b="1" spc="-30" dirty="0">
                <a:latin typeface="Times New Roman"/>
                <a:cs typeface="Times New Roman"/>
              </a:rPr>
              <a:t>Provisions</a:t>
            </a:r>
            <a:r>
              <a:rPr sz="2200" b="1" spc="-85" dirty="0">
                <a:latin typeface="Times New Roman"/>
                <a:cs typeface="Times New Roman"/>
              </a:rPr>
              <a:t> </a:t>
            </a:r>
            <a:r>
              <a:rPr sz="2200" b="1" spc="-25" dirty="0">
                <a:latin typeface="Times New Roman"/>
                <a:cs typeface="Times New Roman"/>
              </a:rPr>
              <a:t>Infrastructure</a:t>
            </a:r>
            <a:r>
              <a:rPr sz="2200" b="1" spc="-15" dirty="0">
                <a:latin typeface="Times New Roman"/>
                <a:cs typeface="Times New Roman"/>
              </a:rPr>
              <a:t> </a:t>
            </a:r>
            <a:r>
              <a:rPr sz="2200" dirty="0">
                <a:latin typeface="Times New Roman"/>
                <a:cs typeface="Times New Roman"/>
              </a:rPr>
              <a:t>–</a:t>
            </a:r>
            <a:r>
              <a:rPr sz="2200" spc="-60" dirty="0">
                <a:latin typeface="Times New Roman"/>
                <a:cs typeface="Times New Roman"/>
              </a:rPr>
              <a:t> </a:t>
            </a:r>
            <a:r>
              <a:rPr sz="2200" spc="-65" dirty="0">
                <a:latin typeface="Times New Roman"/>
                <a:cs typeface="Times New Roman"/>
              </a:rPr>
              <a:t>It</a:t>
            </a:r>
            <a:r>
              <a:rPr sz="2200" spc="-60" dirty="0">
                <a:latin typeface="Times New Roman"/>
                <a:cs typeface="Times New Roman"/>
              </a:rPr>
              <a:t> </a:t>
            </a:r>
            <a:r>
              <a:rPr sz="2200" spc="-120" dirty="0">
                <a:latin typeface="Times New Roman"/>
                <a:cs typeface="Times New Roman"/>
              </a:rPr>
              <a:t>automatically</a:t>
            </a:r>
            <a:r>
              <a:rPr sz="2200" spc="-60" dirty="0">
                <a:latin typeface="Times New Roman"/>
                <a:cs typeface="Times New Roman"/>
              </a:rPr>
              <a:t> </a:t>
            </a:r>
            <a:r>
              <a:rPr sz="2200" spc="-10" dirty="0">
                <a:latin typeface="Times New Roman"/>
                <a:cs typeface="Times New Roman"/>
              </a:rPr>
              <a:t>creates:</a:t>
            </a:r>
            <a:endParaRPr sz="2200">
              <a:latin typeface="Times New Roman"/>
              <a:cs typeface="Times New Roman"/>
            </a:endParaRPr>
          </a:p>
          <a:p>
            <a:pPr marL="755015" lvl="1" indent="-285115">
              <a:lnSpc>
                <a:spcPct val="100000"/>
              </a:lnSpc>
              <a:spcBef>
                <a:spcPts val="405"/>
              </a:spcBef>
              <a:buClr>
                <a:srgbClr val="9B2C1F"/>
              </a:buClr>
              <a:buSzPct val="84090"/>
              <a:buAutoNum type="arabicPeriod"/>
              <a:tabLst>
                <a:tab pos="755015" algn="l"/>
              </a:tabLst>
            </a:pPr>
            <a:r>
              <a:rPr sz="2200" spc="-165" dirty="0">
                <a:latin typeface="Times New Roman"/>
                <a:cs typeface="Times New Roman"/>
              </a:rPr>
              <a:t>EC2</a:t>
            </a:r>
            <a:r>
              <a:rPr sz="2200" spc="-25" dirty="0">
                <a:latin typeface="Times New Roman"/>
                <a:cs typeface="Times New Roman"/>
              </a:rPr>
              <a:t> </a:t>
            </a:r>
            <a:r>
              <a:rPr sz="2200" spc="-10" dirty="0">
                <a:latin typeface="Times New Roman"/>
                <a:cs typeface="Times New Roman"/>
              </a:rPr>
              <a:t>instances</a:t>
            </a:r>
            <a:endParaRPr sz="2200">
              <a:latin typeface="Times New Roman"/>
              <a:cs typeface="Times New Roman"/>
            </a:endParaRPr>
          </a:p>
          <a:p>
            <a:pPr marL="755015" lvl="1" indent="-285115">
              <a:lnSpc>
                <a:spcPct val="100000"/>
              </a:lnSpc>
              <a:spcBef>
                <a:spcPts val="400"/>
              </a:spcBef>
              <a:buClr>
                <a:srgbClr val="9B2C1F"/>
              </a:buClr>
              <a:buSzPct val="84090"/>
              <a:buAutoNum type="arabicPeriod"/>
              <a:tabLst>
                <a:tab pos="755015" algn="l"/>
              </a:tabLst>
            </a:pPr>
            <a:r>
              <a:rPr sz="2200" spc="-140" dirty="0">
                <a:latin typeface="Times New Roman"/>
                <a:cs typeface="Times New Roman"/>
              </a:rPr>
              <a:t>Elastic</a:t>
            </a:r>
            <a:r>
              <a:rPr sz="2200" spc="10" dirty="0">
                <a:latin typeface="Times New Roman"/>
                <a:cs typeface="Times New Roman"/>
              </a:rPr>
              <a:t> </a:t>
            </a:r>
            <a:r>
              <a:rPr sz="2200" spc="-165" dirty="0">
                <a:latin typeface="Times New Roman"/>
                <a:cs typeface="Times New Roman"/>
              </a:rPr>
              <a:t>Load</a:t>
            </a:r>
            <a:r>
              <a:rPr sz="2200" spc="-5" dirty="0">
                <a:latin typeface="Times New Roman"/>
                <a:cs typeface="Times New Roman"/>
              </a:rPr>
              <a:t> </a:t>
            </a:r>
            <a:r>
              <a:rPr sz="2200" spc="-145" dirty="0">
                <a:latin typeface="Times New Roman"/>
                <a:cs typeface="Times New Roman"/>
              </a:rPr>
              <a:t>Balancer</a:t>
            </a:r>
            <a:r>
              <a:rPr sz="2200" spc="30" dirty="0">
                <a:latin typeface="Times New Roman"/>
                <a:cs typeface="Times New Roman"/>
              </a:rPr>
              <a:t> </a:t>
            </a:r>
            <a:r>
              <a:rPr sz="2200" spc="-10" dirty="0">
                <a:latin typeface="Times New Roman"/>
                <a:cs typeface="Times New Roman"/>
              </a:rPr>
              <a:t>(ELB)</a:t>
            </a:r>
            <a:endParaRPr sz="2200">
              <a:latin typeface="Times New Roman"/>
              <a:cs typeface="Times New Roman"/>
            </a:endParaRPr>
          </a:p>
          <a:p>
            <a:pPr marL="755015" lvl="1" indent="-285115">
              <a:lnSpc>
                <a:spcPct val="100000"/>
              </a:lnSpc>
              <a:spcBef>
                <a:spcPts val="395"/>
              </a:spcBef>
              <a:buClr>
                <a:srgbClr val="9B2C1F"/>
              </a:buClr>
              <a:buSzPct val="84090"/>
              <a:buAutoNum type="arabicPeriod"/>
              <a:tabLst>
                <a:tab pos="755015" algn="l"/>
              </a:tabLst>
            </a:pPr>
            <a:r>
              <a:rPr sz="2200" spc="-135" dirty="0">
                <a:latin typeface="Times New Roman"/>
                <a:cs typeface="Times New Roman"/>
              </a:rPr>
              <a:t>Auto</a:t>
            </a:r>
            <a:r>
              <a:rPr sz="2200" spc="-10" dirty="0">
                <a:latin typeface="Times New Roman"/>
                <a:cs typeface="Times New Roman"/>
              </a:rPr>
              <a:t> </a:t>
            </a:r>
            <a:r>
              <a:rPr sz="2200" spc="-165" dirty="0">
                <a:latin typeface="Times New Roman"/>
                <a:cs typeface="Times New Roman"/>
              </a:rPr>
              <a:t>Scaling</a:t>
            </a:r>
            <a:r>
              <a:rPr sz="2200" spc="-20" dirty="0">
                <a:latin typeface="Times New Roman"/>
                <a:cs typeface="Times New Roman"/>
              </a:rPr>
              <a:t> Group</a:t>
            </a:r>
            <a:endParaRPr sz="2200">
              <a:latin typeface="Times New Roman"/>
              <a:cs typeface="Times New Roman"/>
            </a:endParaRPr>
          </a:p>
          <a:p>
            <a:pPr marL="755015" lvl="1" indent="-285115">
              <a:lnSpc>
                <a:spcPct val="100000"/>
              </a:lnSpc>
              <a:spcBef>
                <a:spcPts val="409"/>
              </a:spcBef>
              <a:buClr>
                <a:srgbClr val="9B2C1F"/>
              </a:buClr>
              <a:buSzPct val="84090"/>
              <a:buAutoNum type="arabicPeriod"/>
              <a:tabLst>
                <a:tab pos="755015" algn="l"/>
              </a:tabLst>
            </a:pPr>
            <a:r>
              <a:rPr sz="2200" spc="-110" dirty="0">
                <a:latin typeface="Times New Roman"/>
                <a:cs typeface="Times New Roman"/>
              </a:rPr>
              <a:t>Security</a:t>
            </a:r>
            <a:r>
              <a:rPr sz="2200" spc="-45" dirty="0">
                <a:latin typeface="Times New Roman"/>
                <a:cs typeface="Times New Roman"/>
              </a:rPr>
              <a:t> </a:t>
            </a:r>
            <a:r>
              <a:rPr sz="2200" spc="-10" dirty="0">
                <a:latin typeface="Times New Roman"/>
                <a:cs typeface="Times New Roman"/>
              </a:rPr>
              <a:t>Groups</a:t>
            </a:r>
            <a:endParaRPr sz="2200">
              <a:latin typeface="Times New Roman"/>
              <a:cs typeface="Times New Roman"/>
            </a:endParaRPr>
          </a:p>
          <a:p>
            <a:pPr marL="755015" lvl="1" indent="-285115">
              <a:lnSpc>
                <a:spcPct val="100000"/>
              </a:lnSpc>
              <a:spcBef>
                <a:spcPts val="395"/>
              </a:spcBef>
              <a:buClr>
                <a:srgbClr val="9B2C1F"/>
              </a:buClr>
              <a:buSzPct val="84090"/>
              <a:buAutoNum type="arabicPeriod"/>
              <a:tabLst>
                <a:tab pos="755015" algn="l"/>
              </a:tabLst>
            </a:pPr>
            <a:r>
              <a:rPr sz="2200" spc="-170" dirty="0">
                <a:latin typeface="Times New Roman"/>
                <a:cs typeface="Times New Roman"/>
              </a:rPr>
              <a:t>Amazon</a:t>
            </a:r>
            <a:r>
              <a:rPr sz="2200" spc="-30" dirty="0">
                <a:latin typeface="Times New Roman"/>
                <a:cs typeface="Times New Roman"/>
              </a:rPr>
              <a:t> </a:t>
            </a:r>
            <a:r>
              <a:rPr sz="2200" spc="-204" dirty="0">
                <a:latin typeface="Times New Roman"/>
                <a:cs typeface="Times New Roman"/>
              </a:rPr>
              <a:t>RDS</a:t>
            </a:r>
            <a:r>
              <a:rPr sz="2200" spc="-40" dirty="0">
                <a:latin typeface="Times New Roman"/>
                <a:cs typeface="Times New Roman"/>
              </a:rPr>
              <a:t> </a:t>
            </a:r>
            <a:r>
              <a:rPr sz="2200" spc="-114" dirty="0">
                <a:latin typeface="Times New Roman"/>
                <a:cs typeface="Times New Roman"/>
              </a:rPr>
              <a:t>(if</a:t>
            </a:r>
            <a:r>
              <a:rPr sz="2200" spc="-25" dirty="0">
                <a:latin typeface="Times New Roman"/>
                <a:cs typeface="Times New Roman"/>
              </a:rPr>
              <a:t> </a:t>
            </a:r>
            <a:r>
              <a:rPr sz="2200" spc="-20" dirty="0">
                <a:latin typeface="Times New Roman"/>
                <a:cs typeface="Times New Roman"/>
              </a:rPr>
              <a:t>configured)</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5755005" cy="574675"/>
          </a:xfrm>
          <a:prstGeom prst="rect">
            <a:avLst/>
          </a:prstGeom>
        </p:spPr>
        <p:txBody>
          <a:bodyPr vert="horz" wrap="square" lIns="0" tIns="12700" rIns="0" bIns="0" rtlCol="0">
            <a:spAutoFit/>
          </a:bodyPr>
          <a:lstStyle/>
          <a:p>
            <a:pPr marL="12700">
              <a:lnSpc>
                <a:spcPct val="100000"/>
              </a:lnSpc>
              <a:spcBef>
                <a:spcPts val="100"/>
              </a:spcBef>
            </a:pPr>
            <a:r>
              <a:rPr dirty="0"/>
              <a:t>How</a:t>
            </a:r>
            <a:r>
              <a:rPr spc="-195" dirty="0"/>
              <a:t> </a:t>
            </a:r>
            <a:r>
              <a:rPr dirty="0"/>
              <a:t>Elastic</a:t>
            </a:r>
            <a:r>
              <a:rPr spc="-190" dirty="0"/>
              <a:t> </a:t>
            </a:r>
            <a:r>
              <a:rPr spc="-25" dirty="0"/>
              <a:t>Beanstalk</a:t>
            </a:r>
            <a:r>
              <a:rPr spc="-195" dirty="0"/>
              <a:t> </a:t>
            </a:r>
            <a:r>
              <a:rPr spc="-10" dirty="0"/>
              <a:t>works?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1357629"/>
            <a:ext cx="8301990" cy="3013075"/>
          </a:xfrm>
          <a:prstGeom prst="rect">
            <a:avLst/>
          </a:prstGeom>
        </p:spPr>
        <p:txBody>
          <a:bodyPr vert="horz" wrap="square" lIns="0" tIns="12065" rIns="0" bIns="0" rtlCol="0">
            <a:spAutoFit/>
          </a:bodyPr>
          <a:lstStyle/>
          <a:p>
            <a:pPr marL="12700" marR="5080" indent="300990">
              <a:lnSpc>
                <a:spcPct val="100000"/>
              </a:lnSpc>
              <a:spcBef>
                <a:spcPts val="95"/>
              </a:spcBef>
              <a:buAutoNum type="arabicPeriod" startAt="3"/>
              <a:tabLst>
                <a:tab pos="313690" algn="l"/>
              </a:tabLst>
            </a:pPr>
            <a:r>
              <a:rPr sz="2200" b="1" dirty="0">
                <a:latin typeface="Times New Roman"/>
                <a:cs typeface="Times New Roman"/>
              </a:rPr>
              <a:t>Application</a:t>
            </a:r>
            <a:r>
              <a:rPr sz="2200" b="1" spc="215" dirty="0">
                <a:latin typeface="Times New Roman"/>
                <a:cs typeface="Times New Roman"/>
              </a:rPr>
              <a:t> </a:t>
            </a:r>
            <a:r>
              <a:rPr sz="2200" b="1" dirty="0">
                <a:latin typeface="Times New Roman"/>
                <a:cs typeface="Times New Roman"/>
              </a:rPr>
              <a:t>Deployment</a:t>
            </a:r>
            <a:r>
              <a:rPr sz="2200" b="1" spc="245" dirty="0">
                <a:latin typeface="Times New Roman"/>
                <a:cs typeface="Times New Roman"/>
              </a:rPr>
              <a:t> </a:t>
            </a:r>
            <a:r>
              <a:rPr sz="2200" dirty="0">
                <a:latin typeface="Times New Roman"/>
                <a:cs typeface="Times New Roman"/>
              </a:rPr>
              <a:t>–</a:t>
            </a:r>
            <a:r>
              <a:rPr sz="2200" spc="240" dirty="0">
                <a:latin typeface="Times New Roman"/>
                <a:cs typeface="Times New Roman"/>
              </a:rPr>
              <a:t> </a:t>
            </a:r>
            <a:r>
              <a:rPr sz="2200" spc="-295" dirty="0">
                <a:latin typeface="Times New Roman"/>
                <a:cs typeface="Times New Roman"/>
              </a:rPr>
              <a:t>EB</a:t>
            </a:r>
            <a:r>
              <a:rPr sz="2200" spc="245" dirty="0">
                <a:latin typeface="Times New Roman"/>
                <a:cs typeface="Times New Roman"/>
              </a:rPr>
              <a:t> </a:t>
            </a:r>
            <a:r>
              <a:rPr sz="2200" spc="-90" dirty="0">
                <a:latin typeface="Times New Roman"/>
                <a:cs typeface="Times New Roman"/>
              </a:rPr>
              <a:t>configures</a:t>
            </a:r>
            <a:r>
              <a:rPr sz="2200" spc="235" dirty="0">
                <a:latin typeface="Times New Roman"/>
                <a:cs typeface="Times New Roman"/>
              </a:rPr>
              <a:t> </a:t>
            </a:r>
            <a:r>
              <a:rPr sz="2200" dirty="0">
                <a:latin typeface="Times New Roman"/>
                <a:cs typeface="Times New Roman"/>
              </a:rPr>
              <a:t>the</a:t>
            </a:r>
            <a:r>
              <a:rPr sz="2200" spc="229" dirty="0">
                <a:latin typeface="Times New Roman"/>
                <a:cs typeface="Times New Roman"/>
              </a:rPr>
              <a:t> </a:t>
            </a:r>
            <a:r>
              <a:rPr sz="2200" spc="-75" dirty="0">
                <a:latin typeface="Times New Roman"/>
                <a:cs typeface="Times New Roman"/>
              </a:rPr>
              <a:t>environment</a:t>
            </a:r>
            <a:r>
              <a:rPr sz="2200" spc="245" dirty="0">
                <a:latin typeface="Times New Roman"/>
                <a:cs typeface="Times New Roman"/>
              </a:rPr>
              <a:t> </a:t>
            </a:r>
            <a:r>
              <a:rPr sz="2200" spc="-20" dirty="0">
                <a:latin typeface="Times New Roman"/>
                <a:cs typeface="Times New Roman"/>
              </a:rPr>
              <a:t>and</a:t>
            </a:r>
            <a:r>
              <a:rPr sz="2200" spc="250" dirty="0">
                <a:latin typeface="Times New Roman"/>
                <a:cs typeface="Times New Roman"/>
              </a:rPr>
              <a:t> </a:t>
            </a:r>
            <a:r>
              <a:rPr sz="2200" spc="-90" dirty="0">
                <a:latin typeface="Times New Roman"/>
                <a:cs typeface="Times New Roman"/>
              </a:rPr>
              <a:t>deploys </a:t>
            </a:r>
            <a:r>
              <a:rPr sz="2200" spc="-105" dirty="0">
                <a:latin typeface="Times New Roman"/>
                <a:cs typeface="Times New Roman"/>
              </a:rPr>
              <a:t>your</a:t>
            </a:r>
            <a:r>
              <a:rPr sz="2200" spc="-30" dirty="0">
                <a:latin typeface="Times New Roman"/>
                <a:cs typeface="Times New Roman"/>
              </a:rPr>
              <a:t> </a:t>
            </a:r>
            <a:r>
              <a:rPr sz="2200" spc="-10" dirty="0">
                <a:latin typeface="Times New Roman"/>
                <a:cs typeface="Times New Roman"/>
              </a:rPr>
              <a:t>application.</a:t>
            </a:r>
            <a:endParaRPr sz="2200">
              <a:latin typeface="Times New Roman"/>
              <a:cs typeface="Times New Roman"/>
            </a:endParaRPr>
          </a:p>
          <a:p>
            <a:pPr>
              <a:lnSpc>
                <a:spcPct val="100000"/>
              </a:lnSpc>
              <a:spcBef>
                <a:spcPts val="1310"/>
              </a:spcBef>
              <a:buFont typeface="Times New Roman"/>
              <a:buAutoNum type="arabicPeriod" startAt="3"/>
            </a:pPr>
            <a:endParaRPr sz="2200">
              <a:latin typeface="Times New Roman"/>
              <a:cs typeface="Times New Roman"/>
            </a:endParaRPr>
          </a:p>
          <a:p>
            <a:pPr marL="12700" marR="8255" indent="259715">
              <a:lnSpc>
                <a:spcPct val="100000"/>
              </a:lnSpc>
              <a:spcBef>
                <a:spcPts val="5"/>
              </a:spcBef>
              <a:buAutoNum type="arabicPeriod" startAt="3"/>
              <a:tabLst>
                <a:tab pos="272415" algn="l"/>
              </a:tabLst>
            </a:pPr>
            <a:r>
              <a:rPr sz="2200" b="1" dirty="0">
                <a:latin typeface="Times New Roman"/>
                <a:cs typeface="Times New Roman"/>
              </a:rPr>
              <a:t>Auto-</a:t>
            </a:r>
            <a:r>
              <a:rPr sz="2200" b="1" spc="-20" dirty="0">
                <a:latin typeface="Times New Roman"/>
                <a:cs typeface="Times New Roman"/>
              </a:rPr>
              <a:t>Scaling</a:t>
            </a:r>
            <a:r>
              <a:rPr sz="2200" b="1" spc="20" dirty="0">
                <a:latin typeface="Times New Roman"/>
                <a:cs typeface="Times New Roman"/>
              </a:rPr>
              <a:t> </a:t>
            </a:r>
            <a:r>
              <a:rPr sz="2200" b="1" spc="-150" dirty="0">
                <a:latin typeface="Times New Roman"/>
                <a:cs typeface="Times New Roman"/>
              </a:rPr>
              <a:t>&amp;</a:t>
            </a:r>
            <a:r>
              <a:rPr sz="2200" b="1" spc="5" dirty="0">
                <a:latin typeface="Times New Roman"/>
                <a:cs typeface="Times New Roman"/>
              </a:rPr>
              <a:t> </a:t>
            </a:r>
            <a:r>
              <a:rPr sz="2200" b="1" dirty="0">
                <a:latin typeface="Times New Roman"/>
                <a:cs typeface="Times New Roman"/>
              </a:rPr>
              <a:t>Monitoring</a:t>
            </a:r>
            <a:r>
              <a:rPr sz="2200" b="1" spc="-5" dirty="0">
                <a:latin typeface="Times New Roman"/>
                <a:cs typeface="Times New Roman"/>
              </a:rPr>
              <a:t> </a:t>
            </a:r>
            <a:r>
              <a:rPr sz="2200" dirty="0">
                <a:latin typeface="Times New Roman"/>
                <a:cs typeface="Times New Roman"/>
              </a:rPr>
              <a:t>–</a:t>
            </a:r>
            <a:r>
              <a:rPr sz="2200" spc="15" dirty="0">
                <a:latin typeface="Times New Roman"/>
                <a:cs typeface="Times New Roman"/>
              </a:rPr>
              <a:t> </a:t>
            </a:r>
            <a:r>
              <a:rPr sz="2200" spc="-110" dirty="0">
                <a:latin typeface="Times New Roman"/>
                <a:cs typeface="Times New Roman"/>
              </a:rPr>
              <a:t>The</a:t>
            </a:r>
            <a:r>
              <a:rPr sz="2200" dirty="0">
                <a:latin typeface="Times New Roman"/>
                <a:cs typeface="Times New Roman"/>
              </a:rPr>
              <a:t> </a:t>
            </a:r>
            <a:r>
              <a:rPr sz="2200" spc="-110" dirty="0">
                <a:latin typeface="Times New Roman"/>
                <a:cs typeface="Times New Roman"/>
              </a:rPr>
              <a:t>application</a:t>
            </a:r>
            <a:r>
              <a:rPr sz="2200" spc="5" dirty="0">
                <a:latin typeface="Times New Roman"/>
                <a:cs typeface="Times New Roman"/>
              </a:rPr>
              <a:t> </a:t>
            </a:r>
            <a:r>
              <a:rPr sz="2200" spc="-140" dirty="0">
                <a:latin typeface="Times New Roman"/>
                <a:cs typeface="Times New Roman"/>
              </a:rPr>
              <a:t>is</a:t>
            </a:r>
            <a:r>
              <a:rPr sz="2200" spc="20" dirty="0">
                <a:latin typeface="Times New Roman"/>
                <a:cs typeface="Times New Roman"/>
              </a:rPr>
              <a:t> </a:t>
            </a:r>
            <a:r>
              <a:rPr sz="2200" spc="-70" dirty="0">
                <a:latin typeface="Times New Roman"/>
                <a:cs typeface="Times New Roman"/>
              </a:rPr>
              <a:t>monitored,</a:t>
            </a:r>
            <a:r>
              <a:rPr sz="2200" spc="-75" dirty="0">
                <a:latin typeface="Times New Roman"/>
                <a:cs typeface="Times New Roman"/>
              </a:rPr>
              <a:t> </a:t>
            </a:r>
            <a:r>
              <a:rPr sz="2200" spc="-120" dirty="0">
                <a:latin typeface="Times New Roman"/>
                <a:cs typeface="Times New Roman"/>
              </a:rPr>
              <a:t>and</a:t>
            </a:r>
            <a:r>
              <a:rPr sz="2200" spc="20" dirty="0">
                <a:latin typeface="Times New Roman"/>
                <a:cs typeface="Times New Roman"/>
              </a:rPr>
              <a:t> </a:t>
            </a:r>
            <a:r>
              <a:rPr sz="2200" spc="-50" dirty="0">
                <a:latin typeface="Times New Roman"/>
                <a:cs typeface="Times New Roman"/>
              </a:rPr>
              <a:t>resources </a:t>
            </a:r>
            <a:r>
              <a:rPr sz="2200" spc="-95" dirty="0">
                <a:latin typeface="Times New Roman"/>
                <a:cs typeface="Times New Roman"/>
              </a:rPr>
              <a:t>are</a:t>
            </a:r>
            <a:r>
              <a:rPr sz="2200" spc="-45" dirty="0">
                <a:latin typeface="Times New Roman"/>
                <a:cs typeface="Times New Roman"/>
              </a:rPr>
              <a:t> </a:t>
            </a:r>
            <a:r>
              <a:rPr sz="2200" spc="-110" dirty="0">
                <a:latin typeface="Times New Roman"/>
                <a:cs typeface="Times New Roman"/>
              </a:rPr>
              <a:t>adjusted</a:t>
            </a:r>
            <a:r>
              <a:rPr sz="2200" spc="-20" dirty="0">
                <a:latin typeface="Times New Roman"/>
                <a:cs typeface="Times New Roman"/>
              </a:rPr>
              <a:t> </a:t>
            </a:r>
            <a:r>
              <a:rPr sz="2200" spc="-130" dirty="0">
                <a:latin typeface="Times New Roman"/>
                <a:cs typeface="Times New Roman"/>
              </a:rPr>
              <a:t>based</a:t>
            </a:r>
            <a:r>
              <a:rPr sz="2200" spc="-40" dirty="0">
                <a:latin typeface="Times New Roman"/>
                <a:cs typeface="Times New Roman"/>
              </a:rPr>
              <a:t> </a:t>
            </a:r>
            <a:r>
              <a:rPr sz="2200" spc="-100" dirty="0">
                <a:latin typeface="Times New Roman"/>
                <a:cs typeface="Times New Roman"/>
              </a:rPr>
              <a:t>on</a:t>
            </a:r>
            <a:r>
              <a:rPr sz="2200" spc="-30" dirty="0">
                <a:latin typeface="Times New Roman"/>
                <a:cs typeface="Times New Roman"/>
              </a:rPr>
              <a:t> </a:t>
            </a:r>
            <a:r>
              <a:rPr sz="2200" spc="-10" dirty="0">
                <a:latin typeface="Times New Roman"/>
                <a:cs typeface="Times New Roman"/>
              </a:rPr>
              <a:t>traffic.</a:t>
            </a:r>
            <a:endParaRPr sz="2200">
              <a:latin typeface="Times New Roman"/>
              <a:cs typeface="Times New Roman"/>
            </a:endParaRPr>
          </a:p>
          <a:p>
            <a:pPr>
              <a:lnSpc>
                <a:spcPct val="100000"/>
              </a:lnSpc>
              <a:spcBef>
                <a:spcPts val="1310"/>
              </a:spcBef>
              <a:buFont typeface="Times New Roman"/>
              <a:buAutoNum type="arabicPeriod" startAt="3"/>
            </a:pPr>
            <a:endParaRPr sz="2200">
              <a:latin typeface="Times New Roman"/>
              <a:cs typeface="Times New Roman"/>
            </a:endParaRPr>
          </a:p>
          <a:p>
            <a:pPr marL="287655" indent="-274955">
              <a:lnSpc>
                <a:spcPct val="100000"/>
              </a:lnSpc>
              <a:buAutoNum type="arabicPeriod" startAt="3"/>
              <a:tabLst>
                <a:tab pos="287655" algn="l"/>
              </a:tabLst>
            </a:pPr>
            <a:r>
              <a:rPr sz="2200" b="1" dirty="0">
                <a:latin typeface="Times New Roman"/>
                <a:cs typeface="Times New Roman"/>
              </a:rPr>
              <a:t>Application</a:t>
            </a:r>
            <a:r>
              <a:rPr sz="2200" b="1" spc="-85" dirty="0">
                <a:latin typeface="Times New Roman"/>
                <a:cs typeface="Times New Roman"/>
              </a:rPr>
              <a:t> </a:t>
            </a:r>
            <a:r>
              <a:rPr sz="2200" b="1" dirty="0">
                <a:latin typeface="Times New Roman"/>
                <a:cs typeface="Times New Roman"/>
              </a:rPr>
              <a:t>Updates</a:t>
            </a:r>
            <a:r>
              <a:rPr sz="2200" b="1" spc="15" dirty="0">
                <a:latin typeface="Times New Roman"/>
                <a:cs typeface="Times New Roman"/>
              </a:rPr>
              <a:t> </a:t>
            </a:r>
            <a:r>
              <a:rPr sz="2200" dirty="0">
                <a:latin typeface="Times New Roman"/>
                <a:cs typeface="Times New Roman"/>
              </a:rPr>
              <a:t>–</a:t>
            </a:r>
            <a:r>
              <a:rPr sz="2200" spc="35" dirty="0">
                <a:latin typeface="Times New Roman"/>
                <a:cs typeface="Times New Roman"/>
              </a:rPr>
              <a:t> </a:t>
            </a:r>
            <a:r>
              <a:rPr sz="2200" spc="-270" dirty="0">
                <a:latin typeface="Times New Roman"/>
                <a:cs typeface="Times New Roman"/>
              </a:rPr>
              <a:t>You</a:t>
            </a:r>
            <a:r>
              <a:rPr sz="2200" spc="130" dirty="0">
                <a:latin typeface="Times New Roman"/>
                <a:cs typeface="Times New Roman"/>
              </a:rPr>
              <a:t> </a:t>
            </a:r>
            <a:r>
              <a:rPr sz="2200" spc="-80" dirty="0">
                <a:latin typeface="Times New Roman"/>
                <a:cs typeface="Times New Roman"/>
              </a:rPr>
              <a:t>can</a:t>
            </a:r>
            <a:r>
              <a:rPr sz="2200" spc="15" dirty="0">
                <a:latin typeface="Times New Roman"/>
                <a:cs typeface="Times New Roman"/>
              </a:rPr>
              <a:t> </a:t>
            </a:r>
            <a:r>
              <a:rPr sz="2200" spc="-95" dirty="0">
                <a:latin typeface="Times New Roman"/>
                <a:cs typeface="Times New Roman"/>
              </a:rPr>
              <a:t>deploy</a:t>
            </a:r>
            <a:r>
              <a:rPr sz="2200" spc="15" dirty="0">
                <a:latin typeface="Times New Roman"/>
                <a:cs typeface="Times New Roman"/>
              </a:rPr>
              <a:t> </a:t>
            </a:r>
            <a:r>
              <a:rPr sz="2200" spc="-75" dirty="0">
                <a:latin typeface="Times New Roman"/>
                <a:cs typeface="Times New Roman"/>
              </a:rPr>
              <a:t>updates</a:t>
            </a:r>
            <a:r>
              <a:rPr sz="2200" spc="20" dirty="0">
                <a:latin typeface="Times New Roman"/>
                <a:cs typeface="Times New Roman"/>
              </a:rPr>
              <a:t> </a:t>
            </a:r>
            <a:r>
              <a:rPr sz="2200" spc="-35" dirty="0">
                <a:latin typeface="Times New Roman"/>
                <a:cs typeface="Times New Roman"/>
              </a:rPr>
              <a:t>with</a:t>
            </a:r>
            <a:r>
              <a:rPr sz="2200" spc="10" dirty="0">
                <a:latin typeface="Times New Roman"/>
                <a:cs typeface="Times New Roman"/>
              </a:rPr>
              <a:t> </a:t>
            </a:r>
            <a:r>
              <a:rPr sz="2200" spc="-40" dirty="0">
                <a:latin typeface="Times New Roman"/>
                <a:cs typeface="Times New Roman"/>
              </a:rPr>
              <a:t>zero</a:t>
            </a:r>
            <a:r>
              <a:rPr sz="2200" spc="15" dirty="0">
                <a:latin typeface="Times New Roman"/>
                <a:cs typeface="Times New Roman"/>
              </a:rPr>
              <a:t> </a:t>
            </a:r>
            <a:r>
              <a:rPr sz="2200" spc="-75" dirty="0">
                <a:latin typeface="Times New Roman"/>
                <a:cs typeface="Times New Roman"/>
              </a:rPr>
              <a:t>downtime</a:t>
            </a:r>
            <a:r>
              <a:rPr sz="2200" spc="20" dirty="0">
                <a:latin typeface="Times New Roman"/>
                <a:cs typeface="Times New Roman"/>
              </a:rPr>
              <a:t> </a:t>
            </a:r>
            <a:r>
              <a:rPr sz="2200" spc="-50" dirty="0">
                <a:latin typeface="Times New Roman"/>
                <a:cs typeface="Times New Roman"/>
              </a:rPr>
              <a:t>using</a:t>
            </a:r>
            <a:endParaRPr sz="2200">
              <a:latin typeface="Times New Roman"/>
              <a:cs typeface="Times New Roman"/>
            </a:endParaRPr>
          </a:p>
          <a:p>
            <a:pPr marL="12700">
              <a:lnSpc>
                <a:spcPct val="100000"/>
              </a:lnSpc>
            </a:pPr>
            <a:r>
              <a:rPr sz="2200" b="1" dirty="0">
                <a:latin typeface="Times New Roman"/>
                <a:cs typeface="Times New Roman"/>
              </a:rPr>
              <a:t>Rolling</a:t>
            </a:r>
            <a:r>
              <a:rPr sz="2200" b="1" spc="-60" dirty="0">
                <a:latin typeface="Times New Roman"/>
                <a:cs typeface="Times New Roman"/>
              </a:rPr>
              <a:t> </a:t>
            </a:r>
            <a:r>
              <a:rPr sz="2200" b="1" spc="-10" dirty="0">
                <a:latin typeface="Times New Roman"/>
                <a:cs typeface="Times New Roman"/>
              </a:rPr>
              <a:t>Updates</a:t>
            </a:r>
            <a:r>
              <a:rPr sz="2200" spc="-10" dirty="0">
                <a:latin typeface="Times New Roman"/>
                <a:cs typeface="Times New Roman"/>
              </a:rPr>
              <a:t>.</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600" y="457200"/>
            <a:ext cx="8137906" cy="4672583"/>
          </a:xfrm>
          <a:prstGeom prst="rect">
            <a:avLst/>
          </a:prstGeom>
        </p:spPr>
      </p:pic>
      <p:pic>
        <p:nvPicPr>
          <p:cNvPr id="3" name="object 3"/>
          <p:cNvPicPr/>
          <p:nvPr/>
        </p:nvPicPr>
        <p:blipFill>
          <a:blip r:embed="rId3" cstate="print"/>
          <a:stretch>
            <a:fillRect/>
          </a:stretch>
        </p:blipFill>
        <p:spPr>
          <a:xfrm>
            <a:off x="742967" y="5398819"/>
            <a:ext cx="7116122" cy="103414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237" y="1267739"/>
            <a:ext cx="8602218" cy="455117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600" y="1224140"/>
            <a:ext cx="8458200" cy="441528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0" dirty="0"/>
              <a:t>Web</a:t>
            </a:r>
            <a:r>
              <a:rPr spc="-85" dirty="0"/>
              <a:t> </a:t>
            </a:r>
            <a:r>
              <a:rPr dirty="0"/>
              <a:t>Server</a:t>
            </a:r>
            <a:r>
              <a:rPr spc="-85" dirty="0"/>
              <a:t> </a:t>
            </a:r>
            <a:r>
              <a:rPr spc="-20" dirty="0"/>
              <a:t>Tier</a:t>
            </a:r>
          </a:p>
        </p:txBody>
      </p:sp>
      <p:grpSp>
        <p:nvGrpSpPr>
          <p:cNvPr id="3" name="object 3"/>
          <p:cNvGrpSpPr/>
          <p:nvPr/>
        </p:nvGrpSpPr>
        <p:grpSpPr>
          <a:xfrm>
            <a:off x="146304" y="4930140"/>
            <a:ext cx="1029969" cy="1737360"/>
            <a:chOff x="146304" y="4930140"/>
            <a:chExt cx="1029969" cy="1737360"/>
          </a:xfrm>
        </p:grpSpPr>
        <p:sp>
          <p:nvSpPr>
            <p:cNvPr id="4" name="object 4"/>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pic>
          <p:nvPicPr>
            <p:cNvPr id="5" name="object 5"/>
            <p:cNvPicPr/>
            <p:nvPr/>
          </p:nvPicPr>
          <p:blipFill>
            <a:blip r:embed="rId2" cstate="print"/>
            <a:stretch>
              <a:fillRect/>
            </a:stretch>
          </p:blipFill>
          <p:spPr>
            <a:xfrm>
              <a:off x="457200" y="4930140"/>
              <a:ext cx="718566" cy="585978"/>
            </a:xfrm>
            <a:prstGeom prst="rect">
              <a:avLst/>
            </a:prstGeom>
          </p:spPr>
        </p:pic>
        <p:pic>
          <p:nvPicPr>
            <p:cNvPr id="6" name="object 6"/>
            <p:cNvPicPr/>
            <p:nvPr/>
          </p:nvPicPr>
          <p:blipFill>
            <a:blip r:embed="rId2" cstate="print"/>
            <a:stretch>
              <a:fillRect/>
            </a:stretch>
          </p:blipFill>
          <p:spPr>
            <a:xfrm>
              <a:off x="457200" y="5265420"/>
              <a:ext cx="718566" cy="585978"/>
            </a:xfrm>
            <a:prstGeom prst="rect">
              <a:avLst/>
            </a:prstGeom>
          </p:spPr>
        </p:pic>
        <p:pic>
          <p:nvPicPr>
            <p:cNvPr id="7" name="object 7"/>
            <p:cNvPicPr/>
            <p:nvPr/>
          </p:nvPicPr>
          <p:blipFill>
            <a:blip r:embed="rId2" cstate="print"/>
            <a:stretch>
              <a:fillRect/>
            </a:stretch>
          </p:blipFill>
          <p:spPr>
            <a:xfrm>
              <a:off x="457200" y="5600700"/>
              <a:ext cx="718566" cy="585978"/>
            </a:xfrm>
            <a:prstGeom prst="rect">
              <a:avLst/>
            </a:prstGeom>
          </p:spPr>
        </p:pic>
      </p:grpSp>
      <p:sp>
        <p:nvSpPr>
          <p:cNvPr id="8" name="object 8"/>
          <p:cNvSpPr txBox="1"/>
          <p:nvPr/>
        </p:nvSpPr>
        <p:spPr>
          <a:xfrm>
            <a:off x="338429" y="946149"/>
            <a:ext cx="8218805" cy="5079365"/>
          </a:xfrm>
          <a:prstGeom prst="rect">
            <a:avLst/>
          </a:prstGeom>
        </p:spPr>
        <p:txBody>
          <a:bodyPr vert="horz" wrap="square" lIns="0" tIns="12065" rIns="0" bIns="0" rtlCol="0">
            <a:spAutoFit/>
          </a:bodyPr>
          <a:lstStyle/>
          <a:p>
            <a:pPr marL="287020" indent="-274320">
              <a:lnSpc>
                <a:spcPct val="100000"/>
              </a:lnSpc>
              <a:spcBef>
                <a:spcPts val="95"/>
              </a:spcBef>
              <a:buClr>
                <a:srgbClr val="D24717"/>
              </a:buClr>
              <a:buSzPct val="84090"/>
              <a:buFont typeface="Segoe UI Symbol"/>
              <a:buChar char="⚫"/>
              <a:tabLst>
                <a:tab pos="287020" algn="l"/>
              </a:tabLst>
            </a:pPr>
            <a:r>
              <a:rPr sz="2200" spc="-290" dirty="0">
                <a:latin typeface="Times New Roman"/>
                <a:cs typeface="Times New Roman"/>
              </a:rPr>
              <a:t>A</a:t>
            </a:r>
            <a:r>
              <a:rPr sz="2200" spc="-40" dirty="0">
                <a:latin typeface="Times New Roman"/>
                <a:cs typeface="Times New Roman"/>
              </a:rPr>
              <a:t> </a:t>
            </a:r>
            <a:r>
              <a:rPr sz="2200" b="1" spc="-135" dirty="0">
                <a:latin typeface="Times New Roman"/>
                <a:cs typeface="Times New Roman"/>
              </a:rPr>
              <a:t>Web</a:t>
            </a:r>
            <a:r>
              <a:rPr sz="2200" b="1" spc="-45" dirty="0">
                <a:latin typeface="Times New Roman"/>
                <a:cs typeface="Times New Roman"/>
              </a:rPr>
              <a:t> </a:t>
            </a:r>
            <a:r>
              <a:rPr sz="2200" b="1" spc="-50" dirty="0">
                <a:latin typeface="Times New Roman"/>
                <a:cs typeface="Times New Roman"/>
              </a:rPr>
              <a:t>Server</a:t>
            </a:r>
            <a:r>
              <a:rPr sz="2200" b="1" spc="-40" dirty="0">
                <a:latin typeface="Times New Roman"/>
                <a:cs typeface="Times New Roman"/>
              </a:rPr>
              <a:t> Environment</a:t>
            </a:r>
            <a:r>
              <a:rPr sz="2200" b="1" spc="-20" dirty="0">
                <a:latin typeface="Times New Roman"/>
                <a:cs typeface="Times New Roman"/>
              </a:rPr>
              <a:t> </a:t>
            </a:r>
            <a:r>
              <a:rPr sz="2200" spc="-145" dirty="0">
                <a:latin typeface="Times New Roman"/>
                <a:cs typeface="Times New Roman"/>
              </a:rPr>
              <a:t>is</a:t>
            </a:r>
            <a:r>
              <a:rPr sz="2200" spc="-45" dirty="0">
                <a:latin typeface="Times New Roman"/>
                <a:cs typeface="Times New Roman"/>
              </a:rPr>
              <a:t> </a:t>
            </a:r>
            <a:r>
              <a:rPr sz="2200" spc="-125" dirty="0">
                <a:latin typeface="Times New Roman"/>
                <a:cs typeface="Times New Roman"/>
              </a:rPr>
              <a:t>designed</a:t>
            </a:r>
            <a:r>
              <a:rPr sz="2200" spc="-35" dirty="0">
                <a:latin typeface="Times New Roman"/>
                <a:cs typeface="Times New Roman"/>
              </a:rPr>
              <a:t> </a:t>
            </a:r>
            <a:r>
              <a:rPr sz="2200" dirty="0">
                <a:latin typeface="Times New Roman"/>
                <a:cs typeface="Times New Roman"/>
              </a:rPr>
              <a:t>to</a:t>
            </a:r>
            <a:r>
              <a:rPr sz="2200" spc="-45" dirty="0">
                <a:latin typeface="Times New Roman"/>
                <a:cs typeface="Times New Roman"/>
              </a:rPr>
              <a:t> </a:t>
            </a:r>
            <a:r>
              <a:rPr sz="2200" spc="-20" dirty="0">
                <a:latin typeface="Times New Roman"/>
                <a:cs typeface="Times New Roman"/>
              </a:rPr>
              <a:t>run</a:t>
            </a:r>
            <a:r>
              <a:rPr sz="2200" spc="-40" dirty="0">
                <a:latin typeface="Times New Roman"/>
                <a:cs typeface="Times New Roman"/>
              </a:rPr>
              <a:t> </a:t>
            </a:r>
            <a:r>
              <a:rPr sz="2200" spc="-145" dirty="0">
                <a:latin typeface="Times New Roman"/>
                <a:cs typeface="Times New Roman"/>
              </a:rPr>
              <a:t>web</a:t>
            </a:r>
            <a:r>
              <a:rPr sz="2200" spc="-50" dirty="0">
                <a:latin typeface="Times New Roman"/>
                <a:cs typeface="Times New Roman"/>
              </a:rPr>
              <a:t> </a:t>
            </a:r>
            <a:r>
              <a:rPr sz="2200" spc="-125" dirty="0">
                <a:latin typeface="Times New Roman"/>
                <a:cs typeface="Times New Roman"/>
              </a:rPr>
              <a:t>applications</a:t>
            </a:r>
            <a:r>
              <a:rPr sz="2200" spc="-35" dirty="0">
                <a:latin typeface="Times New Roman"/>
                <a:cs typeface="Times New Roman"/>
              </a:rPr>
              <a:t> </a:t>
            </a:r>
            <a:r>
              <a:rPr sz="2200" spc="-80" dirty="0">
                <a:latin typeface="Times New Roman"/>
                <a:cs typeface="Times New Roman"/>
              </a:rPr>
              <a:t>that</a:t>
            </a:r>
            <a:r>
              <a:rPr sz="2200" spc="-55" dirty="0">
                <a:latin typeface="Times New Roman"/>
                <a:cs typeface="Times New Roman"/>
              </a:rPr>
              <a:t> </a:t>
            </a:r>
            <a:r>
              <a:rPr sz="2200" spc="-45" dirty="0">
                <a:latin typeface="Times New Roman"/>
                <a:cs typeface="Times New Roman"/>
              </a:rPr>
              <a:t>handle</a:t>
            </a:r>
            <a:endParaRPr sz="2200">
              <a:latin typeface="Times New Roman"/>
              <a:cs typeface="Times New Roman"/>
            </a:endParaRPr>
          </a:p>
          <a:p>
            <a:pPr marL="287020">
              <a:lnSpc>
                <a:spcPct val="100000"/>
              </a:lnSpc>
            </a:pPr>
            <a:r>
              <a:rPr sz="2200" b="1" spc="-125" dirty="0">
                <a:latin typeface="Times New Roman"/>
                <a:cs typeface="Times New Roman"/>
              </a:rPr>
              <a:t>HTTP(S)</a:t>
            </a:r>
            <a:r>
              <a:rPr sz="2200" b="1" spc="-50" dirty="0">
                <a:latin typeface="Times New Roman"/>
                <a:cs typeface="Times New Roman"/>
              </a:rPr>
              <a:t> </a:t>
            </a:r>
            <a:r>
              <a:rPr sz="2200" b="1" dirty="0">
                <a:latin typeface="Times New Roman"/>
                <a:cs typeface="Times New Roman"/>
              </a:rPr>
              <a:t>requests</a:t>
            </a:r>
            <a:r>
              <a:rPr sz="2200" b="1" spc="-30" dirty="0">
                <a:latin typeface="Times New Roman"/>
                <a:cs typeface="Times New Roman"/>
              </a:rPr>
              <a:t> </a:t>
            </a:r>
            <a:r>
              <a:rPr sz="2200" spc="-114" dirty="0">
                <a:latin typeface="Times New Roman"/>
                <a:cs typeface="Times New Roman"/>
              </a:rPr>
              <a:t>from</a:t>
            </a:r>
            <a:r>
              <a:rPr sz="2200" spc="-35" dirty="0">
                <a:latin typeface="Times New Roman"/>
                <a:cs typeface="Times New Roman"/>
              </a:rPr>
              <a:t> </a:t>
            </a:r>
            <a:r>
              <a:rPr sz="2200" spc="-100" dirty="0">
                <a:latin typeface="Times New Roman"/>
                <a:cs typeface="Times New Roman"/>
              </a:rPr>
              <a:t>users</a:t>
            </a:r>
            <a:r>
              <a:rPr sz="2200" spc="-45" dirty="0">
                <a:latin typeface="Times New Roman"/>
                <a:cs typeface="Times New Roman"/>
              </a:rPr>
              <a:t> </a:t>
            </a:r>
            <a:r>
              <a:rPr sz="2200" spc="-170" dirty="0">
                <a:latin typeface="Times New Roman"/>
                <a:cs typeface="Times New Roman"/>
              </a:rPr>
              <a:t>via</a:t>
            </a:r>
            <a:r>
              <a:rPr sz="2200" spc="-60" dirty="0">
                <a:latin typeface="Times New Roman"/>
                <a:cs typeface="Times New Roman"/>
              </a:rPr>
              <a:t> </a:t>
            </a:r>
            <a:r>
              <a:rPr sz="2200" spc="-140" dirty="0">
                <a:latin typeface="Times New Roman"/>
                <a:cs typeface="Times New Roman"/>
              </a:rPr>
              <a:t>an</a:t>
            </a:r>
            <a:r>
              <a:rPr sz="2200" spc="-30" dirty="0">
                <a:latin typeface="Times New Roman"/>
                <a:cs typeface="Times New Roman"/>
              </a:rPr>
              <a:t> </a:t>
            </a:r>
            <a:r>
              <a:rPr sz="2200" b="1" spc="-60" dirty="0">
                <a:latin typeface="Times New Roman"/>
                <a:cs typeface="Times New Roman"/>
              </a:rPr>
              <a:t>Elastic</a:t>
            </a:r>
            <a:r>
              <a:rPr sz="2200" b="1" spc="-40" dirty="0">
                <a:latin typeface="Times New Roman"/>
                <a:cs typeface="Times New Roman"/>
              </a:rPr>
              <a:t> </a:t>
            </a:r>
            <a:r>
              <a:rPr sz="2200" b="1" spc="-85" dirty="0">
                <a:latin typeface="Times New Roman"/>
                <a:cs typeface="Times New Roman"/>
              </a:rPr>
              <a:t>Load</a:t>
            </a:r>
            <a:r>
              <a:rPr sz="2200" b="1" spc="-40" dirty="0">
                <a:latin typeface="Times New Roman"/>
                <a:cs typeface="Times New Roman"/>
              </a:rPr>
              <a:t> </a:t>
            </a:r>
            <a:r>
              <a:rPr sz="2200" b="1" spc="-30" dirty="0">
                <a:latin typeface="Times New Roman"/>
                <a:cs typeface="Times New Roman"/>
              </a:rPr>
              <a:t>Balancer</a:t>
            </a:r>
            <a:r>
              <a:rPr sz="2200" b="1" spc="-40" dirty="0">
                <a:latin typeface="Times New Roman"/>
                <a:cs typeface="Times New Roman"/>
              </a:rPr>
              <a:t> </a:t>
            </a:r>
            <a:r>
              <a:rPr sz="2200" b="1" spc="-10" dirty="0">
                <a:latin typeface="Times New Roman"/>
                <a:cs typeface="Times New Roman"/>
              </a:rPr>
              <a:t>(ELB)</a:t>
            </a:r>
            <a:r>
              <a:rPr sz="2200" spc="-10" dirty="0">
                <a:latin typeface="Times New Roman"/>
                <a:cs typeface="Times New Roman"/>
              </a:rPr>
              <a:t>.</a:t>
            </a:r>
            <a:endParaRPr sz="2200">
              <a:latin typeface="Times New Roman"/>
              <a:cs typeface="Times New Roman"/>
            </a:endParaRPr>
          </a:p>
          <a:p>
            <a:pPr>
              <a:lnSpc>
                <a:spcPct val="100000"/>
              </a:lnSpc>
              <a:spcBef>
                <a:spcPts val="1310"/>
              </a:spcBef>
            </a:pPr>
            <a:endParaRPr sz="2200">
              <a:latin typeface="Times New Roman"/>
              <a:cs typeface="Times New Roman"/>
            </a:endParaRPr>
          </a:p>
          <a:p>
            <a:pPr marL="287020" indent="-274320">
              <a:lnSpc>
                <a:spcPct val="100000"/>
              </a:lnSpc>
              <a:spcBef>
                <a:spcPts val="5"/>
              </a:spcBef>
              <a:buClr>
                <a:srgbClr val="D24717"/>
              </a:buClr>
              <a:buSzPct val="84090"/>
              <a:buFont typeface="Segoe UI Symbol"/>
              <a:buChar char="⚫"/>
              <a:tabLst>
                <a:tab pos="287020" algn="l"/>
              </a:tabLst>
            </a:pPr>
            <a:r>
              <a:rPr sz="2200" b="1" dirty="0">
                <a:latin typeface="Times New Roman"/>
                <a:cs typeface="Times New Roman"/>
              </a:rPr>
              <a:t>How</a:t>
            </a:r>
            <a:r>
              <a:rPr sz="2200" b="1" spc="5" dirty="0">
                <a:latin typeface="Times New Roman"/>
                <a:cs typeface="Times New Roman"/>
              </a:rPr>
              <a:t> </a:t>
            </a:r>
            <a:r>
              <a:rPr sz="2200" b="1" spc="-25" dirty="0">
                <a:latin typeface="Times New Roman"/>
                <a:cs typeface="Times New Roman"/>
              </a:rPr>
              <a:t>It</a:t>
            </a:r>
            <a:r>
              <a:rPr sz="2200" b="1" spc="-295" dirty="0">
                <a:latin typeface="Times New Roman"/>
                <a:cs typeface="Times New Roman"/>
              </a:rPr>
              <a:t> </a:t>
            </a:r>
            <a:r>
              <a:rPr sz="2200" b="1" spc="-20" dirty="0">
                <a:latin typeface="Times New Roman"/>
                <a:cs typeface="Times New Roman"/>
              </a:rPr>
              <a:t>Works</a:t>
            </a:r>
            <a:endParaRPr sz="2200">
              <a:latin typeface="Times New Roman"/>
              <a:cs typeface="Times New Roman"/>
            </a:endParaRPr>
          </a:p>
          <a:p>
            <a:pPr marL="286385" indent="-273685">
              <a:lnSpc>
                <a:spcPct val="100000"/>
              </a:lnSpc>
              <a:spcBef>
                <a:spcPts val="600"/>
              </a:spcBef>
              <a:buClr>
                <a:srgbClr val="D24717"/>
              </a:buClr>
              <a:buSzPct val="84090"/>
              <a:buAutoNum type="arabicPeriod"/>
              <a:tabLst>
                <a:tab pos="286385" algn="l"/>
              </a:tabLst>
            </a:pPr>
            <a:r>
              <a:rPr sz="2200" spc="-140" dirty="0">
                <a:latin typeface="Times New Roman"/>
                <a:cs typeface="Times New Roman"/>
              </a:rPr>
              <a:t>Elastic</a:t>
            </a:r>
            <a:r>
              <a:rPr sz="2200" spc="-20" dirty="0">
                <a:latin typeface="Times New Roman"/>
                <a:cs typeface="Times New Roman"/>
              </a:rPr>
              <a:t> </a:t>
            </a:r>
            <a:r>
              <a:rPr sz="2200" spc="-140" dirty="0">
                <a:latin typeface="Times New Roman"/>
                <a:cs typeface="Times New Roman"/>
              </a:rPr>
              <a:t>Beanstalk</a:t>
            </a:r>
            <a:r>
              <a:rPr sz="2200" spc="-30" dirty="0">
                <a:latin typeface="Times New Roman"/>
                <a:cs typeface="Times New Roman"/>
              </a:rPr>
              <a:t> </a:t>
            </a:r>
            <a:r>
              <a:rPr sz="2200" spc="-130" dirty="0">
                <a:latin typeface="Times New Roman"/>
                <a:cs typeface="Times New Roman"/>
              </a:rPr>
              <a:t>provisions</a:t>
            </a:r>
            <a:r>
              <a:rPr sz="2200" dirty="0">
                <a:latin typeface="Times New Roman"/>
                <a:cs typeface="Times New Roman"/>
              </a:rPr>
              <a:t> </a:t>
            </a:r>
            <a:r>
              <a:rPr sz="2200" b="1" spc="-30" dirty="0">
                <a:latin typeface="Times New Roman"/>
                <a:cs typeface="Times New Roman"/>
              </a:rPr>
              <a:t>Amazon</a:t>
            </a:r>
            <a:r>
              <a:rPr sz="2200" b="1" spc="-25" dirty="0">
                <a:latin typeface="Times New Roman"/>
                <a:cs typeface="Times New Roman"/>
              </a:rPr>
              <a:t> </a:t>
            </a:r>
            <a:r>
              <a:rPr sz="2200" b="1" spc="-245" dirty="0">
                <a:latin typeface="Times New Roman"/>
                <a:cs typeface="Times New Roman"/>
              </a:rPr>
              <a:t>EC2</a:t>
            </a:r>
            <a:r>
              <a:rPr sz="2200" b="1" spc="-20" dirty="0">
                <a:latin typeface="Times New Roman"/>
                <a:cs typeface="Times New Roman"/>
              </a:rPr>
              <a:t> </a:t>
            </a:r>
            <a:r>
              <a:rPr sz="2200" b="1" spc="-10" dirty="0">
                <a:latin typeface="Times New Roman"/>
                <a:cs typeface="Times New Roman"/>
              </a:rPr>
              <a:t>instances</a:t>
            </a:r>
            <a:r>
              <a:rPr sz="2200" spc="-10" dirty="0">
                <a:latin typeface="Times New Roman"/>
                <a:cs typeface="Times New Roman"/>
              </a:rPr>
              <a:t>.</a:t>
            </a:r>
            <a:endParaRPr sz="2200">
              <a:latin typeface="Times New Roman"/>
              <a:cs typeface="Times New Roman"/>
            </a:endParaRPr>
          </a:p>
          <a:p>
            <a:pPr marL="286385" indent="-273685">
              <a:lnSpc>
                <a:spcPct val="100000"/>
              </a:lnSpc>
              <a:spcBef>
                <a:spcPts val="600"/>
              </a:spcBef>
              <a:buClr>
                <a:srgbClr val="D24717"/>
              </a:buClr>
              <a:buSzPct val="84090"/>
              <a:buAutoNum type="arabicPeriod"/>
              <a:tabLst>
                <a:tab pos="286385" algn="l"/>
              </a:tabLst>
            </a:pPr>
            <a:r>
              <a:rPr sz="2200" spc="-65" dirty="0">
                <a:latin typeface="Times New Roman"/>
                <a:cs typeface="Times New Roman"/>
              </a:rPr>
              <a:t>It </a:t>
            </a:r>
            <a:r>
              <a:rPr sz="2200" spc="-130" dirty="0">
                <a:latin typeface="Times New Roman"/>
                <a:cs typeface="Times New Roman"/>
              </a:rPr>
              <a:t>configures</a:t>
            </a:r>
            <a:r>
              <a:rPr sz="2200" spc="-35" dirty="0">
                <a:latin typeface="Times New Roman"/>
                <a:cs typeface="Times New Roman"/>
              </a:rPr>
              <a:t> </a:t>
            </a:r>
            <a:r>
              <a:rPr sz="2200" spc="-185" dirty="0">
                <a:latin typeface="Times New Roman"/>
                <a:cs typeface="Times New Roman"/>
              </a:rPr>
              <a:t>a</a:t>
            </a:r>
            <a:r>
              <a:rPr sz="2200" spc="-45" dirty="0">
                <a:latin typeface="Times New Roman"/>
                <a:cs typeface="Times New Roman"/>
              </a:rPr>
              <a:t> </a:t>
            </a:r>
            <a:r>
              <a:rPr sz="2200" b="1" spc="-85" dirty="0">
                <a:latin typeface="Times New Roman"/>
                <a:cs typeface="Times New Roman"/>
              </a:rPr>
              <a:t>Load</a:t>
            </a:r>
            <a:r>
              <a:rPr sz="2200" b="1" spc="-40" dirty="0">
                <a:latin typeface="Times New Roman"/>
                <a:cs typeface="Times New Roman"/>
              </a:rPr>
              <a:t> </a:t>
            </a:r>
            <a:r>
              <a:rPr sz="2200" b="1" spc="-30" dirty="0">
                <a:latin typeface="Times New Roman"/>
                <a:cs typeface="Times New Roman"/>
              </a:rPr>
              <a:t>Balancer</a:t>
            </a:r>
            <a:r>
              <a:rPr sz="2200" b="1" spc="-45" dirty="0">
                <a:latin typeface="Times New Roman"/>
                <a:cs typeface="Times New Roman"/>
              </a:rPr>
              <a:t> </a:t>
            </a:r>
            <a:r>
              <a:rPr sz="2200" spc="-204" dirty="0">
                <a:latin typeface="Times New Roman"/>
                <a:cs typeface="Times New Roman"/>
              </a:rPr>
              <a:t>(ELB)</a:t>
            </a:r>
            <a:r>
              <a:rPr sz="2200" spc="-30" dirty="0">
                <a:latin typeface="Times New Roman"/>
                <a:cs typeface="Times New Roman"/>
              </a:rPr>
              <a:t> </a:t>
            </a:r>
            <a:r>
              <a:rPr sz="2200" spc="-130" dirty="0">
                <a:latin typeface="Times New Roman"/>
                <a:cs typeface="Times New Roman"/>
              </a:rPr>
              <a:t>and</a:t>
            </a:r>
            <a:r>
              <a:rPr sz="2200" spc="-40" dirty="0">
                <a:latin typeface="Times New Roman"/>
                <a:cs typeface="Times New Roman"/>
              </a:rPr>
              <a:t> </a:t>
            </a:r>
            <a:r>
              <a:rPr sz="2200" b="1" dirty="0">
                <a:latin typeface="Times New Roman"/>
                <a:cs typeface="Times New Roman"/>
              </a:rPr>
              <a:t>Auto</a:t>
            </a:r>
            <a:r>
              <a:rPr sz="2200" b="1" spc="-55" dirty="0">
                <a:latin typeface="Times New Roman"/>
                <a:cs typeface="Times New Roman"/>
              </a:rPr>
              <a:t> </a:t>
            </a:r>
            <a:r>
              <a:rPr sz="2200" b="1" spc="-20" dirty="0">
                <a:latin typeface="Times New Roman"/>
                <a:cs typeface="Times New Roman"/>
              </a:rPr>
              <a:t>Scaling</a:t>
            </a:r>
            <a:r>
              <a:rPr sz="2200" b="1" spc="-40" dirty="0">
                <a:latin typeface="Times New Roman"/>
                <a:cs typeface="Times New Roman"/>
              </a:rPr>
              <a:t> </a:t>
            </a:r>
            <a:r>
              <a:rPr sz="2200" b="1" spc="-10" dirty="0">
                <a:latin typeface="Times New Roman"/>
                <a:cs typeface="Times New Roman"/>
              </a:rPr>
              <a:t>Group</a:t>
            </a:r>
            <a:r>
              <a:rPr sz="2200" spc="-10" dirty="0">
                <a:latin typeface="Times New Roman"/>
                <a:cs typeface="Times New Roman"/>
              </a:rPr>
              <a:t>.</a:t>
            </a:r>
            <a:endParaRPr sz="2200">
              <a:latin typeface="Times New Roman"/>
              <a:cs typeface="Times New Roman"/>
            </a:endParaRPr>
          </a:p>
          <a:p>
            <a:pPr marL="286385" indent="-273685">
              <a:lnSpc>
                <a:spcPct val="100000"/>
              </a:lnSpc>
              <a:spcBef>
                <a:spcPts val="600"/>
              </a:spcBef>
              <a:buClr>
                <a:srgbClr val="D24717"/>
              </a:buClr>
              <a:buSzPct val="84090"/>
              <a:buAutoNum type="arabicPeriod"/>
              <a:tabLst>
                <a:tab pos="286385" algn="l"/>
              </a:tabLst>
            </a:pPr>
            <a:r>
              <a:rPr sz="2200" spc="-165" dirty="0">
                <a:latin typeface="Times New Roman"/>
                <a:cs typeface="Times New Roman"/>
              </a:rPr>
              <a:t>EC2</a:t>
            </a:r>
            <a:r>
              <a:rPr sz="2200" spc="-30" dirty="0">
                <a:latin typeface="Times New Roman"/>
                <a:cs typeface="Times New Roman"/>
              </a:rPr>
              <a:t> </a:t>
            </a:r>
            <a:r>
              <a:rPr sz="2200" spc="-120" dirty="0">
                <a:latin typeface="Times New Roman"/>
                <a:cs typeface="Times New Roman"/>
              </a:rPr>
              <a:t>instances</a:t>
            </a:r>
            <a:r>
              <a:rPr sz="2200" spc="-5" dirty="0">
                <a:latin typeface="Times New Roman"/>
                <a:cs typeface="Times New Roman"/>
              </a:rPr>
              <a:t> </a:t>
            </a:r>
            <a:r>
              <a:rPr sz="2200" spc="-30" dirty="0">
                <a:latin typeface="Times New Roman"/>
                <a:cs typeface="Times New Roman"/>
              </a:rPr>
              <a:t>run</a:t>
            </a:r>
            <a:r>
              <a:rPr sz="2200" spc="-25" dirty="0">
                <a:latin typeface="Times New Roman"/>
                <a:cs typeface="Times New Roman"/>
              </a:rPr>
              <a:t> </a:t>
            </a:r>
            <a:r>
              <a:rPr sz="2200" spc="-185" dirty="0">
                <a:latin typeface="Times New Roman"/>
                <a:cs typeface="Times New Roman"/>
              </a:rPr>
              <a:t>a</a:t>
            </a:r>
            <a:r>
              <a:rPr sz="2200" spc="-35" dirty="0">
                <a:latin typeface="Times New Roman"/>
                <a:cs typeface="Times New Roman"/>
              </a:rPr>
              <a:t> </a:t>
            </a:r>
            <a:r>
              <a:rPr sz="2200" spc="-145" dirty="0">
                <a:latin typeface="Times New Roman"/>
                <a:cs typeface="Times New Roman"/>
              </a:rPr>
              <a:t>web</a:t>
            </a:r>
            <a:r>
              <a:rPr sz="2200" spc="-30" dirty="0">
                <a:latin typeface="Times New Roman"/>
                <a:cs typeface="Times New Roman"/>
              </a:rPr>
              <a:t> </a:t>
            </a:r>
            <a:r>
              <a:rPr sz="2200" spc="-80" dirty="0">
                <a:latin typeface="Times New Roman"/>
                <a:cs typeface="Times New Roman"/>
              </a:rPr>
              <a:t>server</a:t>
            </a:r>
            <a:r>
              <a:rPr sz="2200" spc="-20" dirty="0">
                <a:latin typeface="Times New Roman"/>
                <a:cs typeface="Times New Roman"/>
              </a:rPr>
              <a:t> </a:t>
            </a:r>
            <a:r>
              <a:rPr sz="2200" spc="-120" dirty="0">
                <a:latin typeface="Times New Roman"/>
                <a:cs typeface="Times New Roman"/>
              </a:rPr>
              <a:t>(Apache,</a:t>
            </a:r>
            <a:r>
              <a:rPr sz="2200" spc="-95" dirty="0">
                <a:latin typeface="Times New Roman"/>
                <a:cs typeface="Times New Roman"/>
              </a:rPr>
              <a:t> Nginx,</a:t>
            </a:r>
            <a:r>
              <a:rPr sz="2200" spc="-125" dirty="0">
                <a:latin typeface="Times New Roman"/>
                <a:cs typeface="Times New Roman"/>
              </a:rPr>
              <a:t> </a:t>
            </a:r>
            <a:r>
              <a:rPr sz="2200" spc="-145" dirty="0">
                <a:latin typeface="Times New Roman"/>
                <a:cs typeface="Times New Roman"/>
              </a:rPr>
              <a:t>IIS,</a:t>
            </a:r>
            <a:r>
              <a:rPr sz="2200" spc="-125" dirty="0">
                <a:latin typeface="Times New Roman"/>
                <a:cs typeface="Times New Roman"/>
              </a:rPr>
              <a:t> </a:t>
            </a:r>
            <a:r>
              <a:rPr sz="2200" spc="-10" dirty="0">
                <a:latin typeface="Times New Roman"/>
                <a:cs typeface="Times New Roman"/>
              </a:rPr>
              <a:t>etc.).</a:t>
            </a:r>
            <a:endParaRPr sz="2200">
              <a:latin typeface="Times New Roman"/>
              <a:cs typeface="Times New Roman"/>
            </a:endParaRPr>
          </a:p>
          <a:p>
            <a:pPr marL="286385" indent="-273685">
              <a:lnSpc>
                <a:spcPct val="100000"/>
              </a:lnSpc>
              <a:spcBef>
                <a:spcPts val="600"/>
              </a:spcBef>
              <a:buClr>
                <a:srgbClr val="D24717"/>
              </a:buClr>
              <a:buSzPct val="84090"/>
              <a:buAutoNum type="arabicPeriod"/>
              <a:tabLst>
                <a:tab pos="286385" algn="l"/>
              </a:tabLst>
            </a:pPr>
            <a:r>
              <a:rPr sz="2200" spc="-120" dirty="0">
                <a:latin typeface="Times New Roman"/>
                <a:cs typeface="Times New Roman"/>
              </a:rPr>
              <a:t>The</a:t>
            </a:r>
            <a:r>
              <a:rPr sz="2200" spc="-25" dirty="0">
                <a:latin typeface="Times New Roman"/>
                <a:cs typeface="Times New Roman"/>
              </a:rPr>
              <a:t> </a:t>
            </a:r>
            <a:r>
              <a:rPr sz="2200" spc="-105" dirty="0">
                <a:latin typeface="Times New Roman"/>
                <a:cs typeface="Times New Roman"/>
              </a:rPr>
              <a:t>environment</a:t>
            </a:r>
            <a:r>
              <a:rPr sz="2200" spc="10" dirty="0">
                <a:latin typeface="Times New Roman"/>
                <a:cs typeface="Times New Roman"/>
              </a:rPr>
              <a:t> </a:t>
            </a:r>
            <a:r>
              <a:rPr sz="2200" spc="-120" dirty="0">
                <a:latin typeface="Times New Roman"/>
                <a:cs typeface="Times New Roman"/>
              </a:rPr>
              <a:t>automatically</a:t>
            </a:r>
            <a:r>
              <a:rPr sz="2200" spc="-5" dirty="0">
                <a:latin typeface="Times New Roman"/>
                <a:cs typeface="Times New Roman"/>
              </a:rPr>
              <a:t> </a:t>
            </a:r>
            <a:r>
              <a:rPr sz="2200" spc="-155" dirty="0">
                <a:latin typeface="Times New Roman"/>
                <a:cs typeface="Times New Roman"/>
              </a:rPr>
              <a:t>manages</a:t>
            </a:r>
            <a:r>
              <a:rPr sz="2200" spc="-25" dirty="0">
                <a:latin typeface="Times New Roman"/>
                <a:cs typeface="Times New Roman"/>
              </a:rPr>
              <a:t> </a:t>
            </a:r>
            <a:r>
              <a:rPr sz="2200" spc="-150" dirty="0">
                <a:latin typeface="Times New Roman"/>
                <a:cs typeface="Times New Roman"/>
              </a:rPr>
              <a:t>scaling</a:t>
            </a:r>
            <a:r>
              <a:rPr sz="2200" spc="-10" dirty="0">
                <a:latin typeface="Times New Roman"/>
                <a:cs typeface="Times New Roman"/>
              </a:rPr>
              <a:t> </a:t>
            </a:r>
            <a:r>
              <a:rPr sz="2200" spc="-135" dirty="0">
                <a:latin typeface="Times New Roman"/>
                <a:cs typeface="Times New Roman"/>
              </a:rPr>
              <a:t>and</a:t>
            </a:r>
            <a:r>
              <a:rPr sz="2200" spc="-5" dirty="0">
                <a:latin typeface="Times New Roman"/>
                <a:cs typeface="Times New Roman"/>
              </a:rPr>
              <a:t> </a:t>
            </a:r>
            <a:r>
              <a:rPr sz="2200" spc="-10" dirty="0">
                <a:latin typeface="Times New Roman"/>
                <a:cs typeface="Times New Roman"/>
              </a:rPr>
              <a:t>monitoring.</a:t>
            </a:r>
            <a:endParaRPr sz="2200">
              <a:latin typeface="Times New Roman"/>
              <a:cs typeface="Times New Roman"/>
            </a:endParaRPr>
          </a:p>
          <a:p>
            <a:pPr>
              <a:lnSpc>
                <a:spcPct val="100000"/>
              </a:lnSpc>
              <a:spcBef>
                <a:spcPts val="1310"/>
              </a:spcBef>
              <a:buClr>
                <a:srgbClr val="D24717"/>
              </a:buClr>
              <a:buFont typeface="Times New Roman"/>
              <a:buAutoNum type="arabicPeriod"/>
            </a:pPr>
            <a:endParaRPr sz="2200">
              <a:latin typeface="Times New Roman"/>
              <a:cs typeface="Times New Roman"/>
            </a:endParaRPr>
          </a:p>
          <a:p>
            <a:pPr marL="287020" lvl="1" indent="-274320">
              <a:lnSpc>
                <a:spcPct val="100000"/>
              </a:lnSpc>
              <a:buClr>
                <a:srgbClr val="D24717"/>
              </a:buClr>
              <a:buSzPct val="84090"/>
              <a:buFont typeface="Segoe UI Symbol"/>
              <a:buChar char="⚫"/>
              <a:tabLst>
                <a:tab pos="287020" algn="l"/>
              </a:tabLst>
            </a:pPr>
            <a:r>
              <a:rPr sz="2200" b="1" dirty="0">
                <a:latin typeface="Times New Roman"/>
                <a:cs typeface="Times New Roman"/>
              </a:rPr>
              <a:t>Use</a:t>
            </a:r>
            <a:r>
              <a:rPr sz="2200" b="1" spc="-80" dirty="0">
                <a:latin typeface="Times New Roman"/>
                <a:cs typeface="Times New Roman"/>
              </a:rPr>
              <a:t> </a:t>
            </a:r>
            <a:r>
              <a:rPr sz="2200" b="1" spc="-10" dirty="0">
                <a:latin typeface="Times New Roman"/>
                <a:cs typeface="Times New Roman"/>
              </a:rPr>
              <a:t>Cases</a:t>
            </a:r>
            <a:endParaRPr sz="2200">
              <a:latin typeface="Times New Roman"/>
              <a:cs typeface="Times New Roman"/>
            </a:endParaRPr>
          </a:p>
          <a:p>
            <a:pPr marL="734695" lvl="1" indent="-721995">
              <a:lnSpc>
                <a:spcPct val="100000"/>
              </a:lnSpc>
              <a:spcBef>
                <a:spcPts val="670"/>
              </a:spcBef>
              <a:buClr>
                <a:srgbClr val="D24717"/>
              </a:buClr>
              <a:buSzPct val="84090"/>
              <a:buFont typeface="Segoe UI Symbol"/>
              <a:buChar char="⚫"/>
              <a:tabLst>
                <a:tab pos="734695" algn="l"/>
              </a:tabLst>
            </a:pPr>
            <a:r>
              <a:rPr sz="2200" spc="-120" dirty="0">
                <a:latin typeface="Times New Roman"/>
                <a:cs typeface="Times New Roman"/>
              </a:rPr>
              <a:t>Hosting</a:t>
            </a:r>
            <a:r>
              <a:rPr sz="2200" spc="-5" dirty="0">
                <a:latin typeface="Times New Roman"/>
                <a:cs typeface="Times New Roman"/>
              </a:rPr>
              <a:t> </a:t>
            </a:r>
            <a:r>
              <a:rPr sz="2200" b="1" dirty="0">
                <a:latin typeface="Times New Roman"/>
                <a:cs typeface="Times New Roman"/>
              </a:rPr>
              <a:t>web applications</a:t>
            </a:r>
            <a:r>
              <a:rPr sz="2200" b="1" spc="45" dirty="0">
                <a:latin typeface="Times New Roman"/>
                <a:cs typeface="Times New Roman"/>
              </a:rPr>
              <a:t> </a:t>
            </a:r>
            <a:r>
              <a:rPr sz="2200" spc="-75" dirty="0">
                <a:latin typeface="Times New Roman"/>
                <a:cs typeface="Times New Roman"/>
              </a:rPr>
              <a:t>(Node.js,</a:t>
            </a:r>
            <a:r>
              <a:rPr sz="2200" spc="-90" dirty="0">
                <a:latin typeface="Times New Roman"/>
                <a:cs typeface="Times New Roman"/>
              </a:rPr>
              <a:t> </a:t>
            </a:r>
            <a:r>
              <a:rPr sz="2200" spc="-114" dirty="0">
                <a:latin typeface="Times New Roman"/>
                <a:cs typeface="Times New Roman"/>
              </a:rPr>
              <a:t>Django, </a:t>
            </a:r>
            <a:r>
              <a:rPr sz="2200" spc="-135" dirty="0">
                <a:latin typeface="Times New Roman"/>
                <a:cs typeface="Times New Roman"/>
              </a:rPr>
              <a:t>Spring</a:t>
            </a:r>
            <a:r>
              <a:rPr sz="2200" spc="10" dirty="0">
                <a:latin typeface="Times New Roman"/>
                <a:cs typeface="Times New Roman"/>
              </a:rPr>
              <a:t> </a:t>
            </a:r>
            <a:r>
              <a:rPr sz="2200" spc="-95" dirty="0">
                <a:latin typeface="Times New Roman"/>
                <a:cs typeface="Times New Roman"/>
              </a:rPr>
              <a:t>Boot,</a:t>
            </a:r>
            <a:r>
              <a:rPr sz="2200" spc="-85" dirty="0">
                <a:latin typeface="Times New Roman"/>
                <a:cs typeface="Times New Roman"/>
              </a:rPr>
              <a:t> </a:t>
            </a:r>
            <a:r>
              <a:rPr sz="2200" spc="-135" dirty="0">
                <a:latin typeface="Times New Roman"/>
                <a:cs typeface="Times New Roman"/>
              </a:rPr>
              <a:t>Laravel, </a:t>
            </a:r>
            <a:r>
              <a:rPr sz="2200" spc="-10" dirty="0">
                <a:latin typeface="Times New Roman"/>
                <a:cs typeface="Times New Roman"/>
              </a:rPr>
              <a:t>etc.)</a:t>
            </a:r>
            <a:endParaRPr sz="2200">
              <a:latin typeface="Times New Roman"/>
              <a:cs typeface="Times New Roman"/>
            </a:endParaRPr>
          </a:p>
          <a:p>
            <a:pPr marL="735330">
              <a:lnSpc>
                <a:spcPct val="100000"/>
              </a:lnSpc>
              <a:spcBef>
                <a:spcPts val="5"/>
              </a:spcBef>
            </a:pPr>
            <a:r>
              <a:rPr sz="2200" spc="-130" dirty="0">
                <a:latin typeface="Times New Roman"/>
                <a:cs typeface="Times New Roman"/>
              </a:rPr>
              <a:t>Running</a:t>
            </a:r>
            <a:r>
              <a:rPr sz="2200" dirty="0">
                <a:latin typeface="Times New Roman"/>
                <a:cs typeface="Times New Roman"/>
              </a:rPr>
              <a:t> </a:t>
            </a:r>
            <a:r>
              <a:rPr sz="2200" b="1" spc="-250" dirty="0">
                <a:latin typeface="Times New Roman"/>
                <a:cs typeface="Times New Roman"/>
              </a:rPr>
              <a:t>REST</a:t>
            </a:r>
            <a:r>
              <a:rPr sz="2200" b="1" spc="-110" dirty="0">
                <a:latin typeface="Times New Roman"/>
                <a:cs typeface="Times New Roman"/>
              </a:rPr>
              <a:t> </a:t>
            </a:r>
            <a:r>
              <a:rPr sz="2200" b="1" spc="-20" dirty="0">
                <a:latin typeface="Times New Roman"/>
                <a:cs typeface="Times New Roman"/>
              </a:rPr>
              <a:t>APIs</a:t>
            </a:r>
            <a:endParaRPr sz="2200">
              <a:latin typeface="Times New Roman"/>
              <a:cs typeface="Times New Roman"/>
            </a:endParaRPr>
          </a:p>
          <a:p>
            <a:pPr marL="735330">
              <a:lnSpc>
                <a:spcPct val="100000"/>
              </a:lnSpc>
            </a:pPr>
            <a:r>
              <a:rPr sz="2200" spc="-135" dirty="0">
                <a:latin typeface="Times New Roman"/>
                <a:cs typeface="Times New Roman"/>
              </a:rPr>
              <a:t>Serving</a:t>
            </a:r>
            <a:r>
              <a:rPr sz="2200" spc="-55" dirty="0">
                <a:latin typeface="Times New Roman"/>
                <a:cs typeface="Times New Roman"/>
              </a:rPr>
              <a:t> </a:t>
            </a:r>
            <a:r>
              <a:rPr sz="2200" b="1" dirty="0">
                <a:latin typeface="Times New Roman"/>
                <a:cs typeface="Times New Roman"/>
              </a:rPr>
              <a:t>static</a:t>
            </a:r>
            <a:r>
              <a:rPr sz="2200" b="1" spc="-110" dirty="0">
                <a:latin typeface="Times New Roman"/>
                <a:cs typeface="Times New Roman"/>
              </a:rPr>
              <a:t> </a:t>
            </a:r>
            <a:r>
              <a:rPr sz="2200" b="1" dirty="0">
                <a:latin typeface="Times New Roman"/>
                <a:cs typeface="Times New Roman"/>
              </a:rPr>
              <a:t>and</a:t>
            </a:r>
            <a:r>
              <a:rPr sz="2200" b="1" spc="-85" dirty="0">
                <a:latin typeface="Times New Roman"/>
                <a:cs typeface="Times New Roman"/>
              </a:rPr>
              <a:t> </a:t>
            </a:r>
            <a:r>
              <a:rPr sz="2200" b="1" spc="-10" dirty="0">
                <a:latin typeface="Times New Roman"/>
                <a:cs typeface="Times New Roman"/>
              </a:rPr>
              <a:t>dynamic</a:t>
            </a:r>
            <a:r>
              <a:rPr sz="2200" b="1" spc="-80" dirty="0">
                <a:latin typeface="Times New Roman"/>
                <a:cs typeface="Times New Roman"/>
              </a:rPr>
              <a:t> </a:t>
            </a:r>
            <a:r>
              <a:rPr sz="2200" b="1" spc="-10" dirty="0">
                <a:latin typeface="Times New Roman"/>
                <a:cs typeface="Times New Roman"/>
              </a:rPr>
              <a:t>content</a:t>
            </a:r>
            <a:endParaRPr sz="22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0" dirty="0"/>
              <a:t>Web</a:t>
            </a:r>
            <a:r>
              <a:rPr spc="-85" dirty="0"/>
              <a:t> </a:t>
            </a:r>
            <a:r>
              <a:rPr dirty="0"/>
              <a:t>Server</a:t>
            </a:r>
            <a:r>
              <a:rPr spc="-85" dirty="0"/>
              <a:t> </a:t>
            </a:r>
            <a:r>
              <a:rPr spc="-20" dirty="0"/>
              <a:t>Tier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1514602"/>
            <a:ext cx="8299450" cy="1489075"/>
          </a:xfrm>
          <a:prstGeom prst="rect">
            <a:avLst/>
          </a:prstGeom>
        </p:spPr>
        <p:txBody>
          <a:bodyPr vert="horz" wrap="square" lIns="0" tIns="12700" rIns="0" bIns="0" rtlCol="0">
            <a:spAutoFit/>
          </a:bodyPr>
          <a:lstStyle/>
          <a:p>
            <a:pPr marL="287020" indent="-274320">
              <a:lnSpc>
                <a:spcPct val="100000"/>
              </a:lnSpc>
              <a:spcBef>
                <a:spcPts val="100"/>
              </a:spcBef>
              <a:buClr>
                <a:srgbClr val="D24717"/>
              </a:buClr>
              <a:buSzPct val="85416"/>
              <a:buFont typeface="Segoe UI Symbol"/>
              <a:buChar char="⚫"/>
              <a:tabLst>
                <a:tab pos="287020" algn="l"/>
              </a:tabLst>
            </a:pPr>
            <a:r>
              <a:rPr sz="2400" b="1" spc="-10" dirty="0">
                <a:latin typeface="Times New Roman"/>
                <a:cs typeface="Times New Roman"/>
              </a:rPr>
              <a:t>Architecture</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12700" marR="5080">
              <a:lnSpc>
                <a:spcPct val="100000"/>
              </a:lnSpc>
            </a:pPr>
            <a:r>
              <a:rPr sz="2400" spc="-30" dirty="0">
                <a:latin typeface="Times New Roman"/>
                <a:cs typeface="Times New Roman"/>
              </a:rPr>
              <a:t>User</a:t>
            </a:r>
            <a:r>
              <a:rPr sz="2400" spc="155" dirty="0">
                <a:latin typeface="Times New Roman"/>
                <a:cs typeface="Times New Roman"/>
              </a:rPr>
              <a:t> </a:t>
            </a:r>
            <a:r>
              <a:rPr sz="2400" spc="-65" dirty="0">
                <a:latin typeface="Times New Roman"/>
                <a:cs typeface="Times New Roman"/>
              </a:rPr>
              <a:t>Request</a:t>
            </a:r>
            <a:r>
              <a:rPr sz="2400" spc="145" dirty="0">
                <a:latin typeface="Times New Roman"/>
                <a:cs typeface="Times New Roman"/>
              </a:rPr>
              <a:t> </a:t>
            </a:r>
            <a:r>
              <a:rPr sz="2400" spc="-65" dirty="0">
                <a:latin typeface="Times New Roman"/>
                <a:cs typeface="Times New Roman"/>
              </a:rPr>
              <a:t>--</a:t>
            </a:r>
            <a:r>
              <a:rPr sz="2400" spc="240" dirty="0">
                <a:latin typeface="Times New Roman"/>
                <a:cs typeface="Times New Roman"/>
              </a:rPr>
              <a:t>&gt;</a:t>
            </a:r>
            <a:r>
              <a:rPr sz="2400" spc="170" dirty="0">
                <a:latin typeface="Times New Roman"/>
                <a:cs typeface="Times New Roman"/>
              </a:rPr>
              <a:t> </a:t>
            </a:r>
            <a:r>
              <a:rPr sz="2400" spc="-95" dirty="0">
                <a:latin typeface="Times New Roman"/>
                <a:cs typeface="Times New Roman"/>
              </a:rPr>
              <a:t>Load</a:t>
            </a:r>
            <a:r>
              <a:rPr sz="2400" spc="160" dirty="0">
                <a:latin typeface="Times New Roman"/>
                <a:cs typeface="Times New Roman"/>
              </a:rPr>
              <a:t> </a:t>
            </a:r>
            <a:r>
              <a:rPr sz="2400" spc="-114" dirty="0">
                <a:latin typeface="Times New Roman"/>
                <a:cs typeface="Times New Roman"/>
              </a:rPr>
              <a:t>Balancer</a:t>
            </a:r>
            <a:r>
              <a:rPr sz="2400" spc="160" dirty="0">
                <a:latin typeface="Times New Roman"/>
                <a:cs typeface="Times New Roman"/>
              </a:rPr>
              <a:t> </a:t>
            </a:r>
            <a:r>
              <a:rPr sz="2400" spc="-65" dirty="0">
                <a:latin typeface="Times New Roman"/>
                <a:cs typeface="Times New Roman"/>
              </a:rPr>
              <a:t>--</a:t>
            </a:r>
            <a:r>
              <a:rPr sz="2400" spc="240" dirty="0">
                <a:latin typeface="Times New Roman"/>
                <a:cs typeface="Times New Roman"/>
              </a:rPr>
              <a:t>&gt;</a:t>
            </a:r>
            <a:r>
              <a:rPr sz="2400" spc="150" dirty="0">
                <a:latin typeface="Times New Roman"/>
                <a:cs typeface="Times New Roman"/>
              </a:rPr>
              <a:t> </a:t>
            </a:r>
            <a:r>
              <a:rPr sz="2400" spc="-55" dirty="0">
                <a:latin typeface="Times New Roman"/>
                <a:cs typeface="Times New Roman"/>
              </a:rPr>
              <a:t>EC2</a:t>
            </a:r>
            <a:r>
              <a:rPr sz="2400" spc="170" dirty="0">
                <a:latin typeface="Times New Roman"/>
                <a:cs typeface="Times New Roman"/>
              </a:rPr>
              <a:t> </a:t>
            </a:r>
            <a:r>
              <a:rPr sz="2400" spc="-80" dirty="0">
                <a:latin typeface="Times New Roman"/>
                <a:cs typeface="Times New Roman"/>
              </a:rPr>
              <a:t>Web</a:t>
            </a:r>
            <a:r>
              <a:rPr sz="2400" spc="170" dirty="0">
                <a:latin typeface="Times New Roman"/>
                <a:cs typeface="Times New Roman"/>
              </a:rPr>
              <a:t> </a:t>
            </a:r>
            <a:r>
              <a:rPr sz="2400" spc="-65" dirty="0">
                <a:latin typeface="Times New Roman"/>
                <a:cs typeface="Times New Roman"/>
              </a:rPr>
              <a:t>Server</a:t>
            </a:r>
            <a:r>
              <a:rPr sz="2400" spc="170" dirty="0">
                <a:latin typeface="Times New Roman"/>
                <a:cs typeface="Times New Roman"/>
              </a:rPr>
              <a:t> </a:t>
            </a:r>
            <a:r>
              <a:rPr sz="2400" spc="-75" dirty="0">
                <a:latin typeface="Times New Roman"/>
                <a:cs typeface="Times New Roman"/>
              </a:rPr>
              <a:t>-</a:t>
            </a:r>
            <a:r>
              <a:rPr sz="2400" spc="-65" dirty="0">
                <a:latin typeface="Times New Roman"/>
                <a:cs typeface="Times New Roman"/>
              </a:rPr>
              <a:t>-</a:t>
            </a:r>
            <a:r>
              <a:rPr sz="2400" spc="240" dirty="0">
                <a:latin typeface="Times New Roman"/>
                <a:cs typeface="Times New Roman"/>
              </a:rPr>
              <a:t>&gt;</a:t>
            </a:r>
            <a:r>
              <a:rPr sz="2400" spc="160" dirty="0">
                <a:latin typeface="Times New Roman"/>
                <a:cs typeface="Times New Roman"/>
              </a:rPr>
              <a:t> </a:t>
            </a:r>
            <a:r>
              <a:rPr sz="2400" spc="-105" dirty="0">
                <a:latin typeface="Times New Roman"/>
                <a:cs typeface="Times New Roman"/>
              </a:rPr>
              <a:t>Application </a:t>
            </a:r>
            <a:r>
              <a:rPr sz="2400" spc="-120" dirty="0">
                <a:latin typeface="Times New Roman"/>
                <a:cs typeface="Times New Roman"/>
              </a:rPr>
              <a:t>Code</a:t>
            </a:r>
            <a:r>
              <a:rPr sz="2400" spc="-45" dirty="0">
                <a:latin typeface="Times New Roman"/>
                <a:cs typeface="Times New Roman"/>
              </a:rPr>
              <a:t> </a:t>
            </a:r>
            <a:r>
              <a:rPr sz="2400" spc="-65" dirty="0">
                <a:latin typeface="Times New Roman"/>
                <a:cs typeface="Times New Roman"/>
              </a:rPr>
              <a:t>--</a:t>
            </a:r>
            <a:r>
              <a:rPr sz="2400" spc="240" dirty="0">
                <a:latin typeface="Times New Roman"/>
                <a:cs typeface="Times New Roman"/>
              </a:rPr>
              <a:t>&gt;</a:t>
            </a:r>
            <a:r>
              <a:rPr sz="2400" spc="-45" dirty="0">
                <a:latin typeface="Times New Roman"/>
                <a:cs typeface="Times New Roman"/>
              </a:rPr>
              <a:t> </a:t>
            </a:r>
            <a:r>
              <a:rPr sz="2400" spc="-150" dirty="0">
                <a:latin typeface="Times New Roman"/>
                <a:cs typeface="Times New Roman"/>
              </a:rPr>
              <a:t>Database</a:t>
            </a:r>
            <a:r>
              <a:rPr sz="2400" spc="-25" dirty="0">
                <a:latin typeface="Times New Roman"/>
                <a:cs typeface="Times New Roman"/>
              </a:rPr>
              <a:t> </a:t>
            </a:r>
            <a:r>
              <a:rPr sz="2400" spc="-10" dirty="0">
                <a:latin typeface="Times New Roman"/>
                <a:cs typeface="Times New Roman"/>
              </a:rPr>
              <a:t>(optional)</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5" dirty="0"/>
              <a:t>Worker</a:t>
            </a:r>
            <a:r>
              <a:rPr spc="-120" dirty="0"/>
              <a:t> </a:t>
            </a:r>
            <a:r>
              <a:rPr spc="-20" dirty="0"/>
              <a:t>Tier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36</a:t>
            </a:r>
            <a:endParaRPr sz="1400">
              <a:latin typeface="Franklin Gothic Medium"/>
              <a:cs typeface="Franklin Gothic Medium"/>
            </a:endParaRPr>
          </a:p>
        </p:txBody>
      </p:sp>
      <p:sp>
        <p:nvSpPr>
          <p:cNvPr id="5" name="object 5"/>
          <p:cNvSpPr txBox="1"/>
          <p:nvPr/>
        </p:nvSpPr>
        <p:spPr>
          <a:xfrm>
            <a:off x="421640" y="908049"/>
            <a:ext cx="8178165" cy="3988435"/>
          </a:xfrm>
          <a:prstGeom prst="rect">
            <a:avLst/>
          </a:prstGeom>
        </p:spPr>
        <p:txBody>
          <a:bodyPr vert="horz" wrap="square" lIns="0" tIns="12065" rIns="0" bIns="0" rtlCol="0">
            <a:spAutoFit/>
          </a:bodyPr>
          <a:lstStyle/>
          <a:p>
            <a:pPr marL="286385" marR="5080" indent="-274320">
              <a:lnSpc>
                <a:spcPct val="100000"/>
              </a:lnSpc>
              <a:spcBef>
                <a:spcPts val="95"/>
              </a:spcBef>
              <a:buClr>
                <a:srgbClr val="D24717"/>
              </a:buClr>
              <a:buSzPct val="84090"/>
              <a:buFont typeface="Segoe UI Symbol"/>
              <a:buChar char="⚫"/>
              <a:tabLst>
                <a:tab pos="286385" algn="l"/>
              </a:tabLst>
            </a:pPr>
            <a:r>
              <a:rPr sz="2200" spc="-290" dirty="0">
                <a:latin typeface="Times New Roman"/>
                <a:cs typeface="Times New Roman"/>
              </a:rPr>
              <a:t>A</a:t>
            </a:r>
            <a:r>
              <a:rPr sz="2200" spc="-35" dirty="0">
                <a:latin typeface="Times New Roman"/>
                <a:cs typeface="Times New Roman"/>
              </a:rPr>
              <a:t> </a:t>
            </a:r>
            <a:r>
              <a:rPr sz="2200" b="1" spc="-85" dirty="0">
                <a:latin typeface="Times New Roman"/>
                <a:cs typeface="Times New Roman"/>
              </a:rPr>
              <a:t>Worker</a:t>
            </a:r>
            <a:r>
              <a:rPr sz="2200" b="1" spc="-30" dirty="0">
                <a:latin typeface="Times New Roman"/>
                <a:cs typeface="Times New Roman"/>
              </a:rPr>
              <a:t> </a:t>
            </a:r>
            <a:r>
              <a:rPr sz="2200" b="1" spc="-40" dirty="0">
                <a:latin typeface="Times New Roman"/>
                <a:cs typeface="Times New Roman"/>
              </a:rPr>
              <a:t>Environment</a:t>
            </a:r>
            <a:r>
              <a:rPr sz="2200" b="1" spc="-45" dirty="0">
                <a:latin typeface="Times New Roman"/>
                <a:cs typeface="Times New Roman"/>
              </a:rPr>
              <a:t> </a:t>
            </a:r>
            <a:r>
              <a:rPr sz="2200" spc="-145" dirty="0">
                <a:latin typeface="Times New Roman"/>
                <a:cs typeface="Times New Roman"/>
              </a:rPr>
              <a:t>is</a:t>
            </a:r>
            <a:r>
              <a:rPr sz="2200" spc="-45" dirty="0">
                <a:latin typeface="Times New Roman"/>
                <a:cs typeface="Times New Roman"/>
              </a:rPr>
              <a:t> </a:t>
            </a:r>
            <a:r>
              <a:rPr sz="2200" spc="-125" dirty="0">
                <a:latin typeface="Times New Roman"/>
                <a:cs typeface="Times New Roman"/>
              </a:rPr>
              <a:t>designed</a:t>
            </a:r>
            <a:r>
              <a:rPr sz="2200" spc="-35" dirty="0">
                <a:latin typeface="Times New Roman"/>
                <a:cs typeface="Times New Roman"/>
              </a:rPr>
              <a:t> </a:t>
            </a:r>
            <a:r>
              <a:rPr sz="2200" spc="-90" dirty="0">
                <a:latin typeface="Times New Roman"/>
                <a:cs typeface="Times New Roman"/>
              </a:rPr>
              <a:t>for</a:t>
            </a:r>
            <a:r>
              <a:rPr sz="2200" spc="-25" dirty="0">
                <a:latin typeface="Times New Roman"/>
                <a:cs typeface="Times New Roman"/>
              </a:rPr>
              <a:t> </a:t>
            </a:r>
            <a:r>
              <a:rPr sz="2200" spc="-125" dirty="0">
                <a:latin typeface="Times New Roman"/>
                <a:cs typeface="Times New Roman"/>
              </a:rPr>
              <a:t>processing</a:t>
            </a:r>
            <a:r>
              <a:rPr sz="2200" spc="15" dirty="0">
                <a:latin typeface="Times New Roman"/>
                <a:cs typeface="Times New Roman"/>
              </a:rPr>
              <a:t> </a:t>
            </a:r>
            <a:r>
              <a:rPr sz="2200" b="1" dirty="0">
                <a:latin typeface="Times New Roman"/>
                <a:cs typeface="Times New Roman"/>
              </a:rPr>
              <a:t>background</a:t>
            </a:r>
            <a:r>
              <a:rPr sz="2200" b="1" spc="-25" dirty="0">
                <a:latin typeface="Times New Roman"/>
                <a:cs typeface="Times New Roman"/>
              </a:rPr>
              <a:t> </a:t>
            </a:r>
            <a:r>
              <a:rPr sz="2200" b="1" spc="-10" dirty="0">
                <a:latin typeface="Times New Roman"/>
                <a:cs typeface="Times New Roman"/>
              </a:rPr>
              <a:t>jobs</a:t>
            </a:r>
            <a:r>
              <a:rPr sz="2200" b="1" spc="-45" dirty="0">
                <a:latin typeface="Times New Roman"/>
                <a:cs typeface="Times New Roman"/>
              </a:rPr>
              <a:t> </a:t>
            </a:r>
            <a:r>
              <a:rPr sz="2200" spc="-20" dirty="0">
                <a:latin typeface="Times New Roman"/>
                <a:cs typeface="Times New Roman"/>
              </a:rPr>
              <a:t>that </a:t>
            </a:r>
            <a:r>
              <a:rPr sz="2200" spc="-100" dirty="0">
                <a:latin typeface="Times New Roman"/>
                <a:cs typeface="Times New Roman"/>
              </a:rPr>
              <a:t>do</a:t>
            </a:r>
            <a:r>
              <a:rPr sz="2200" spc="-40" dirty="0">
                <a:latin typeface="Times New Roman"/>
                <a:cs typeface="Times New Roman"/>
              </a:rPr>
              <a:t> not</a:t>
            </a:r>
            <a:r>
              <a:rPr sz="2200" spc="-35" dirty="0">
                <a:latin typeface="Times New Roman"/>
                <a:cs typeface="Times New Roman"/>
              </a:rPr>
              <a:t> </a:t>
            </a:r>
            <a:r>
              <a:rPr sz="2200" spc="-80" dirty="0">
                <a:latin typeface="Times New Roman"/>
                <a:cs typeface="Times New Roman"/>
              </a:rPr>
              <a:t>require</a:t>
            </a:r>
            <a:r>
              <a:rPr sz="2200" spc="-35" dirty="0">
                <a:latin typeface="Times New Roman"/>
                <a:cs typeface="Times New Roman"/>
              </a:rPr>
              <a:t> </a:t>
            </a:r>
            <a:r>
              <a:rPr sz="2200" spc="-114" dirty="0">
                <a:latin typeface="Times New Roman"/>
                <a:cs typeface="Times New Roman"/>
              </a:rPr>
              <a:t>immediate</a:t>
            </a:r>
            <a:r>
              <a:rPr sz="2200" spc="-50" dirty="0">
                <a:latin typeface="Times New Roman"/>
                <a:cs typeface="Times New Roman"/>
              </a:rPr>
              <a:t> </a:t>
            </a:r>
            <a:r>
              <a:rPr sz="2200" spc="-10" dirty="0">
                <a:latin typeface="Times New Roman"/>
                <a:cs typeface="Times New Roman"/>
              </a:rPr>
              <a:t>responses.</a:t>
            </a:r>
            <a:endParaRPr sz="2200">
              <a:latin typeface="Times New Roman"/>
              <a:cs typeface="Times New Roman"/>
            </a:endParaRPr>
          </a:p>
          <a:p>
            <a:pPr>
              <a:lnSpc>
                <a:spcPct val="100000"/>
              </a:lnSpc>
              <a:spcBef>
                <a:spcPts val="1310"/>
              </a:spcBef>
              <a:buClr>
                <a:srgbClr val="D24717"/>
              </a:buClr>
              <a:buFont typeface="Segoe UI Symbol"/>
              <a:buChar char="⚫"/>
            </a:pPr>
            <a:endParaRPr sz="2200">
              <a:latin typeface="Times New Roman"/>
              <a:cs typeface="Times New Roman"/>
            </a:endParaRPr>
          </a:p>
          <a:p>
            <a:pPr marL="286385" indent="-273685">
              <a:lnSpc>
                <a:spcPct val="100000"/>
              </a:lnSpc>
              <a:spcBef>
                <a:spcPts val="5"/>
              </a:spcBef>
              <a:buClr>
                <a:srgbClr val="D24717"/>
              </a:buClr>
              <a:buSzPct val="84090"/>
              <a:buFont typeface="Segoe UI Symbol"/>
              <a:buChar char="⚫"/>
              <a:tabLst>
                <a:tab pos="286385" algn="l"/>
              </a:tabLst>
            </a:pPr>
            <a:r>
              <a:rPr sz="2200" b="1" dirty="0">
                <a:latin typeface="Times New Roman"/>
                <a:cs typeface="Times New Roman"/>
              </a:rPr>
              <a:t>How</a:t>
            </a:r>
            <a:r>
              <a:rPr sz="2200" b="1" spc="5" dirty="0">
                <a:latin typeface="Times New Roman"/>
                <a:cs typeface="Times New Roman"/>
              </a:rPr>
              <a:t> </a:t>
            </a:r>
            <a:r>
              <a:rPr sz="2200" b="1" spc="-25" dirty="0">
                <a:latin typeface="Times New Roman"/>
                <a:cs typeface="Times New Roman"/>
              </a:rPr>
              <a:t>It</a:t>
            </a:r>
            <a:r>
              <a:rPr sz="2200" b="1" spc="-295" dirty="0">
                <a:latin typeface="Times New Roman"/>
                <a:cs typeface="Times New Roman"/>
              </a:rPr>
              <a:t> </a:t>
            </a:r>
            <a:r>
              <a:rPr sz="2200" b="1" spc="-20" dirty="0">
                <a:latin typeface="Times New Roman"/>
                <a:cs typeface="Times New Roman"/>
              </a:rPr>
              <a:t>Works</a:t>
            </a:r>
            <a:endParaRPr sz="2200">
              <a:latin typeface="Times New Roman"/>
              <a:cs typeface="Times New Roman"/>
            </a:endParaRPr>
          </a:p>
          <a:p>
            <a:pPr marL="285750" indent="-273050">
              <a:lnSpc>
                <a:spcPct val="100000"/>
              </a:lnSpc>
              <a:spcBef>
                <a:spcPts val="600"/>
              </a:spcBef>
              <a:buClr>
                <a:srgbClr val="D24717"/>
              </a:buClr>
              <a:buSzPct val="84090"/>
              <a:buAutoNum type="arabicPeriod"/>
              <a:tabLst>
                <a:tab pos="285750" algn="l"/>
              </a:tabLst>
            </a:pPr>
            <a:r>
              <a:rPr sz="2200" spc="-140" dirty="0">
                <a:latin typeface="Times New Roman"/>
                <a:cs typeface="Times New Roman"/>
              </a:rPr>
              <a:t>Elastic</a:t>
            </a:r>
            <a:r>
              <a:rPr sz="2200" spc="-20" dirty="0">
                <a:latin typeface="Times New Roman"/>
                <a:cs typeface="Times New Roman"/>
              </a:rPr>
              <a:t> </a:t>
            </a:r>
            <a:r>
              <a:rPr sz="2200" spc="-140" dirty="0">
                <a:latin typeface="Times New Roman"/>
                <a:cs typeface="Times New Roman"/>
              </a:rPr>
              <a:t>Beanstalk</a:t>
            </a:r>
            <a:r>
              <a:rPr sz="2200" spc="-35" dirty="0">
                <a:latin typeface="Times New Roman"/>
                <a:cs typeface="Times New Roman"/>
              </a:rPr>
              <a:t> </a:t>
            </a:r>
            <a:r>
              <a:rPr sz="2200" spc="-130" dirty="0">
                <a:latin typeface="Times New Roman"/>
                <a:cs typeface="Times New Roman"/>
              </a:rPr>
              <a:t>provisions</a:t>
            </a:r>
            <a:r>
              <a:rPr sz="2200" spc="5" dirty="0">
                <a:latin typeface="Times New Roman"/>
                <a:cs typeface="Times New Roman"/>
              </a:rPr>
              <a:t> </a:t>
            </a:r>
            <a:r>
              <a:rPr sz="2200" b="1" spc="-245" dirty="0">
                <a:latin typeface="Times New Roman"/>
                <a:cs typeface="Times New Roman"/>
              </a:rPr>
              <a:t>EC2</a:t>
            </a:r>
            <a:r>
              <a:rPr sz="2200" b="1" spc="-25" dirty="0">
                <a:latin typeface="Times New Roman"/>
                <a:cs typeface="Times New Roman"/>
              </a:rPr>
              <a:t> </a:t>
            </a:r>
            <a:r>
              <a:rPr sz="2200" b="1" spc="-10" dirty="0">
                <a:latin typeface="Times New Roman"/>
                <a:cs typeface="Times New Roman"/>
              </a:rPr>
              <a:t>instances</a:t>
            </a:r>
            <a:r>
              <a:rPr sz="2200" b="1" dirty="0">
                <a:latin typeface="Times New Roman"/>
                <a:cs typeface="Times New Roman"/>
              </a:rPr>
              <a:t> </a:t>
            </a:r>
            <a:r>
              <a:rPr sz="2200" spc="-90" dirty="0">
                <a:latin typeface="Times New Roman"/>
                <a:cs typeface="Times New Roman"/>
              </a:rPr>
              <a:t>running</a:t>
            </a:r>
            <a:r>
              <a:rPr sz="2200" spc="-20" dirty="0">
                <a:latin typeface="Times New Roman"/>
                <a:cs typeface="Times New Roman"/>
              </a:rPr>
              <a:t> </a:t>
            </a:r>
            <a:r>
              <a:rPr sz="2200" spc="-185" dirty="0">
                <a:latin typeface="Times New Roman"/>
                <a:cs typeface="Times New Roman"/>
              </a:rPr>
              <a:t>a</a:t>
            </a:r>
            <a:r>
              <a:rPr sz="2200" spc="-40" dirty="0">
                <a:latin typeface="Times New Roman"/>
                <a:cs typeface="Times New Roman"/>
              </a:rPr>
              <a:t> </a:t>
            </a:r>
            <a:r>
              <a:rPr sz="2200" spc="-95" dirty="0">
                <a:latin typeface="Times New Roman"/>
                <a:cs typeface="Times New Roman"/>
              </a:rPr>
              <a:t>worker</a:t>
            </a:r>
            <a:r>
              <a:rPr sz="2200" spc="-15" dirty="0">
                <a:latin typeface="Times New Roman"/>
                <a:cs typeface="Times New Roman"/>
              </a:rPr>
              <a:t> </a:t>
            </a:r>
            <a:r>
              <a:rPr sz="2200" spc="-10" dirty="0">
                <a:latin typeface="Times New Roman"/>
                <a:cs typeface="Times New Roman"/>
              </a:rPr>
              <a:t>process.</a:t>
            </a:r>
            <a:endParaRPr sz="2200">
              <a:latin typeface="Times New Roman"/>
              <a:cs typeface="Times New Roman"/>
            </a:endParaRPr>
          </a:p>
          <a:p>
            <a:pPr marL="285750" indent="-273050">
              <a:lnSpc>
                <a:spcPct val="100000"/>
              </a:lnSpc>
              <a:spcBef>
                <a:spcPts val="600"/>
              </a:spcBef>
              <a:buClr>
                <a:srgbClr val="D24717"/>
              </a:buClr>
              <a:buSzPct val="84090"/>
              <a:buAutoNum type="arabicPeriod"/>
              <a:tabLst>
                <a:tab pos="285750" algn="l"/>
              </a:tabLst>
            </a:pPr>
            <a:r>
              <a:rPr sz="2200" spc="-65" dirty="0">
                <a:latin typeface="Times New Roman"/>
                <a:cs typeface="Times New Roman"/>
              </a:rPr>
              <a:t>It</a:t>
            </a:r>
            <a:r>
              <a:rPr sz="2200" spc="-75" dirty="0">
                <a:latin typeface="Times New Roman"/>
                <a:cs typeface="Times New Roman"/>
              </a:rPr>
              <a:t> </a:t>
            </a:r>
            <a:r>
              <a:rPr sz="2200" spc="-105" dirty="0">
                <a:latin typeface="Times New Roman"/>
                <a:cs typeface="Times New Roman"/>
              </a:rPr>
              <a:t>creates</a:t>
            </a:r>
            <a:r>
              <a:rPr sz="2200" spc="-45" dirty="0">
                <a:latin typeface="Times New Roman"/>
                <a:cs typeface="Times New Roman"/>
              </a:rPr>
              <a:t> </a:t>
            </a:r>
            <a:r>
              <a:rPr sz="2200" spc="-140" dirty="0">
                <a:latin typeface="Times New Roman"/>
                <a:cs typeface="Times New Roman"/>
              </a:rPr>
              <a:t>an</a:t>
            </a:r>
            <a:r>
              <a:rPr sz="2200" spc="-35" dirty="0">
                <a:latin typeface="Times New Roman"/>
                <a:cs typeface="Times New Roman"/>
              </a:rPr>
              <a:t> </a:t>
            </a:r>
            <a:r>
              <a:rPr sz="2200" b="1" spc="-30" dirty="0">
                <a:latin typeface="Times New Roman"/>
                <a:cs typeface="Times New Roman"/>
              </a:rPr>
              <a:t>Amazon</a:t>
            </a:r>
            <a:r>
              <a:rPr sz="2200" b="1" spc="-90" dirty="0">
                <a:latin typeface="Times New Roman"/>
                <a:cs typeface="Times New Roman"/>
              </a:rPr>
              <a:t> </a:t>
            </a:r>
            <a:r>
              <a:rPr sz="2200" b="1" spc="-30" dirty="0">
                <a:latin typeface="Times New Roman"/>
                <a:cs typeface="Times New Roman"/>
              </a:rPr>
              <a:t>Simple</a:t>
            </a:r>
            <a:r>
              <a:rPr sz="2200" b="1" spc="-60" dirty="0">
                <a:latin typeface="Times New Roman"/>
                <a:cs typeface="Times New Roman"/>
              </a:rPr>
              <a:t> </a:t>
            </a:r>
            <a:r>
              <a:rPr sz="2200" b="1" dirty="0">
                <a:latin typeface="Times New Roman"/>
                <a:cs typeface="Times New Roman"/>
              </a:rPr>
              <a:t>Queue</a:t>
            </a:r>
            <a:r>
              <a:rPr sz="2200" b="1" spc="-55" dirty="0">
                <a:latin typeface="Times New Roman"/>
                <a:cs typeface="Times New Roman"/>
              </a:rPr>
              <a:t> </a:t>
            </a:r>
            <a:r>
              <a:rPr sz="2200" b="1" spc="-10" dirty="0">
                <a:latin typeface="Times New Roman"/>
                <a:cs typeface="Times New Roman"/>
              </a:rPr>
              <a:t>Service</a:t>
            </a:r>
            <a:r>
              <a:rPr sz="2200" b="1" spc="-50" dirty="0">
                <a:latin typeface="Times New Roman"/>
                <a:cs typeface="Times New Roman"/>
              </a:rPr>
              <a:t> </a:t>
            </a:r>
            <a:r>
              <a:rPr sz="2200" b="1" spc="-90" dirty="0">
                <a:latin typeface="Times New Roman"/>
                <a:cs typeface="Times New Roman"/>
              </a:rPr>
              <a:t>(SQS)</a:t>
            </a:r>
            <a:r>
              <a:rPr sz="2200" b="1" spc="-35" dirty="0">
                <a:latin typeface="Times New Roman"/>
                <a:cs typeface="Times New Roman"/>
              </a:rPr>
              <a:t> </a:t>
            </a:r>
            <a:r>
              <a:rPr sz="2200" spc="-10" dirty="0">
                <a:latin typeface="Times New Roman"/>
                <a:cs typeface="Times New Roman"/>
              </a:rPr>
              <a:t>queue.</a:t>
            </a:r>
            <a:endParaRPr sz="2200">
              <a:latin typeface="Times New Roman"/>
              <a:cs typeface="Times New Roman"/>
            </a:endParaRPr>
          </a:p>
          <a:p>
            <a:pPr marL="285750" indent="-273050">
              <a:lnSpc>
                <a:spcPct val="100000"/>
              </a:lnSpc>
              <a:spcBef>
                <a:spcPts val="600"/>
              </a:spcBef>
              <a:buClr>
                <a:srgbClr val="D24717"/>
              </a:buClr>
              <a:buSzPct val="84090"/>
              <a:buAutoNum type="arabicPeriod"/>
              <a:tabLst>
                <a:tab pos="285750" algn="l"/>
              </a:tabLst>
            </a:pPr>
            <a:r>
              <a:rPr sz="2200" spc="-120" dirty="0">
                <a:latin typeface="Times New Roman"/>
                <a:cs typeface="Times New Roman"/>
              </a:rPr>
              <a:t>The</a:t>
            </a:r>
            <a:r>
              <a:rPr sz="2200" spc="-60" dirty="0">
                <a:latin typeface="Times New Roman"/>
                <a:cs typeface="Times New Roman"/>
              </a:rPr>
              <a:t> </a:t>
            </a:r>
            <a:r>
              <a:rPr sz="2200" spc="-95" dirty="0">
                <a:latin typeface="Times New Roman"/>
                <a:cs typeface="Times New Roman"/>
              </a:rPr>
              <a:t>worker</a:t>
            </a:r>
            <a:r>
              <a:rPr sz="2200" spc="-40" dirty="0">
                <a:latin typeface="Times New Roman"/>
                <a:cs typeface="Times New Roman"/>
              </a:rPr>
              <a:t> </a:t>
            </a:r>
            <a:r>
              <a:rPr sz="2200" spc="-30" dirty="0">
                <a:latin typeface="Times New Roman"/>
                <a:cs typeface="Times New Roman"/>
              </a:rPr>
              <a:t>tier</a:t>
            </a:r>
            <a:r>
              <a:rPr sz="2200" spc="-45" dirty="0">
                <a:latin typeface="Times New Roman"/>
                <a:cs typeface="Times New Roman"/>
              </a:rPr>
              <a:t> </a:t>
            </a:r>
            <a:r>
              <a:rPr sz="2200" spc="-110" dirty="0">
                <a:latin typeface="Times New Roman"/>
                <a:cs typeface="Times New Roman"/>
              </a:rPr>
              <a:t>listens</a:t>
            </a:r>
            <a:r>
              <a:rPr sz="2200" spc="-55" dirty="0">
                <a:latin typeface="Times New Roman"/>
                <a:cs typeface="Times New Roman"/>
              </a:rPr>
              <a:t> </a:t>
            </a:r>
            <a:r>
              <a:rPr sz="2200" dirty="0">
                <a:latin typeface="Times New Roman"/>
                <a:cs typeface="Times New Roman"/>
              </a:rPr>
              <a:t>to</a:t>
            </a:r>
            <a:r>
              <a:rPr sz="2200" spc="-55" dirty="0">
                <a:latin typeface="Times New Roman"/>
                <a:cs typeface="Times New Roman"/>
              </a:rPr>
              <a:t> </a:t>
            </a:r>
            <a:r>
              <a:rPr sz="2200" spc="-70" dirty="0">
                <a:latin typeface="Times New Roman"/>
                <a:cs typeface="Times New Roman"/>
              </a:rPr>
              <a:t>the</a:t>
            </a:r>
            <a:r>
              <a:rPr sz="2200" spc="-55" dirty="0">
                <a:latin typeface="Times New Roman"/>
                <a:cs typeface="Times New Roman"/>
              </a:rPr>
              <a:t> </a:t>
            </a:r>
            <a:r>
              <a:rPr sz="2200" spc="-225" dirty="0">
                <a:latin typeface="Times New Roman"/>
                <a:cs typeface="Times New Roman"/>
              </a:rPr>
              <a:t>SQS</a:t>
            </a:r>
            <a:r>
              <a:rPr sz="2200" spc="-55" dirty="0">
                <a:latin typeface="Times New Roman"/>
                <a:cs typeface="Times New Roman"/>
              </a:rPr>
              <a:t> </a:t>
            </a:r>
            <a:r>
              <a:rPr sz="2200" spc="-100" dirty="0">
                <a:latin typeface="Times New Roman"/>
                <a:cs typeface="Times New Roman"/>
              </a:rPr>
              <a:t>queue</a:t>
            </a:r>
            <a:r>
              <a:rPr sz="2200" spc="-35" dirty="0">
                <a:latin typeface="Times New Roman"/>
                <a:cs typeface="Times New Roman"/>
              </a:rPr>
              <a:t> </a:t>
            </a:r>
            <a:r>
              <a:rPr sz="2200" spc="-95" dirty="0">
                <a:latin typeface="Times New Roman"/>
                <a:cs typeface="Times New Roman"/>
              </a:rPr>
              <a:t>for</a:t>
            </a:r>
            <a:r>
              <a:rPr sz="2200" spc="-40" dirty="0">
                <a:latin typeface="Times New Roman"/>
                <a:cs typeface="Times New Roman"/>
              </a:rPr>
              <a:t> </a:t>
            </a:r>
            <a:r>
              <a:rPr sz="2200" spc="-10" dirty="0">
                <a:latin typeface="Times New Roman"/>
                <a:cs typeface="Times New Roman"/>
              </a:rPr>
              <a:t>tasks.</a:t>
            </a:r>
            <a:endParaRPr sz="2200">
              <a:latin typeface="Times New Roman"/>
              <a:cs typeface="Times New Roman"/>
            </a:endParaRPr>
          </a:p>
          <a:p>
            <a:pPr marL="285750" indent="-273050">
              <a:lnSpc>
                <a:spcPct val="100000"/>
              </a:lnSpc>
              <a:spcBef>
                <a:spcPts val="600"/>
              </a:spcBef>
              <a:buClr>
                <a:srgbClr val="D24717"/>
              </a:buClr>
              <a:buSzPct val="84090"/>
              <a:buAutoNum type="arabicPeriod"/>
              <a:tabLst>
                <a:tab pos="285750" algn="l"/>
              </a:tabLst>
            </a:pPr>
            <a:r>
              <a:rPr sz="2200" spc="-110" dirty="0">
                <a:latin typeface="Times New Roman"/>
                <a:cs typeface="Times New Roman"/>
              </a:rPr>
              <a:t>When</a:t>
            </a:r>
            <a:r>
              <a:rPr sz="2200" spc="-20" dirty="0">
                <a:latin typeface="Times New Roman"/>
                <a:cs typeface="Times New Roman"/>
              </a:rPr>
              <a:t> </a:t>
            </a:r>
            <a:r>
              <a:rPr sz="2200" spc="-185" dirty="0">
                <a:latin typeface="Times New Roman"/>
                <a:cs typeface="Times New Roman"/>
              </a:rPr>
              <a:t>a</a:t>
            </a:r>
            <a:r>
              <a:rPr sz="2200" spc="-30" dirty="0">
                <a:latin typeface="Times New Roman"/>
                <a:cs typeface="Times New Roman"/>
              </a:rPr>
              <a:t> </a:t>
            </a:r>
            <a:r>
              <a:rPr sz="2200" spc="-114" dirty="0">
                <a:latin typeface="Times New Roman"/>
                <a:cs typeface="Times New Roman"/>
              </a:rPr>
              <a:t>task</a:t>
            </a:r>
            <a:r>
              <a:rPr sz="2200" spc="-20" dirty="0">
                <a:latin typeface="Times New Roman"/>
                <a:cs typeface="Times New Roman"/>
              </a:rPr>
              <a:t> </a:t>
            </a:r>
            <a:r>
              <a:rPr sz="2200" spc="-85" dirty="0">
                <a:latin typeface="Times New Roman"/>
                <a:cs typeface="Times New Roman"/>
              </a:rPr>
              <a:t>arrives,</a:t>
            </a:r>
            <a:r>
              <a:rPr sz="2200" spc="-114" dirty="0">
                <a:latin typeface="Times New Roman"/>
                <a:cs typeface="Times New Roman"/>
              </a:rPr>
              <a:t> </a:t>
            </a:r>
            <a:r>
              <a:rPr sz="2200" spc="-80" dirty="0">
                <a:latin typeface="Times New Roman"/>
                <a:cs typeface="Times New Roman"/>
              </a:rPr>
              <a:t>the</a:t>
            </a:r>
            <a:r>
              <a:rPr sz="2200" spc="-30" dirty="0">
                <a:latin typeface="Times New Roman"/>
                <a:cs typeface="Times New Roman"/>
              </a:rPr>
              <a:t> </a:t>
            </a:r>
            <a:r>
              <a:rPr sz="2200" spc="-95" dirty="0">
                <a:latin typeface="Times New Roman"/>
                <a:cs typeface="Times New Roman"/>
              </a:rPr>
              <a:t>worker</a:t>
            </a:r>
            <a:r>
              <a:rPr sz="2200" spc="-5" dirty="0">
                <a:latin typeface="Times New Roman"/>
                <a:cs typeface="Times New Roman"/>
              </a:rPr>
              <a:t> </a:t>
            </a:r>
            <a:r>
              <a:rPr sz="2200" spc="-114" dirty="0">
                <a:latin typeface="Times New Roman"/>
                <a:cs typeface="Times New Roman"/>
              </a:rPr>
              <a:t>instance</a:t>
            </a:r>
            <a:r>
              <a:rPr sz="2200" spc="-15" dirty="0">
                <a:latin typeface="Times New Roman"/>
                <a:cs typeface="Times New Roman"/>
              </a:rPr>
              <a:t> </a:t>
            </a:r>
            <a:r>
              <a:rPr sz="2200" spc="-125" dirty="0">
                <a:latin typeface="Times New Roman"/>
                <a:cs typeface="Times New Roman"/>
              </a:rPr>
              <a:t>processes</a:t>
            </a:r>
            <a:r>
              <a:rPr sz="2200" spc="15" dirty="0">
                <a:latin typeface="Times New Roman"/>
                <a:cs typeface="Times New Roman"/>
              </a:rPr>
              <a:t> </a:t>
            </a:r>
            <a:r>
              <a:rPr sz="2200" spc="-25" dirty="0">
                <a:latin typeface="Times New Roman"/>
                <a:cs typeface="Times New Roman"/>
              </a:rPr>
              <a:t>it.</a:t>
            </a:r>
            <a:endParaRPr sz="2200">
              <a:latin typeface="Times New Roman"/>
              <a:cs typeface="Times New Roman"/>
            </a:endParaRPr>
          </a:p>
          <a:p>
            <a:pPr>
              <a:lnSpc>
                <a:spcPct val="100000"/>
              </a:lnSpc>
              <a:spcBef>
                <a:spcPts val="1310"/>
              </a:spcBef>
              <a:buClr>
                <a:srgbClr val="D24717"/>
              </a:buClr>
              <a:buFont typeface="Times New Roman"/>
              <a:buAutoNum type="arabicPeriod"/>
            </a:pPr>
            <a:endParaRPr sz="2200">
              <a:latin typeface="Times New Roman"/>
              <a:cs typeface="Times New Roman"/>
            </a:endParaRPr>
          </a:p>
          <a:p>
            <a:pPr marL="286385" lvl="1" indent="-273685">
              <a:lnSpc>
                <a:spcPct val="100000"/>
              </a:lnSpc>
              <a:buClr>
                <a:srgbClr val="D24717"/>
              </a:buClr>
              <a:buSzPct val="84090"/>
              <a:buFont typeface="Segoe UI Symbol"/>
              <a:buChar char="⚫"/>
              <a:tabLst>
                <a:tab pos="286385" algn="l"/>
              </a:tabLst>
            </a:pPr>
            <a:r>
              <a:rPr sz="2200" b="1" dirty="0">
                <a:latin typeface="Times New Roman"/>
                <a:cs typeface="Times New Roman"/>
              </a:rPr>
              <a:t>Use</a:t>
            </a:r>
            <a:r>
              <a:rPr sz="2200" b="1" spc="-70" dirty="0">
                <a:latin typeface="Times New Roman"/>
                <a:cs typeface="Times New Roman"/>
              </a:rPr>
              <a:t> </a:t>
            </a:r>
            <a:r>
              <a:rPr sz="2200" b="1" spc="-20" dirty="0">
                <a:latin typeface="Times New Roman"/>
                <a:cs typeface="Times New Roman"/>
              </a:rPr>
              <a:t>Cases</a:t>
            </a:r>
            <a:endParaRPr sz="2200">
              <a:latin typeface="Times New Roman"/>
              <a:cs typeface="Times New Roman"/>
            </a:endParaRPr>
          </a:p>
        </p:txBody>
      </p:sp>
      <p:pic>
        <p:nvPicPr>
          <p:cNvPr id="6" name="object 6"/>
          <p:cNvPicPr/>
          <p:nvPr/>
        </p:nvPicPr>
        <p:blipFill>
          <a:blip r:embed="rId2" cstate="print"/>
          <a:stretch>
            <a:fillRect/>
          </a:stretch>
        </p:blipFill>
        <p:spPr>
          <a:xfrm>
            <a:off x="541019" y="4892040"/>
            <a:ext cx="717042" cy="585978"/>
          </a:xfrm>
          <a:prstGeom prst="rect">
            <a:avLst/>
          </a:prstGeom>
        </p:spPr>
      </p:pic>
      <p:grpSp>
        <p:nvGrpSpPr>
          <p:cNvPr id="7" name="object 7"/>
          <p:cNvGrpSpPr/>
          <p:nvPr/>
        </p:nvGrpSpPr>
        <p:grpSpPr>
          <a:xfrm>
            <a:off x="541019" y="5562600"/>
            <a:ext cx="717550" cy="921385"/>
            <a:chOff x="541019" y="5562600"/>
            <a:chExt cx="717550" cy="921385"/>
          </a:xfrm>
        </p:grpSpPr>
        <p:pic>
          <p:nvPicPr>
            <p:cNvPr id="8" name="object 8"/>
            <p:cNvPicPr/>
            <p:nvPr/>
          </p:nvPicPr>
          <p:blipFill>
            <a:blip r:embed="rId2" cstate="print"/>
            <a:stretch>
              <a:fillRect/>
            </a:stretch>
          </p:blipFill>
          <p:spPr>
            <a:xfrm>
              <a:off x="541019" y="5562600"/>
              <a:ext cx="717042" cy="585978"/>
            </a:xfrm>
            <a:prstGeom prst="rect">
              <a:avLst/>
            </a:prstGeom>
          </p:spPr>
        </p:pic>
        <p:pic>
          <p:nvPicPr>
            <p:cNvPr id="9" name="object 9"/>
            <p:cNvPicPr/>
            <p:nvPr/>
          </p:nvPicPr>
          <p:blipFill>
            <a:blip r:embed="rId2" cstate="print"/>
            <a:stretch>
              <a:fillRect/>
            </a:stretch>
          </p:blipFill>
          <p:spPr>
            <a:xfrm>
              <a:off x="541019" y="5897879"/>
              <a:ext cx="717042" cy="585977"/>
            </a:xfrm>
            <a:prstGeom prst="rect">
              <a:avLst/>
            </a:prstGeom>
          </p:spPr>
        </p:pic>
      </p:grpSp>
      <p:sp>
        <p:nvSpPr>
          <p:cNvPr id="10" name="object 10"/>
          <p:cNvSpPr txBox="1"/>
          <p:nvPr/>
        </p:nvSpPr>
        <p:spPr>
          <a:xfrm>
            <a:off x="421640" y="4956124"/>
            <a:ext cx="7774940" cy="1692910"/>
          </a:xfrm>
          <a:prstGeom prst="rect">
            <a:avLst/>
          </a:prstGeom>
        </p:spPr>
        <p:txBody>
          <a:bodyPr vert="horz" wrap="square" lIns="0" tIns="12065" rIns="0" bIns="0" rtlCol="0">
            <a:spAutoFit/>
          </a:bodyPr>
          <a:lstStyle/>
          <a:p>
            <a:pPr marL="734695" indent="-721995">
              <a:lnSpc>
                <a:spcPts val="2605"/>
              </a:lnSpc>
              <a:spcBef>
                <a:spcPts val="95"/>
              </a:spcBef>
              <a:buClr>
                <a:srgbClr val="D24717"/>
              </a:buClr>
              <a:buSzPct val="84090"/>
              <a:buFont typeface="Segoe UI Symbol"/>
              <a:buChar char="⚫"/>
              <a:tabLst>
                <a:tab pos="734695" algn="l"/>
              </a:tabLst>
            </a:pPr>
            <a:r>
              <a:rPr sz="2200" b="1" spc="-10" dirty="0">
                <a:latin typeface="Times New Roman"/>
                <a:cs typeface="Times New Roman"/>
              </a:rPr>
              <a:t>Asynchronous</a:t>
            </a:r>
            <a:r>
              <a:rPr sz="2200" b="1" spc="-35" dirty="0">
                <a:latin typeface="Times New Roman"/>
                <a:cs typeface="Times New Roman"/>
              </a:rPr>
              <a:t> </a:t>
            </a:r>
            <a:r>
              <a:rPr sz="2200" b="1" spc="-10" dirty="0">
                <a:latin typeface="Times New Roman"/>
                <a:cs typeface="Times New Roman"/>
              </a:rPr>
              <a:t>task</a:t>
            </a:r>
            <a:r>
              <a:rPr sz="2200" b="1" spc="-15" dirty="0">
                <a:latin typeface="Times New Roman"/>
                <a:cs typeface="Times New Roman"/>
              </a:rPr>
              <a:t> </a:t>
            </a:r>
            <a:r>
              <a:rPr sz="2200" b="1" dirty="0">
                <a:latin typeface="Times New Roman"/>
                <a:cs typeface="Times New Roman"/>
              </a:rPr>
              <a:t>processing</a:t>
            </a:r>
            <a:r>
              <a:rPr sz="2200" b="1" spc="-15" dirty="0">
                <a:latin typeface="Times New Roman"/>
                <a:cs typeface="Times New Roman"/>
              </a:rPr>
              <a:t> </a:t>
            </a:r>
            <a:r>
              <a:rPr sz="2200" spc="-60" dirty="0">
                <a:latin typeface="Times New Roman"/>
                <a:cs typeface="Times New Roman"/>
              </a:rPr>
              <a:t>(e.g.,</a:t>
            </a:r>
            <a:r>
              <a:rPr sz="2200" spc="-130" dirty="0">
                <a:latin typeface="Times New Roman"/>
                <a:cs typeface="Times New Roman"/>
              </a:rPr>
              <a:t> </a:t>
            </a:r>
            <a:r>
              <a:rPr sz="2200" spc="-125" dirty="0">
                <a:latin typeface="Times New Roman"/>
                <a:cs typeface="Times New Roman"/>
              </a:rPr>
              <a:t>sending</a:t>
            </a:r>
            <a:r>
              <a:rPr sz="2200" spc="-20" dirty="0">
                <a:latin typeface="Times New Roman"/>
                <a:cs typeface="Times New Roman"/>
              </a:rPr>
              <a:t> </a:t>
            </a:r>
            <a:r>
              <a:rPr sz="2200" spc="-105" dirty="0">
                <a:latin typeface="Times New Roman"/>
                <a:cs typeface="Times New Roman"/>
              </a:rPr>
              <a:t>emails,</a:t>
            </a:r>
            <a:r>
              <a:rPr sz="2200" spc="-125" dirty="0">
                <a:latin typeface="Times New Roman"/>
                <a:cs typeface="Times New Roman"/>
              </a:rPr>
              <a:t> </a:t>
            </a:r>
            <a:r>
              <a:rPr sz="2200" spc="-10" dirty="0">
                <a:latin typeface="Times New Roman"/>
                <a:cs typeface="Times New Roman"/>
              </a:rPr>
              <a:t>image</a:t>
            </a:r>
            <a:endParaRPr sz="2200">
              <a:latin typeface="Times New Roman"/>
              <a:cs typeface="Times New Roman"/>
            </a:endParaRPr>
          </a:p>
          <a:p>
            <a:pPr marL="286385">
              <a:lnSpc>
                <a:spcPts val="2605"/>
              </a:lnSpc>
            </a:pPr>
            <a:r>
              <a:rPr sz="2200" spc="-30" dirty="0">
                <a:latin typeface="Times New Roman"/>
                <a:cs typeface="Times New Roman"/>
              </a:rPr>
              <a:t>processing)</a:t>
            </a:r>
            <a:endParaRPr sz="2200">
              <a:latin typeface="Times New Roman"/>
              <a:cs typeface="Times New Roman"/>
            </a:endParaRPr>
          </a:p>
          <a:p>
            <a:pPr marL="735330">
              <a:lnSpc>
                <a:spcPct val="100000"/>
              </a:lnSpc>
              <a:spcBef>
                <a:spcPts val="75"/>
              </a:spcBef>
            </a:pPr>
            <a:r>
              <a:rPr sz="2200" b="1" dirty="0">
                <a:latin typeface="Times New Roman"/>
                <a:cs typeface="Times New Roman"/>
              </a:rPr>
              <a:t>Scheduled</a:t>
            </a:r>
            <a:r>
              <a:rPr sz="2200" b="1" spc="-30" dirty="0">
                <a:latin typeface="Times New Roman"/>
                <a:cs typeface="Times New Roman"/>
              </a:rPr>
              <a:t> </a:t>
            </a:r>
            <a:r>
              <a:rPr sz="2200" b="1" spc="-10" dirty="0">
                <a:latin typeface="Times New Roman"/>
                <a:cs typeface="Times New Roman"/>
              </a:rPr>
              <a:t>jobs</a:t>
            </a:r>
            <a:r>
              <a:rPr sz="2200" b="1" spc="-60" dirty="0">
                <a:latin typeface="Times New Roman"/>
                <a:cs typeface="Times New Roman"/>
              </a:rPr>
              <a:t> </a:t>
            </a:r>
            <a:r>
              <a:rPr sz="2200" spc="-60" dirty="0">
                <a:latin typeface="Times New Roman"/>
                <a:cs typeface="Times New Roman"/>
              </a:rPr>
              <a:t>(e.g.,</a:t>
            </a:r>
            <a:r>
              <a:rPr sz="2200" spc="-140" dirty="0">
                <a:latin typeface="Times New Roman"/>
                <a:cs typeface="Times New Roman"/>
              </a:rPr>
              <a:t> </a:t>
            </a:r>
            <a:r>
              <a:rPr sz="2200" spc="-125" dirty="0">
                <a:latin typeface="Times New Roman"/>
                <a:cs typeface="Times New Roman"/>
              </a:rPr>
              <a:t>database</a:t>
            </a:r>
            <a:r>
              <a:rPr sz="2200" spc="-50" dirty="0">
                <a:latin typeface="Times New Roman"/>
                <a:cs typeface="Times New Roman"/>
              </a:rPr>
              <a:t> </a:t>
            </a:r>
            <a:r>
              <a:rPr sz="2200" spc="-100" dirty="0">
                <a:latin typeface="Times New Roman"/>
                <a:cs typeface="Times New Roman"/>
              </a:rPr>
              <a:t>cleanup,</a:t>
            </a:r>
            <a:r>
              <a:rPr sz="2200" spc="-125" dirty="0">
                <a:latin typeface="Times New Roman"/>
                <a:cs typeface="Times New Roman"/>
              </a:rPr>
              <a:t> </a:t>
            </a:r>
            <a:r>
              <a:rPr sz="2200" spc="-20" dirty="0">
                <a:latin typeface="Times New Roman"/>
                <a:cs typeface="Times New Roman"/>
              </a:rPr>
              <a:t>report</a:t>
            </a:r>
            <a:r>
              <a:rPr sz="2200" spc="-15" dirty="0">
                <a:latin typeface="Times New Roman"/>
                <a:cs typeface="Times New Roman"/>
              </a:rPr>
              <a:t> </a:t>
            </a:r>
            <a:r>
              <a:rPr sz="2200" spc="-10" dirty="0">
                <a:latin typeface="Times New Roman"/>
                <a:cs typeface="Times New Roman"/>
              </a:rPr>
              <a:t>generation)</a:t>
            </a:r>
            <a:endParaRPr sz="2200">
              <a:latin typeface="Times New Roman"/>
              <a:cs typeface="Times New Roman"/>
            </a:endParaRPr>
          </a:p>
          <a:p>
            <a:pPr marL="286385" marR="5080" indent="448309">
              <a:lnSpc>
                <a:spcPts val="2570"/>
              </a:lnSpc>
              <a:spcBef>
                <a:spcPts val="140"/>
              </a:spcBef>
            </a:pPr>
            <a:r>
              <a:rPr sz="2200" b="1" spc="-50" dirty="0">
                <a:latin typeface="Times New Roman"/>
                <a:cs typeface="Times New Roman"/>
              </a:rPr>
              <a:t>Long-</a:t>
            </a:r>
            <a:r>
              <a:rPr sz="2200" b="1" dirty="0">
                <a:latin typeface="Times New Roman"/>
                <a:cs typeface="Times New Roman"/>
              </a:rPr>
              <a:t>running</a:t>
            </a:r>
            <a:r>
              <a:rPr sz="2200" b="1" spc="30" dirty="0">
                <a:latin typeface="Times New Roman"/>
                <a:cs typeface="Times New Roman"/>
              </a:rPr>
              <a:t> </a:t>
            </a:r>
            <a:r>
              <a:rPr sz="2200" b="1" dirty="0">
                <a:latin typeface="Times New Roman"/>
                <a:cs typeface="Times New Roman"/>
              </a:rPr>
              <a:t>operations</a:t>
            </a:r>
            <a:r>
              <a:rPr sz="2200" b="1" spc="30" dirty="0">
                <a:latin typeface="Times New Roman"/>
                <a:cs typeface="Times New Roman"/>
              </a:rPr>
              <a:t> </a:t>
            </a:r>
            <a:r>
              <a:rPr sz="2200" spc="-60" dirty="0">
                <a:latin typeface="Times New Roman"/>
                <a:cs typeface="Times New Roman"/>
              </a:rPr>
              <a:t>(e.g.,</a:t>
            </a:r>
            <a:r>
              <a:rPr sz="2200" spc="-95" dirty="0">
                <a:latin typeface="Times New Roman"/>
                <a:cs typeface="Times New Roman"/>
              </a:rPr>
              <a:t> </a:t>
            </a:r>
            <a:r>
              <a:rPr sz="2200" spc="-125" dirty="0">
                <a:latin typeface="Times New Roman"/>
                <a:cs typeface="Times New Roman"/>
              </a:rPr>
              <a:t>video</a:t>
            </a:r>
            <a:r>
              <a:rPr sz="2200" spc="5" dirty="0">
                <a:latin typeface="Times New Roman"/>
                <a:cs typeface="Times New Roman"/>
              </a:rPr>
              <a:t> </a:t>
            </a:r>
            <a:r>
              <a:rPr sz="2200" spc="-110" dirty="0">
                <a:latin typeface="Times New Roman"/>
                <a:cs typeface="Times New Roman"/>
              </a:rPr>
              <a:t>encoding,</a:t>
            </a:r>
            <a:r>
              <a:rPr sz="2200" spc="-80" dirty="0">
                <a:latin typeface="Times New Roman"/>
                <a:cs typeface="Times New Roman"/>
              </a:rPr>
              <a:t> </a:t>
            </a:r>
            <a:r>
              <a:rPr sz="2200" spc="-135" dirty="0">
                <a:latin typeface="Times New Roman"/>
                <a:cs typeface="Times New Roman"/>
              </a:rPr>
              <a:t>machine</a:t>
            </a:r>
            <a:r>
              <a:rPr sz="2200" spc="20" dirty="0">
                <a:latin typeface="Times New Roman"/>
                <a:cs typeface="Times New Roman"/>
              </a:rPr>
              <a:t> </a:t>
            </a:r>
            <a:r>
              <a:rPr sz="2200" spc="-70" dirty="0">
                <a:latin typeface="Times New Roman"/>
                <a:cs typeface="Times New Roman"/>
              </a:rPr>
              <a:t>learning </a:t>
            </a:r>
            <a:r>
              <a:rPr sz="2200" spc="-114" dirty="0">
                <a:latin typeface="Times New Roman"/>
                <a:cs typeface="Times New Roman"/>
              </a:rPr>
              <a:t>batch</a:t>
            </a:r>
            <a:r>
              <a:rPr sz="2200" spc="-5" dirty="0">
                <a:latin typeface="Times New Roman"/>
                <a:cs typeface="Times New Roman"/>
              </a:rPr>
              <a:t> </a:t>
            </a:r>
            <a:r>
              <a:rPr sz="2200" spc="-10" dirty="0">
                <a:latin typeface="Times New Roman"/>
                <a:cs typeface="Times New Roman"/>
              </a:rPr>
              <a:t>jobs)</a:t>
            </a:r>
            <a:endParaRPr sz="22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5" dirty="0"/>
              <a:t>Worker</a:t>
            </a:r>
            <a:r>
              <a:rPr spc="-120" dirty="0"/>
              <a:t> </a:t>
            </a:r>
            <a:r>
              <a:rPr spc="-20" dirty="0"/>
              <a:t>Tier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60705" y="6314643"/>
            <a:ext cx="217804"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Franklin Gothic Medium"/>
                <a:cs typeface="Franklin Gothic Medium"/>
              </a:rPr>
              <a:t>37</a:t>
            </a:r>
            <a:endParaRPr sz="1400">
              <a:latin typeface="Franklin Gothic Medium"/>
              <a:cs typeface="Franklin Gothic Medium"/>
            </a:endParaRPr>
          </a:p>
        </p:txBody>
      </p:sp>
      <p:sp>
        <p:nvSpPr>
          <p:cNvPr id="5" name="object 5"/>
          <p:cNvSpPr txBox="1"/>
          <p:nvPr/>
        </p:nvSpPr>
        <p:spPr>
          <a:xfrm>
            <a:off x="338429" y="946149"/>
            <a:ext cx="8300084" cy="1701800"/>
          </a:xfrm>
          <a:prstGeom prst="rect">
            <a:avLst/>
          </a:prstGeom>
        </p:spPr>
        <p:txBody>
          <a:bodyPr vert="horz" wrap="square" lIns="0" tIns="12065" rIns="0" bIns="0" rtlCol="0">
            <a:spAutoFit/>
          </a:bodyPr>
          <a:lstStyle/>
          <a:p>
            <a:pPr marL="12700">
              <a:lnSpc>
                <a:spcPct val="100000"/>
              </a:lnSpc>
              <a:spcBef>
                <a:spcPts val="95"/>
              </a:spcBef>
            </a:pPr>
            <a:r>
              <a:rPr sz="2200" spc="-10" dirty="0">
                <a:latin typeface="Times New Roman"/>
                <a:cs typeface="Times New Roman"/>
              </a:rPr>
              <a:t>Architecture</a:t>
            </a:r>
            <a:endParaRPr sz="2200">
              <a:latin typeface="Times New Roman"/>
              <a:cs typeface="Times New Roman"/>
            </a:endParaRPr>
          </a:p>
          <a:p>
            <a:pPr>
              <a:lnSpc>
                <a:spcPct val="100000"/>
              </a:lnSpc>
            </a:pPr>
            <a:endParaRPr sz="2200">
              <a:latin typeface="Times New Roman"/>
              <a:cs typeface="Times New Roman"/>
            </a:endParaRPr>
          </a:p>
          <a:p>
            <a:pPr>
              <a:lnSpc>
                <a:spcPct val="100000"/>
              </a:lnSpc>
              <a:spcBef>
                <a:spcPts val="220"/>
              </a:spcBef>
            </a:pPr>
            <a:endParaRPr sz="2200">
              <a:latin typeface="Times New Roman"/>
              <a:cs typeface="Times New Roman"/>
            </a:endParaRPr>
          </a:p>
          <a:p>
            <a:pPr marL="12700">
              <a:lnSpc>
                <a:spcPct val="100000"/>
              </a:lnSpc>
            </a:pPr>
            <a:r>
              <a:rPr sz="2200" spc="-145" dirty="0">
                <a:latin typeface="Times New Roman"/>
                <a:cs typeface="Times New Roman"/>
              </a:rPr>
              <a:t>Web</a:t>
            </a:r>
            <a:r>
              <a:rPr sz="2200" spc="5" dirty="0">
                <a:latin typeface="Times New Roman"/>
                <a:cs typeface="Times New Roman"/>
              </a:rPr>
              <a:t> </a:t>
            </a:r>
            <a:r>
              <a:rPr sz="2200" spc="-75" dirty="0">
                <a:latin typeface="Times New Roman"/>
                <a:cs typeface="Times New Roman"/>
              </a:rPr>
              <a:t>Server</a:t>
            </a:r>
            <a:r>
              <a:rPr sz="2200" spc="-30" dirty="0">
                <a:latin typeface="Times New Roman"/>
                <a:cs typeface="Times New Roman"/>
              </a:rPr>
              <a:t> </a:t>
            </a:r>
            <a:r>
              <a:rPr sz="2200" spc="-50" dirty="0">
                <a:latin typeface="Times New Roman"/>
                <a:cs typeface="Times New Roman"/>
              </a:rPr>
              <a:t>(User</a:t>
            </a:r>
            <a:r>
              <a:rPr sz="2200" spc="20" dirty="0">
                <a:latin typeface="Times New Roman"/>
                <a:cs typeface="Times New Roman"/>
              </a:rPr>
              <a:t> </a:t>
            </a:r>
            <a:r>
              <a:rPr sz="2200" spc="-85" dirty="0">
                <a:latin typeface="Times New Roman"/>
                <a:cs typeface="Times New Roman"/>
              </a:rPr>
              <a:t>Request)</a:t>
            </a:r>
            <a:r>
              <a:rPr sz="2200" spc="10" dirty="0">
                <a:latin typeface="Times New Roman"/>
                <a:cs typeface="Times New Roman"/>
              </a:rPr>
              <a:t> </a:t>
            </a:r>
            <a:r>
              <a:rPr sz="2200" spc="-55" dirty="0">
                <a:latin typeface="Times New Roman"/>
                <a:cs typeface="Times New Roman"/>
              </a:rPr>
              <a:t>--</a:t>
            </a:r>
            <a:r>
              <a:rPr sz="2200" spc="220" dirty="0">
                <a:latin typeface="Times New Roman"/>
                <a:cs typeface="Times New Roman"/>
              </a:rPr>
              <a:t>&gt;</a:t>
            </a:r>
            <a:r>
              <a:rPr sz="2200" spc="10" dirty="0">
                <a:latin typeface="Times New Roman"/>
                <a:cs typeface="Times New Roman"/>
              </a:rPr>
              <a:t> </a:t>
            </a:r>
            <a:r>
              <a:rPr sz="2200" spc="-204" dirty="0">
                <a:latin typeface="Times New Roman"/>
                <a:cs typeface="Times New Roman"/>
              </a:rPr>
              <a:t>SQS</a:t>
            </a:r>
            <a:r>
              <a:rPr sz="2200" spc="70" dirty="0">
                <a:latin typeface="Times New Roman"/>
                <a:cs typeface="Times New Roman"/>
              </a:rPr>
              <a:t> </a:t>
            </a:r>
            <a:r>
              <a:rPr sz="2200" spc="-35" dirty="0">
                <a:latin typeface="Times New Roman"/>
                <a:cs typeface="Times New Roman"/>
              </a:rPr>
              <a:t>Queue</a:t>
            </a:r>
            <a:r>
              <a:rPr sz="2200" spc="25" dirty="0">
                <a:latin typeface="Times New Roman"/>
                <a:cs typeface="Times New Roman"/>
              </a:rPr>
              <a:t> </a:t>
            </a:r>
            <a:r>
              <a:rPr sz="2200" spc="-65" dirty="0">
                <a:latin typeface="Times New Roman"/>
                <a:cs typeface="Times New Roman"/>
              </a:rPr>
              <a:t>--</a:t>
            </a:r>
            <a:r>
              <a:rPr sz="2200" spc="220" dirty="0">
                <a:latin typeface="Times New Roman"/>
                <a:cs typeface="Times New Roman"/>
              </a:rPr>
              <a:t>&gt;</a:t>
            </a:r>
            <a:r>
              <a:rPr sz="2200" spc="5" dirty="0">
                <a:latin typeface="Times New Roman"/>
                <a:cs typeface="Times New Roman"/>
              </a:rPr>
              <a:t> </a:t>
            </a:r>
            <a:r>
              <a:rPr sz="2200" spc="-85" dirty="0">
                <a:latin typeface="Times New Roman"/>
                <a:cs typeface="Times New Roman"/>
              </a:rPr>
              <a:t>Worker</a:t>
            </a:r>
            <a:r>
              <a:rPr sz="2200" spc="25" dirty="0">
                <a:latin typeface="Times New Roman"/>
                <a:cs typeface="Times New Roman"/>
              </a:rPr>
              <a:t> </a:t>
            </a:r>
            <a:r>
              <a:rPr sz="2200" spc="-114" dirty="0">
                <a:latin typeface="Times New Roman"/>
                <a:cs typeface="Times New Roman"/>
              </a:rPr>
              <a:t>EC2</a:t>
            </a:r>
            <a:r>
              <a:rPr sz="2200" spc="5" dirty="0">
                <a:latin typeface="Times New Roman"/>
                <a:cs typeface="Times New Roman"/>
              </a:rPr>
              <a:t> </a:t>
            </a:r>
            <a:r>
              <a:rPr sz="2200" spc="-105" dirty="0">
                <a:latin typeface="Times New Roman"/>
                <a:cs typeface="Times New Roman"/>
              </a:rPr>
              <a:t>Instance</a:t>
            </a:r>
            <a:r>
              <a:rPr sz="2200" spc="25" dirty="0">
                <a:latin typeface="Times New Roman"/>
                <a:cs typeface="Times New Roman"/>
              </a:rPr>
              <a:t> </a:t>
            </a:r>
            <a:r>
              <a:rPr sz="2200" spc="-65" dirty="0">
                <a:latin typeface="Times New Roman"/>
                <a:cs typeface="Times New Roman"/>
              </a:rPr>
              <a:t>-</a:t>
            </a:r>
            <a:r>
              <a:rPr sz="2200" spc="-55" dirty="0">
                <a:latin typeface="Times New Roman"/>
                <a:cs typeface="Times New Roman"/>
              </a:rPr>
              <a:t>-</a:t>
            </a:r>
            <a:r>
              <a:rPr sz="2200" spc="220" dirty="0">
                <a:latin typeface="Times New Roman"/>
                <a:cs typeface="Times New Roman"/>
              </a:rPr>
              <a:t>&gt;</a:t>
            </a:r>
            <a:r>
              <a:rPr sz="2200" spc="10" dirty="0">
                <a:latin typeface="Times New Roman"/>
                <a:cs typeface="Times New Roman"/>
              </a:rPr>
              <a:t> </a:t>
            </a:r>
            <a:r>
              <a:rPr sz="2200" spc="-90" dirty="0">
                <a:latin typeface="Times New Roman"/>
                <a:cs typeface="Times New Roman"/>
              </a:rPr>
              <a:t>Task</a:t>
            </a:r>
            <a:endParaRPr sz="2200">
              <a:latin typeface="Times New Roman"/>
              <a:cs typeface="Times New Roman"/>
            </a:endParaRPr>
          </a:p>
          <a:p>
            <a:pPr marL="12700">
              <a:lnSpc>
                <a:spcPct val="100000"/>
              </a:lnSpc>
              <a:spcBef>
                <a:spcPts val="5"/>
              </a:spcBef>
            </a:pPr>
            <a:r>
              <a:rPr sz="2200" spc="-10" dirty="0">
                <a:latin typeface="Times New Roman"/>
                <a:cs typeface="Times New Roman"/>
              </a:rPr>
              <a:t>Execution</a:t>
            </a:r>
            <a:endParaRPr sz="2200">
              <a:latin typeface="Times New Roman"/>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309" y="1317752"/>
            <a:ext cx="8152130" cy="452259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WS Elastic Beanstalk web server tier architecture diagram.">
            <a:extLst>
              <a:ext uri="{FF2B5EF4-FFF2-40B4-BE49-F238E27FC236}">
                <a16:creationId xmlns:a16="http://schemas.microsoft.com/office/drawing/2014/main" id="{0D4A1DE3-1E2C-7DFE-C593-E4FCDBB0D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285875"/>
            <a:ext cx="5715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215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600" y="1402765"/>
            <a:ext cx="8610600" cy="434835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5278" y="1219212"/>
            <a:ext cx="7463289" cy="286747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3427" y="1248155"/>
            <a:ext cx="7604125" cy="411187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685800"/>
            <a:ext cx="8534400" cy="55626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10" y="1179017"/>
            <a:ext cx="8981059" cy="452500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3" name="object 3"/>
          <p:cNvSpPr txBox="1">
            <a:spLocks noGrp="1"/>
          </p:cNvSpPr>
          <p:nvPr>
            <p:ph type="title"/>
          </p:nvPr>
        </p:nvSpPr>
        <p:spPr>
          <a:xfrm>
            <a:off x="279603" y="84894"/>
            <a:ext cx="8314690" cy="2309495"/>
          </a:xfrm>
          <a:prstGeom prst="rect">
            <a:avLst/>
          </a:prstGeom>
        </p:spPr>
        <p:txBody>
          <a:bodyPr vert="horz" wrap="square" lIns="0" tIns="175260" rIns="0" bIns="0" rtlCol="0">
            <a:spAutoFit/>
          </a:bodyPr>
          <a:lstStyle/>
          <a:p>
            <a:pPr marL="40005" algn="just">
              <a:lnSpc>
                <a:spcPct val="100000"/>
              </a:lnSpc>
              <a:spcBef>
                <a:spcPts val="1380"/>
              </a:spcBef>
            </a:pPr>
            <a:r>
              <a:rPr spc="-240" dirty="0"/>
              <a:t>AWS</a:t>
            </a:r>
            <a:r>
              <a:rPr spc="-5" dirty="0"/>
              <a:t> </a:t>
            </a:r>
            <a:r>
              <a:rPr dirty="0"/>
              <a:t>Local</a:t>
            </a:r>
            <a:r>
              <a:rPr spc="-155" dirty="0"/>
              <a:t> </a:t>
            </a:r>
            <a:r>
              <a:rPr spc="-10" dirty="0"/>
              <a:t>Zones</a:t>
            </a:r>
          </a:p>
          <a:p>
            <a:pPr marL="12700" marR="5080" algn="just">
              <a:lnSpc>
                <a:spcPct val="100000"/>
              </a:lnSpc>
              <a:spcBef>
                <a:spcPts val="855"/>
              </a:spcBef>
            </a:pPr>
            <a:r>
              <a:rPr sz="2400" b="1" spc="-270" dirty="0">
                <a:latin typeface="Times New Roman"/>
                <a:cs typeface="Times New Roman"/>
              </a:rPr>
              <a:t>AWS</a:t>
            </a:r>
            <a:r>
              <a:rPr sz="2400" b="1" spc="120" dirty="0">
                <a:latin typeface="Times New Roman"/>
                <a:cs typeface="Times New Roman"/>
              </a:rPr>
              <a:t> </a:t>
            </a:r>
            <a:r>
              <a:rPr sz="2400" b="1" dirty="0">
                <a:latin typeface="Times New Roman"/>
                <a:cs typeface="Times New Roman"/>
              </a:rPr>
              <a:t>Local</a:t>
            </a:r>
            <a:r>
              <a:rPr sz="2400" b="1" spc="-150" dirty="0">
                <a:latin typeface="Times New Roman"/>
                <a:cs typeface="Times New Roman"/>
              </a:rPr>
              <a:t> </a:t>
            </a:r>
            <a:r>
              <a:rPr sz="2400" b="1" dirty="0">
                <a:latin typeface="Times New Roman"/>
                <a:cs typeface="Times New Roman"/>
              </a:rPr>
              <a:t>Zones</a:t>
            </a:r>
            <a:r>
              <a:rPr sz="2400" b="1" spc="-125" dirty="0">
                <a:latin typeface="Times New Roman"/>
                <a:cs typeface="Times New Roman"/>
              </a:rPr>
              <a:t> </a:t>
            </a:r>
            <a:r>
              <a:rPr sz="2400" dirty="0">
                <a:latin typeface="Times New Roman"/>
                <a:cs typeface="Times New Roman"/>
              </a:rPr>
              <a:t>are </a:t>
            </a:r>
            <a:r>
              <a:rPr sz="2400" spc="-90" dirty="0">
                <a:latin typeface="Times New Roman"/>
                <a:cs typeface="Times New Roman"/>
              </a:rPr>
              <a:t>extensions</a:t>
            </a:r>
            <a:r>
              <a:rPr sz="2400" dirty="0">
                <a:latin typeface="Times New Roman"/>
                <a:cs typeface="Times New Roman"/>
              </a:rPr>
              <a:t> of</a:t>
            </a:r>
            <a:r>
              <a:rPr sz="2400" spc="-5" dirty="0">
                <a:latin typeface="Times New Roman"/>
                <a:cs typeface="Times New Roman"/>
              </a:rPr>
              <a:t> </a:t>
            </a:r>
            <a:r>
              <a:rPr sz="2400" spc="-325" dirty="0">
                <a:latin typeface="Times New Roman"/>
                <a:cs typeface="Times New Roman"/>
              </a:rPr>
              <a:t>AWS</a:t>
            </a:r>
            <a:r>
              <a:rPr sz="2400" spc="175" dirty="0">
                <a:latin typeface="Times New Roman"/>
                <a:cs typeface="Times New Roman"/>
              </a:rPr>
              <a:t> </a:t>
            </a:r>
            <a:r>
              <a:rPr sz="2400" spc="-105" dirty="0">
                <a:latin typeface="Times New Roman"/>
                <a:cs typeface="Times New Roman"/>
              </a:rPr>
              <a:t>Regions</a:t>
            </a:r>
            <a:r>
              <a:rPr sz="2400" spc="5" dirty="0">
                <a:latin typeface="Times New Roman"/>
                <a:cs typeface="Times New Roman"/>
              </a:rPr>
              <a:t> </a:t>
            </a:r>
            <a:r>
              <a:rPr sz="2400" dirty="0">
                <a:latin typeface="Times New Roman"/>
                <a:cs typeface="Times New Roman"/>
              </a:rPr>
              <a:t>that</a:t>
            </a:r>
            <a:r>
              <a:rPr sz="2400" spc="5" dirty="0">
                <a:latin typeface="Times New Roman"/>
                <a:cs typeface="Times New Roman"/>
              </a:rPr>
              <a:t> </a:t>
            </a:r>
            <a:r>
              <a:rPr sz="2400" spc="-35" dirty="0">
                <a:latin typeface="Times New Roman"/>
                <a:cs typeface="Times New Roman"/>
              </a:rPr>
              <a:t>bring</a:t>
            </a:r>
            <a:r>
              <a:rPr sz="2400" spc="5" dirty="0">
                <a:latin typeface="Times New Roman"/>
                <a:cs typeface="Times New Roman"/>
              </a:rPr>
              <a:t> </a:t>
            </a:r>
            <a:r>
              <a:rPr sz="2400" spc="-45" dirty="0">
                <a:latin typeface="Times New Roman"/>
                <a:cs typeface="Times New Roman"/>
              </a:rPr>
              <a:t>compute, </a:t>
            </a:r>
            <a:r>
              <a:rPr sz="2400" spc="-95" dirty="0">
                <a:latin typeface="Times New Roman"/>
                <a:cs typeface="Times New Roman"/>
              </a:rPr>
              <a:t>storage,</a:t>
            </a:r>
            <a:r>
              <a:rPr sz="2400" spc="-55" dirty="0">
                <a:latin typeface="Times New Roman"/>
                <a:cs typeface="Times New Roman"/>
              </a:rPr>
              <a:t> </a:t>
            </a:r>
            <a:r>
              <a:rPr sz="2400" spc="-120" dirty="0">
                <a:latin typeface="Times New Roman"/>
                <a:cs typeface="Times New Roman"/>
              </a:rPr>
              <a:t>and</a:t>
            </a:r>
            <a:r>
              <a:rPr sz="2400" spc="-30" dirty="0">
                <a:latin typeface="Times New Roman"/>
                <a:cs typeface="Times New Roman"/>
              </a:rPr>
              <a:t> </a:t>
            </a:r>
            <a:r>
              <a:rPr sz="2400" spc="-40" dirty="0">
                <a:latin typeface="Times New Roman"/>
                <a:cs typeface="Times New Roman"/>
              </a:rPr>
              <a:t>other</a:t>
            </a:r>
            <a:r>
              <a:rPr sz="2400" spc="-110" dirty="0">
                <a:latin typeface="Times New Roman"/>
                <a:cs typeface="Times New Roman"/>
              </a:rPr>
              <a:t> </a:t>
            </a:r>
            <a:r>
              <a:rPr sz="2400" spc="-90" dirty="0">
                <a:latin typeface="Times New Roman"/>
                <a:cs typeface="Times New Roman"/>
              </a:rPr>
              <a:t>select</a:t>
            </a:r>
            <a:r>
              <a:rPr sz="2400" spc="-60" dirty="0">
                <a:latin typeface="Times New Roman"/>
                <a:cs typeface="Times New Roman"/>
              </a:rPr>
              <a:t> </a:t>
            </a:r>
            <a:r>
              <a:rPr sz="2400" spc="-409" dirty="0">
                <a:latin typeface="Times New Roman"/>
                <a:cs typeface="Times New Roman"/>
              </a:rPr>
              <a:t>AWS</a:t>
            </a:r>
            <a:r>
              <a:rPr sz="2400" spc="260" dirty="0">
                <a:latin typeface="Times New Roman"/>
                <a:cs typeface="Times New Roman"/>
              </a:rPr>
              <a:t> </a:t>
            </a:r>
            <a:r>
              <a:rPr sz="2400" spc="-110" dirty="0">
                <a:latin typeface="Times New Roman"/>
                <a:cs typeface="Times New Roman"/>
              </a:rPr>
              <a:t>services</a:t>
            </a:r>
            <a:r>
              <a:rPr sz="2400" spc="-40" dirty="0">
                <a:latin typeface="Times New Roman"/>
                <a:cs typeface="Times New Roman"/>
              </a:rPr>
              <a:t> </a:t>
            </a:r>
            <a:r>
              <a:rPr sz="2400" spc="-95" dirty="0">
                <a:latin typeface="Times New Roman"/>
                <a:cs typeface="Times New Roman"/>
              </a:rPr>
              <a:t>closer</a:t>
            </a:r>
            <a:r>
              <a:rPr sz="2400" spc="-5" dirty="0">
                <a:latin typeface="Times New Roman"/>
                <a:cs typeface="Times New Roman"/>
              </a:rPr>
              <a:t> </a:t>
            </a:r>
            <a:r>
              <a:rPr sz="2400" dirty="0">
                <a:latin typeface="Times New Roman"/>
                <a:cs typeface="Times New Roman"/>
              </a:rPr>
              <a:t>to </a:t>
            </a:r>
            <a:r>
              <a:rPr sz="2400" spc="-100" dirty="0">
                <a:latin typeface="Times New Roman"/>
                <a:cs typeface="Times New Roman"/>
              </a:rPr>
              <a:t>major</a:t>
            </a:r>
            <a:r>
              <a:rPr sz="2400" spc="10" dirty="0">
                <a:latin typeface="Times New Roman"/>
                <a:cs typeface="Times New Roman"/>
              </a:rPr>
              <a:t> </a:t>
            </a:r>
            <a:r>
              <a:rPr sz="2400" spc="-95" dirty="0">
                <a:latin typeface="Times New Roman"/>
                <a:cs typeface="Times New Roman"/>
              </a:rPr>
              <a:t>population</a:t>
            </a:r>
            <a:r>
              <a:rPr sz="2400" dirty="0">
                <a:latin typeface="Times New Roman"/>
                <a:cs typeface="Times New Roman"/>
              </a:rPr>
              <a:t> </a:t>
            </a:r>
            <a:r>
              <a:rPr sz="2400" spc="-10" dirty="0">
                <a:latin typeface="Times New Roman"/>
                <a:cs typeface="Times New Roman"/>
              </a:rPr>
              <a:t>centers, </a:t>
            </a:r>
            <a:r>
              <a:rPr sz="2400" spc="-20" dirty="0">
                <a:latin typeface="Times New Roman"/>
                <a:cs typeface="Times New Roman"/>
              </a:rPr>
              <a:t>industry</a:t>
            </a:r>
            <a:r>
              <a:rPr sz="2400" spc="75" dirty="0">
                <a:latin typeface="Times New Roman"/>
                <a:cs typeface="Times New Roman"/>
              </a:rPr>
              <a:t> </a:t>
            </a:r>
            <a:r>
              <a:rPr sz="2400" dirty="0">
                <a:latin typeface="Times New Roman"/>
                <a:cs typeface="Times New Roman"/>
              </a:rPr>
              <a:t>hubs,</a:t>
            </a:r>
            <a:r>
              <a:rPr sz="2400" spc="15" dirty="0">
                <a:latin typeface="Times New Roman"/>
                <a:cs typeface="Times New Roman"/>
              </a:rPr>
              <a:t> </a:t>
            </a:r>
            <a:r>
              <a:rPr sz="2400" dirty="0">
                <a:latin typeface="Times New Roman"/>
                <a:cs typeface="Times New Roman"/>
              </a:rPr>
              <a:t>and</a:t>
            </a:r>
            <a:r>
              <a:rPr sz="2400" spc="80" dirty="0">
                <a:latin typeface="Times New Roman"/>
                <a:cs typeface="Times New Roman"/>
              </a:rPr>
              <a:t> </a:t>
            </a:r>
            <a:r>
              <a:rPr sz="2400" dirty="0">
                <a:latin typeface="Times New Roman"/>
                <a:cs typeface="Times New Roman"/>
              </a:rPr>
              <a:t>end</a:t>
            </a:r>
            <a:r>
              <a:rPr sz="2400" spc="75" dirty="0">
                <a:latin typeface="Times New Roman"/>
                <a:cs typeface="Times New Roman"/>
              </a:rPr>
              <a:t> </a:t>
            </a:r>
            <a:r>
              <a:rPr sz="2400" dirty="0">
                <a:latin typeface="Times New Roman"/>
                <a:cs typeface="Times New Roman"/>
              </a:rPr>
              <a:t>users.</a:t>
            </a:r>
            <a:r>
              <a:rPr sz="2400" spc="20" dirty="0">
                <a:latin typeface="Times New Roman"/>
                <a:cs typeface="Times New Roman"/>
              </a:rPr>
              <a:t> </a:t>
            </a:r>
            <a:r>
              <a:rPr sz="2400" dirty="0">
                <a:latin typeface="Times New Roman"/>
                <a:cs typeface="Times New Roman"/>
              </a:rPr>
              <a:t>They</a:t>
            </a:r>
            <a:r>
              <a:rPr sz="2400" spc="75" dirty="0">
                <a:latin typeface="Times New Roman"/>
                <a:cs typeface="Times New Roman"/>
              </a:rPr>
              <a:t> </a:t>
            </a:r>
            <a:r>
              <a:rPr sz="2400" dirty="0">
                <a:latin typeface="Times New Roman"/>
                <a:cs typeface="Times New Roman"/>
              </a:rPr>
              <a:t>are</a:t>
            </a:r>
            <a:r>
              <a:rPr sz="2400" spc="75" dirty="0">
                <a:latin typeface="Times New Roman"/>
                <a:cs typeface="Times New Roman"/>
              </a:rPr>
              <a:t> </a:t>
            </a:r>
            <a:r>
              <a:rPr sz="2400" spc="-50" dirty="0">
                <a:latin typeface="Times New Roman"/>
                <a:cs typeface="Times New Roman"/>
              </a:rPr>
              <a:t>designed</a:t>
            </a:r>
            <a:r>
              <a:rPr sz="2400" spc="80" dirty="0">
                <a:latin typeface="Times New Roman"/>
                <a:cs typeface="Times New Roman"/>
              </a:rPr>
              <a:t> </a:t>
            </a:r>
            <a:r>
              <a:rPr sz="2400" dirty="0">
                <a:latin typeface="Times New Roman"/>
                <a:cs typeface="Times New Roman"/>
              </a:rPr>
              <a:t>to</a:t>
            </a:r>
            <a:r>
              <a:rPr sz="2400" spc="80" dirty="0">
                <a:latin typeface="Times New Roman"/>
                <a:cs typeface="Times New Roman"/>
              </a:rPr>
              <a:t> </a:t>
            </a:r>
            <a:r>
              <a:rPr sz="2400" spc="-40" dirty="0">
                <a:latin typeface="Times New Roman"/>
                <a:cs typeface="Times New Roman"/>
              </a:rPr>
              <a:t>address</a:t>
            </a:r>
            <a:r>
              <a:rPr sz="2400" spc="75" dirty="0">
                <a:latin typeface="Times New Roman"/>
                <a:cs typeface="Times New Roman"/>
              </a:rPr>
              <a:t> </a:t>
            </a:r>
            <a:r>
              <a:rPr sz="2400" dirty="0">
                <a:latin typeface="Times New Roman"/>
                <a:cs typeface="Times New Roman"/>
              </a:rPr>
              <a:t>use</a:t>
            </a:r>
            <a:r>
              <a:rPr sz="2400" spc="75" dirty="0">
                <a:latin typeface="Times New Roman"/>
                <a:cs typeface="Times New Roman"/>
              </a:rPr>
              <a:t> </a:t>
            </a:r>
            <a:r>
              <a:rPr sz="2400" spc="-90" dirty="0">
                <a:latin typeface="Times New Roman"/>
                <a:cs typeface="Times New Roman"/>
              </a:rPr>
              <a:t>cases </a:t>
            </a:r>
            <a:r>
              <a:rPr sz="2400" spc="-100" dirty="0">
                <a:latin typeface="Times New Roman"/>
                <a:cs typeface="Times New Roman"/>
              </a:rPr>
              <a:t>requiring</a:t>
            </a:r>
            <a:r>
              <a:rPr sz="2400" spc="-50" dirty="0">
                <a:latin typeface="Times New Roman"/>
                <a:cs typeface="Times New Roman"/>
              </a:rPr>
              <a:t> </a:t>
            </a:r>
            <a:r>
              <a:rPr sz="2400" spc="-145" dirty="0">
                <a:latin typeface="Times New Roman"/>
                <a:cs typeface="Times New Roman"/>
              </a:rPr>
              <a:t>low</a:t>
            </a:r>
            <a:r>
              <a:rPr sz="2400" spc="-45" dirty="0">
                <a:latin typeface="Times New Roman"/>
                <a:cs typeface="Times New Roman"/>
              </a:rPr>
              <a:t> </a:t>
            </a:r>
            <a:r>
              <a:rPr sz="2400" spc="-120" dirty="0">
                <a:latin typeface="Times New Roman"/>
                <a:cs typeface="Times New Roman"/>
              </a:rPr>
              <a:t>latency</a:t>
            </a:r>
            <a:r>
              <a:rPr sz="2400" spc="-30" dirty="0">
                <a:latin typeface="Times New Roman"/>
                <a:cs typeface="Times New Roman"/>
              </a:rPr>
              <a:t> </a:t>
            </a:r>
            <a:r>
              <a:rPr sz="2400" spc="-120" dirty="0">
                <a:latin typeface="Times New Roman"/>
                <a:cs typeface="Times New Roman"/>
              </a:rPr>
              <a:t>(single-</a:t>
            </a:r>
            <a:r>
              <a:rPr sz="2400" spc="-100" dirty="0">
                <a:latin typeface="Times New Roman"/>
                <a:cs typeface="Times New Roman"/>
              </a:rPr>
              <a:t>digit</a:t>
            </a:r>
            <a:r>
              <a:rPr sz="2400" spc="-55" dirty="0">
                <a:latin typeface="Times New Roman"/>
                <a:cs typeface="Times New Roman"/>
              </a:rPr>
              <a:t> </a:t>
            </a:r>
            <a:r>
              <a:rPr sz="2400" spc="-114" dirty="0">
                <a:latin typeface="Times New Roman"/>
                <a:cs typeface="Times New Roman"/>
              </a:rPr>
              <a:t>millisecond)</a:t>
            </a:r>
            <a:r>
              <a:rPr sz="2400" spc="-60" dirty="0">
                <a:latin typeface="Times New Roman"/>
                <a:cs typeface="Times New Roman"/>
              </a:rPr>
              <a:t> </a:t>
            </a:r>
            <a:r>
              <a:rPr sz="2400" dirty="0">
                <a:latin typeface="Times New Roman"/>
                <a:cs typeface="Times New Roman"/>
              </a:rPr>
              <a:t>or</a:t>
            </a:r>
            <a:r>
              <a:rPr sz="2400" spc="-35" dirty="0">
                <a:latin typeface="Times New Roman"/>
                <a:cs typeface="Times New Roman"/>
              </a:rPr>
              <a:t> </a:t>
            </a:r>
            <a:r>
              <a:rPr sz="2400" spc="-130" dirty="0">
                <a:latin typeface="Times New Roman"/>
                <a:cs typeface="Times New Roman"/>
              </a:rPr>
              <a:t>local</a:t>
            </a:r>
            <a:r>
              <a:rPr sz="2400" spc="-45" dirty="0">
                <a:latin typeface="Times New Roman"/>
                <a:cs typeface="Times New Roman"/>
              </a:rPr>
              <a:t> </a:t>
            </a:r>
            <a:r>
              <a:rPr sz="2400" spc="-125" dirty="0">
                <a:latin typeface="Times New Roman"/>
                <a:cs typeface="Times New Roman"/>
              </a:rPr>
              <a:t>data</a:t>
            </a:r>
            <a:r>
              <a:rPr sz="2400" spc="-50" dirty="0">
                <a:latin typeface="Times New Roman"/>
                <a:cs typeface="Times New Roman"/>
              </a:rPr>
              <a:t> </a:t>
            </a:r>
            <a:r>
              <a:rPr sz="2400" spc="-10" dirty="0">
                <a:latin typeface="Times New Roman"/>
                <a:cs typeface="Times New Roman"/>
              </a:rPr>
              <a:t>residency.</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49</a:t>
            </a:fld>
            <a:endParaRPr spc="-25" dirty="0"/>
          </a:p>
        </p:txBody>
      </p:sp>
      <p:sp>
        <p:nvSpPr>
          <p:cNvPr id="4" name="object 4"/>
          <p:cNvSpPr txBox="1"/>
          <p:nvPr/>
        </p:nvSpPr>
        <p:spPr>
          <a:xfrm>
            <a:off x="279603" y="2734563"/>
            <a:ext cx="8302625" cy="3281045"/>
          </a:xfrm>
          <a:prstGeom prst="rect">
            <a:avLst/>
          </a:prstGeom>
        </p:spPr>
        <p:txBody>
          <a:bodyPr vert="horz" wrap="square" lIns="0" tIns="88265" rIns="0" bIns="0" rtlCol="0">
            <a:spAutoFit/>
          </a:bodyPr>
          <a:lstStyle/>
          <a:p>
            <a:pPr marL="287020" indent="-274320" algn="just">
              <a:lnSpc>
                <a:spcPct val="100000"/>
              </a:lnSpc>
              <a:spcBef>
                <a:spcPts val="695"/>
              </a:spcBef>
              <a:buClr>
                <a:srgbClr val="D24717"/>
              </a:buClr>
              <a:buSzPct val="85416"/>
              <a:buFont typeface="Segoe UI Symbol"/>
              <a:buChar char="⚫"/>
              <a:tabLst>
                <a:tab pos="287020" algn="l"/>
              </a:tabLst>
            </a:pPr>
            <a:r>
              <a:rPr sz="2400" b="1" spc="-100" dirty="0">
                <a:latin typeface="Times New Roman"/>
                <a:cs typeface="Times New Roman"/>
              </a:rPr>
              <a:t>Key</a:t>
            </a:r>
            <a:r>
              <a:rPr sz="2400" b="1" spc="-35" dirty="0">
                <a:latin typeface="Times New Roman"/>
                <a:cs typeface="Times New Roman"/>
              </a:rPr>
              <a:t> </a:t>
            </a:r>
            <a:r>
              <a:rPr sz="2400" b="1" spc="-65" dirty="0">
                <a:latin typeface="Times New Roman"/>
                <a:cs typeface="Times New Roman"/>
              </a:rPr>
              <a:t>Features</a:t>
            </a:r>
            <a:r>
              <a:rPr sz="2400" b="1" spc="-50" dirty="0">
                <a:latin typeface="Times New Roman"/>
                <a:cs typeface="Times New Roman"/>
              </a:rPr>
              <a:t> </a:t>
            </a:r>
            <a:r>
              <a:rPr sz="2400" b="1" dirty="0">
                <a:latin typeface="Times New Roman"/>
                <a:cs typeface="Times New Roman"/>
              </a:rPr>
              <a:t>of</a:t>
            </a:r>
            <a:r>
              <a:rPr sz="2400" b="1" spc="-130" dirty="0">
                <a:latin typeface="Times New Roman"/>
                <a:cs typeface="Times New Roman"/>
              </a:rPr>
              <a:t> </a:t>
            </a:r>
            <a:r>
              <a:rPr sz="2400" b="1" spc="-270" dirty="0">
                <a:latin typeface="Times New Roman"/>
                <a:cs typeface="Times New Roman"/>
              </a:rPr>
              <a:t>AWS</a:t>
            </a:r>
            <a:r>
              <a:rPr sz="2400" b="1" spc="-35" dirty="0">
                <a:latin typeface="Times New Roman"/>
                <a:cs typeface="Times New Roman"/>
              </a:rPr>
              <a:t> </a:t>
            </a:r>
            <a:r>
              <a:rPr sz="2400" b="1" spc="-60" dirty="0">
                <a:latin typeface="Times New Roman"/>
                <a:cs typeface="Times New Roman"/>
              </a:rPr>
              <a:t>Local</a:t>
            </a:r>
            <a:r>
              <a:rPr sz="2400" b="1" spc="-35" dirty="0">
                <a:latin typeface="Times New Roman"/>
                <a:cs typeface="Times New Roman"/>
              </a:rPr>
              <a:t> </a:t>
            </a:r>
            <a:r>
              <a:rPr sz="2400" b="1" spc="-10" dirty="0">
                <a:latin typeface="Times New Roman"/>
                <a:cs typeface="Times New Roman"/>
              </a:rPr>
              <a:t>Zones</a:t>
            </a:r>
            <a:endParaRPr sz="2400">
              <a:latin typeface="Times New Roman"/>
              <a:cs typeface="Times New Roman"/>
            </a:endParaRPr>
          </a:p>
          <a:p>
            <a:pPr marL="12700" algn="just">
              <a:lnSpc>
                <a:spcPct val="100000"/>
              </a:lnSpc>
              <a:spcBef>
                <a:spcPts val="600"/>
              </a:spcBef>
            </a:pPr>
            <a:r>
              <a:rPr sz="2050" b="1" dirty="0">
                <a:solidFill>
                  <a:srgbClr val="D24717"/>
                </a:solidFill>
                <a:latin typeface="Times New Roman"/>
                <a:cs typeface="Times New Roman"/>
              </a:rPr>
              <a:t>1.</a:t>
            </a:r>
            <a:r>
              <a:rPr sz="2050" b="1" spc="135" dirty="0">
                <a:solidFill>
                  <a:srgbClr val="D24717"/>
                </a:solidFill>
                <a:latin typeface="Times New Roman"/>
                <a:cs typeface="Times New Roman"/>
              </a:rPr>
              <a:t> </a:t>
            </a:r>
            <a:r>
              <a:rPr sz="2400" b="1" spc="-10" dirty="0">
                <a:latin typeface="Times New Roman"/>
                <a:cs typeface="Times New Roman"/>
              </a:rPr>
              <a:t>Proximity</a:t>
            </a:r>
            <a:r>
              <a:rPr sz="2400" b="1" spc="-60" dirty="0">
                <a:latin typeface="Times New Roman"/>
                <a:cs typeface="Times New Roman"/>
              </a:rPr>
              <a:t> </a:t>
            </a:r>
            <a:r>
              <a:rPr sz="2400" b="1" spc="60" dirty="0">
                <a:latin typeface="Times New Roman"/>
                <a:cs typeface="Times New Roman"/>
              </a:rPr>
              <a:t>to</a:t>
            </a:r>
            <a:r>
              <a:rPr sz="2400" b="1" spc="-90" dirty="0">
                <a:latin typeface="Times New Roman"/>
                <a:cs typeface="Times New Roman"/>
              </a:rPr>
              <a:t> </a:t>
            </a:r>
            <a:r>
              <a:rPr sz="2400" b="1" spc="-120" dirty="0">
                <a:latin typeface="Times New Roman"/>
                <a:cs typeface="Times New Roman"/>
              </a:rPr>
              <a:t>End</a:t>
            </a:r>
            <a:r>
              <a:rPr sz="2400" b="1" spc="-65" dirty="0">
                <a:latin typeface="Times New Roman"/>
                <a:cs typeface="Times New Roman"/>
              </a:rPr>
              <a:t> </a:t>
            </a:r>
            <a:r>
              <a:rPr sz="2400" b="1" spc="-10" dirty="0">
                <a:latin typeface="Times New Roman"/>
                <a:cs typeface="Times New Roman"/>
              </a:rPr>
              <a:t>Users</a:t>
            </a:r>
            <a:r>
              <a:rPr sz="2400" spc="-10" dirty="0">
                <a:latin typeface="Times New Roman"/>
                <a:cs typeface="Times New Roman"/>
              </a:rPr>
              <a:t>:</a:t>
            </a:r>
            <a:endParaRPr sz="2400">
              <a:latin typeface="Times New Roman"/>
              <a:cs typeface="Times New Roman"/>
            </a:endParaRPr>
          </a:p>
          <a:p>
            <a:pPr marL="755015" marR="5080" indent="-285750" algn="just">
              <a:lnSpc>
                <a:spcPct val="100000"/>
              </a:lnSpc>
              <a:spcBef>
                <a:spcPts val="400"/>
              </a:spcBef>
              <a:buClr>
                <a:srgbClr val="9B2C1F"/>
              </a:buClr>
              <a:buSzPct val="85416"/>
              <a:buAutoNum type="arabicPeriod"/>
              <a:tabLst>
                <a:tab pos="756285" algn="l"/>
              </a:tabLst>
            </a:pPr>
            <a:r>
              <a:rPr sz="2400" spc="-70" dirty="0">
                <a:latin typeface="Times New Roman"/>
                <a:cs typeface="Times New Roman"/>
              </a:rPr>
              <a:t>Provides</a:t>
            </a:r>
            <a:r>
              <a:rPr sz="2400" spc="60" dirty="0">
                <a:latin typeface="Times New Roman"/>
                <a:cs typeface="Times New Roman"/>
              </a:rPr>
              <a:t> </a:t>
            </a:r>
            <a:r>
              <a:rPr sz="2400" spc="-80" dirty="0">
                <a:latin typeface="Times New Roman"/>
                <a:cs typeface="Times New Roman"/>
              </a:rPr>
              <a:t>access</a:t>
            </a:r>
            <a:r>
              <a:rPr sz="2400" spc="120" dirty="0">
                <a:latin typeface="Times New Roman"/>
                <a:cs typeface="Times New Roman"/>
              </a:rPr>
              <a:t> </a:t>
            </a:r>
            <a:r>
              <a:rPr sz="2400" dirty="0">
                <a:latin typeface="Times New Roman"/>
                <a:cs typeface="Times New Roman"/>
              </a:rPr>
              <a:t>to</a:t>
            </a:r>
            <a:r>
              <a:rPr sz="2400" spc="120" dirty="0">
                <a:latin typeface="Times New Roman"/>
                <a:cs typeface="Times New Roman"/>
              </a:rPr>
              <a:t> </a:t>
            </a:r>
            <a:r>
              <a:rPr sz="2400" spc="-325" dirty="0">
                <a:latin typeface="Times New Roman"/>
                <a:cs typeface="Times New Roman"/>
              </a:rPr>
              <a:t>AWS</a:t>
            </a:r>
            <a:r>
              <a:rPr sz="2400" spc="175" dirty="0">
                <a:latin typeface="Times New Roman"/>
                <a:cs typeface="Times New Roman"/>
              </a:rPr>
              <a:t> </a:t>
            </a:r>
            <a:r>
              <a:rPr sz="2400" spc="-45" dirty="0">
                <a:latin typeface="Times New Roman"/>
                <a:cs typeface="Times New Roman"/>
              </a:rPr>
              <a:t>services</a:t>
            </a:r>
            <a:r>
              <a:rPr sz="2400" spc="125" dirty="0">
                <a:latin typeface="Times New Roman"/>
                <a:cs typeface="Times New Roman"/>
              </a:rPr>
              <a:t> </a:t>
            </a:r>
            <a:r>
              <a:rPr sz="2400" spc="-10" dirty="0">
                <a:latin typeface="Times New Roman"/>
                <a:cs typeface="Times New Roman"/>
              </a:rPr>
              <a:t>closer</a:t>
            </a:r>
            <a:r>
              <a:rPr sz="2400" spc="125" dirty="0">
                <a:latin typeface="Times New Roman"/>
                <a:cs typeface="Times New Roman"/>
              </a:rPr>
              <a:t> </a:t>
            </a:r>
            <a:r>
              <a:rPr sz="2400" dirty="0">
                <a:latin typeface="Times New Roman"/>
                <a:cs typeface="Times New Roman"/>
              </a:rPr>
              <a:t>to</a:t>
            </a:r>
            <a:r>
              <a:rPr sz="2400" spc="114" dirty="0">
                <a:latin typeface="Times New Roman"/>
                <a:cs typeface="Times New Roman"/>
              </a:rPr>
              <a:t> </a:t>
            </a:r>
            <a:r>
              <a:rPr sz="2400" dirty="0">
                <a:latin typeface="Times New Roman"/>
                <a:cs typeface="Times New Roman"/>
              </a:rPr>
              <a:t>users</a:t>
            </a:r>
            <a:r>
              <a:rPr sz="2400" spc="125" dirty="0">
                <a:latin typeface="Times New Roman"/>
                <a:cs typeface="Times New Roman"/>
              </a:rPr>
              <a:t> </a:t>
            </a:r>
            <a:r>
              <a:rPr sz="2400" dirty="0">
                <a:latin typeface="Times New Roman"/>
                <a:cs typeface="Times New Roman"/>
              </a:rPr>
              <a:t>for</a:t>
            </a:r>
            <a:r>
              <a:rPr sz="2400" spc="120" dirty="0">
                <a:latin typeface="Times New Roman"/>
                <a:cs typeface="Times New Roman"/>
              </a:rPr>
              <a:t> </a:t>
            </a:r>
            <a:r>
              <a:rPr sz="2400" spc="-100" dirty="0">
                <a:latin typeface="Times New Roman"/>
                <a:cs typeface="Times New Roman"/>
              </a:rPr>
              <a:t>applications 	</a:t>
            </a:r>
            <a:r>
              <a:rPr sz="2400" spc="-120" dirty="0">
                <a:latin typeface="Times New Roman"/>
                <a:cs typeface="Times New Roman"/>
              </a:rPr>
              <a:t>sensitive</a:t>
            </a:r>
            <a:r>
              <a:rPr sz="2400" spc="-30" dirty="0">
                <a:latin typeface="Times New Roman"/>
                <a:cs typeface="Times New Roman"/>
              </a:rPr>
              <a:t> </a:t>
            </a:r>
            <a:r>
              <a:rPr sz="2400" dirty="0">
                <a:latin typeface="Times New Roman"/>
                <a:cs typeface="Times New Roman"/>
              </a:rPr>
              <a:t>to</a:t>
            </a:r>
            <a:r>
              <a:rPr sz="2400" spc="-50" dirty="0">
                <a:latin typeface="Times New Roman"/>
                <a:cs typeface="Times New Roman"/>
              </a:rPr>
              <a:t> </a:t>
            </a:r>
            <a:r>
              <a:rPr sz="2400" spc="-125" dirty="0">
                <a:latin typeface="Times New Roman"/>
                <a:cs typeface="Times New Roman"/>
              </a:rPr>
              <a:t>latency,</a:t>
            </a:r>
            <a:r>
              <a:rPr sz="2400" spc="-25" dirty="0">
                <a:latin typeface="Times New Roman"/>
                <a:cs typeface="Times New Roman"/>
              </a:rPr>
              <a:t> </a:t>
            </a:r>
            <a:r>
              <a:rPr sz="2400" spc="-100" dirty="0">
                <a:latin typeface="Times New Roman"/>
                <a:cs typeface="Times New Roman"/>
              </a:rPr>
              <a:t>like</a:t>
            </a:r>
            <a:r>
              <a:rPr sz="2400" spc="25" dirty="0">
                <a:latin typeface="Times New Roman"/>
                <a:cs typeface="Times New Roman"/>
              </a:rPr>
              <a:t> </a:t>
            </a:r>
            <a:r>
              <a:rPr sz="2400" spc="-135" dirty="0">
                <a:latin typeface="Times New Roman"/>
                <a:cs typeface="Times New Roman"/>
              </a:rPr>
              <a:t>gaming,</a:t>
            </a:r>
            <a:r>
              <a:rPr sz="2400" spc="-15" dirty="0">
                <a:latin typeface="Times New Roman"/>
                <a:cs typeface="Times New Roman"/>
              </a:rPr>
              <a:t> </a:t>
            </a:r>
            <a:r>
              <a:rPr sz="2400" spc="-114" dirty="0">
                <a:latin typeface="Times New Roman"/>
                <a:cs typeface="Times New Roman"/>
              </a:rPr>
              <a:t>live</a:t>
            </a:r>
            <a:r>
              <a:rPr sz="2400" spc="25" dirty="0">
                <a:latin typeface="Times New Roman"/>
                <a:cs typeface="Times New Roman"/>
              </a:rPr>
              <a:t> </a:t>
            </a:r>
            <a:r>
              <a:rPr sz="2400" spc="-110" dirty="0">
                <a:latin typeface="Times New Roman"/>
                <a:cs typeface="Times New Roman"/>
              </a:rPr>
              <a:t>video</a:t>
            </a:r>
            <a:r>
              <a:rPr sz="2400" spc="35" dirty="0">
                <a:latin typeface="Times New Roman"/>
                <a:cs typeface="Times New Roman"/>
              </a:rPr>
              <a:t> </a:t>
            </a:r>
            <a:r>
              <a:rPr sz="2400" spc="-105" dirty="0">
                <a:latin typeface="Times New Roman"/>
                <a:cs typeface="Times New Roman"/>
              </a:rPr>
              <a:t>streaming,</a:t>
            </a:r>
            <a:r>
              <a:rPr sz="2400" spc="-45" dirty="0">
                <a:latin typeface="Times New Roman"/>
                <a:cs typeface="Times New Roman"/>
              </a:rPr>
              <a:t> </a:t>
            </a:r>
            <a:r>
              <a:rPr sz="2400" spc="-105" dirty="0">
                <a:latin typeface="Times New Roman"/>
                <a:cs typeface="Times New Roman"/>
              </a:rPr>
              <a:t>and</a:t>
            </a:r>
            <a:r>
              <a:rPr sz="2400" spc="30" dirty="0">
                <a:latin typeface="Times New Roman"/>
                <a:cs typeface="Times New Roman"/>
              </a:rPr>
              <a:t> </a:t>
            </a:r>
            <a:r>
              <a:rPr sz="2400" spc="-95" dirty="0">
                <a:latin typeface="Times New Roman"/>
                <a:cs typeface="Times New Roman"/>
              </a:rPr>
              <a:t>real-</a:t>
            </a:r>
            <a:r>
              <a:rPr sz="2400" spc="-20" dirty="0">
                <a:latin typeface="Times New Roman"/>
                <a:cs typeface="Times New Roman"/>
              </a:rPr>
              <a:t>time 	</a:t>
            </a:r>
            <a:r>
              <a:rPr sz="2400" spc="-35" dirty="0">
                <a:latin typeface="Times New Roman"/>
                <a:cs typeface="Times New Roman"/>
              </a:rPr>
              <a:t>simulations.</a:t>
            </a:r>
            <a:endParaRPr sz="2400">
              <a:latin typeface="Times New Roman"/>
              <a:cs typeface="Times New Roman"/>
            </a:endParaRPr>
          </a:p>
          <a:p>
            <a:pPr marL="286385" indent="-273685" algn="just">
              <a:lnSpc>
                <a:spcPct val="100000"/>
              </a:lnSpc>
              <a:spcBef>
                <a:spcPts val="600"/>
              </a:spcBef>
              <a:buClr>
                <a:srgbClr val="D24717"/>
              </a:buClr>
              <a:buSzPct val="85416"/>
              <a:buAutoNum type="arabicPeriod"/>
              <a:tabLst>
                <a:tab pos="286385" algn="l"/>
              </a:tabLst>
            </a:pPr>
            <a:r>
              <a:rPr sz="2400" b="1" dirty="0">
                <a:latin typeface="Times New Roman"/>
                <a:cs typeface="Times New Roman"/>
              </a:rPr>
              <a:t>Reduced </a:t>
            </a:r>
            <a:r>
              <a:rPr sz="2400" b="1" spc="-10" dirty="0">
                <a:latin typeface="Times New Roman"/>
                <a:cs typeface="Times New Roman"/>
              </a:rPr>
              <a:t>Latency</a:t>
            </a:r>
            <a:r>
              <a:rPr sz="2400" spc="-10" dirty="0">
                <a:latin typeface="Times New Roman"/>
                <a:cs typeface="Times New Roman"/>
              </a:rPr>
              <a:t>:</a:t>
            </a:r>
            <a:endParaRPr sz="2400">
              <a:latin typeface="Times New Roman"/>
              <a:cs typeface="Times New Roman"/>
            </a:endParaRPr>
          </a:p>
          <a:p>
            <a:pPr marL="755015" marR="5080" lvl="1" indent="-285750" algn="just">
              <a:lnSpc>
                <a:spcPct val="100000"/>
              </a:lnSpc>
              <a:spcBef>
                <a:spcPts val="400"/>
              </a:spcBef>
              <a:buClr>
                <a:srgbClr val="9B2C1F"/>
              </a:buClr>
              <a:buSzPct val="85416"/>
              <a:buAutoNum type="arabicPeriod"/>
              <a:tabLst>
                <a:tab pos="756285" algn="l"/>
              </a:tabLst>
            </a:pPr>
            <a:r>
              <a:rPr sz="2400" spc="-295" dirty="0">
                <a:latin typeface="Times New Roman"/>
                <a:cs typeface="Times New Roman"/>
              </a:rPr>
              <a:t>By</a:t>
            </a:r>
            <a:r>
              <a:rPr sz="2400" spc="145" dirty="0">
                <a:latin typeface="Times New Roman"/>
                <a:cs typeface="Times New Roman"/>
              </a:rPr>
              <a:t> </a:t>
            </a:r>
            <a:r>
              <a:rPr sz="2400" spc="-75" dirty="0">
                <a:latin typeface="Times New Roman"/>
                <a:cs typeface="Times New Roman"/>
              </a:rPr>
              <a:t>hosting </a:t>
            </a:r>
            <a:r>
              <a:rPr sz="2400" spc="-95" dirty="0">
                <a:latin typeface="Times New Roman"/>
                <a:cs typeface="Times New Roman"/>
              </a:rPr>
              <a:t>applications</a:t>
            </a:r>
            <a:r>
              <a:rPr sz="2400" spc="-35" dirty="0">
                <a:latin typeface="Times New Roman"/>
                <a:cs typeface="Times New Roman"/>
              </a:rPr>
              <a:t> </a:t>
            </a:r>
            <a:r>
              <a:rPr sz="2400" spc="-45" dirty="0">
                <a:latin typeface="Times New Roman"/>
                <a:cs typeface="Times New Roman"/>
              </a:rPr>
              <a:t>closer</a:t>
            </a:r>
            <a:r>
              <a:rPr sz="2400" spc="10"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spc="-25" dirty="0">
                <a:latin typeface="Times New Roman"/>
                <a:cs typeface="Times New Roman"/>
              </a:rPr>
              <a:t>users,</a:t>
            </a:r>
            <a:r>
              <a:rPr sz="2400" spc="-70" dirty="0">
                <a:latin typeface="Times New Roman"/>
                <a:cs typeface="Times New Roman"/>
              </a:rPr>
              <a:t> </a:t>
            </a:r>
            <a:r>
              <a:rPr sz="2400" spc="-100" dirty="0">
                <a:latin typeface="Times New Roman"/>
                <a:cs typeface="Times New Roman"/>
              </a:rPr>
              <a:t>Local</a:t>
            </a:r>
            <a:r>
              <a:rPr sz="2400" spc="20" dirty="0">
                <a:latin typeface="Times New Roman"/>
                <a:cs typeface="Times New Roman"/>
              </a:rPr>
              <a:t> </a:t>
            </a:r>
            <a:r>
              <a:rPr sz="2400" spc="-60" dirty="0">
                <a:latin typeface="Times New Roman"/>
                <a:cs typeface="Times New Roman"/>
              </a:rPr>
              <a:t>Zones</a:t>
            </a:r>
            <a:r>
              <a:rPr sz="2400" spc="5" dirty="0">
                <a:latin typeface="Times New Roman"/>
                <a:cs typeface="Times New Roman"/>
              </a:rPr>
              <a:t> </a:t>
            </a:r>
            <a:r>
              <a:rPr sz="2400" spc="-65" dirty="0">
                <a:latin typeface="Times New Roman"/>
                <a:cs typeface="Times New Roman"/>
              </a:rPr>
              <a:t>eliminate</a:t>
            </a:r>
            <a:r>
              <a:rPr sz="2400" spc="10" dirty="0">
                <a:latin typeface="Times New Roman"/>
                <a:cs typeface="Times New Roman"/>
              </a:rPr>
              <a:t> </a:t>
            </a:r>
            <a:r>
              <a:rPr sz="2400" spc="-25" dirty="0">
                <a:latin typeface="Times New Roman"/>
                <a:cs typeface="Times New Roman"/>
              </a:rPr>
              <a:t>the 	</a:t>
            </a:r>
            <a:r>
              <a:rPr sz="2400" spc="-120" dirty="0">
                <a:latin typeface="Times New Roman"/>
                <a:cs typeface="Times New Roman"/>
              </a:rPr>
              <a:t>latency</a:t>
            </a:r>
            <a:r>
              <a:rPr sz="2400" spc="-45" dirty="0">
                <a:latin typeface="Times New Roman"/>
                <a:cs typeface="Times New Roman"/>
              </a:rPr>
              <a:t> </a:t>
            </a:r>
            <a:r>
              <a:rPr sz="2400" spc="-95" dirty="0">
                <a:latin typeface="Times New Roman"/>
                <a:cs typeface="Times New Roman"/>
              </a:rPr>
              <a:t>introduced</a:t>
            </a:r>
            <a:r>
              <a:rPr sz="2400" spc="-40" dirty="0">
                <a:latin typeface="Times New Roman"/>
                <a:cs typeface="Times New Roman"/>
              </a:rPr>
              <a:t> </a:t>
            </a:r>
            <a:r>
              <a:rPr sz="2400" spc="-200" dirty="0">
                <a:latin typeface="Times New Roman"/>
                <a:cs typeface="Times New Roman"/>
              </a:rPr>
              <a:t>by</a:t>
            </a:r>
            <a:r>
              <a:rPr sz="2400" spc="-45" dirty="0">
                <a:latin typeface="Times New Roman"/>
                <a:cs typeface="Times New Roman"/>
              </a:rPr>
              <a:t> </a:t>
            </a:r>
            <a:r>
              <a:rPr sz="2400" spc="-105" dirty="0">
                <a:latin typeface="Times New Roman"/>
                <a:cs typeface="Times New Roman"/>
              </a:rPr>
              <a:t>connecting</a:t>
            </a:r>
            <a:r>
              <a:rPr sz="2400" spc="-50"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200" dirty="0">
                <a:latin typeface="Times New Roman"/>
                <a:cs typeface="Times New Roman"/>
              </a:rPr>
              <a:t>a</a:t>
            </a:r>
            <a:r>
              <a:rPr sz="2400" spc="-55" dirty="0">
                <a:latin typeface="Times New Roman"/>
                <a:cs typeface="Times New Roman"/>
              </a:rPr>
              <a:t> </a:t>
            </a:r>
            <a:r>
              <a:rPr sz="2400" spc="-100" dirty="0">
                <a:latin typeface="Times New Roman"/>
                <a:cs typeface="Times New Roman"/>
              </a:rPr>
              <a:t>distant</a:t>
            </a:r>
            <a:r>
              <a:rPr sz="2400" spc="-250" dirty="0">
                <a:latin typeface="Times New Roman"/>
                <a:cs typeface="Times New Roman"/>
              </a:rPr>
              <a:t> </a:t>
            </a:r>
            <a:r>
              <a:rPr sz="2400" spc="-325" dirty="0">
                <a:latin typeface="Times New Roman"/>
                <a:cs typeface="Times New Roman"/>
              </a:rPr>
              <a:t>AWS</a:t>
            </a:r>
            <a:r>
              <a:rPr sz="2400" spc="-40" dirty="0">
                <a:latin typeface="Times New Roman"/>
                <a:cs typeface="Times New Roman"/>
              </a:rPr>
              <a:t> </a:t>
            </a:r>
            <a:r>
              <a:rPr sz="2400" spc="-10" dirty="0">
                <a:latin typeface="Times New Roman"/>
                <a:cs typeface="Times New Roman"/>
              </a:rPr>
              <a:t>Region.</a:t>
            </a:r>
            <a:endParaRPr sz="2400">
              <a:latin typeface="Times New Roman"/>
              <a:cs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dirty="0"/>
              <a:t>Local</a:t>
            </a:r>
            <a:r>
              <a:rPr spc="-155" dirty="0"/>
              <a:t> </a:t>
            </a:r>
            <a:r>
              <a:rPr spc="-10" dirty="0"/>
              <a:t>Zones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9603" y="905002"/>
            <a:ext cx="8315325" cy="4781550"/>
          </a:xfrm>
          <a:prstGeom prst="rect">
            <a:avLst/>
          </a:prstGeom>
        </p:spPr>
        <p:txBody>
          <a:bodyPr vert="horz" wrap="square" lIns="0" tIns="12700" rIns="0" bIns="0" rtlCol="0">
            <a:spAutoFit/>
          </a:bodyPr>
          <a:lstStyle/>
          <a:p>
            <a:pPr marL="287020" indent="-274320" algn="just">
              <a:lnSpc>
                <a:spcPct val="100000"/>
              </a:lnSpc>
              <a:spcBef>
                <a:spcPts val="100"/>
              </a:spcBef>
              <a:buAutoNum type="arabicPeriod" startAt="3"/>
              <a:tabLst>
                <a:tab pos="287020" algn="l"/>
              </a:tabLst>
            </a:pPr>
            <a:r>
              <a:rPr sz="2400" b="1" spc="-40" dirty="0">
                <a:latin typeface="Times New Roman"/>
                <a:cs typeface="Times New Roman"/>
              </a:rPr>
              <a:t>Subset</a:t>
            </a:r>
            <a:r>
              <a:rPr sz="2400" b="1" spc="-75" dirty="0">
                <a:latin typeface="Times New Roman"/>
                <a:cs typeface="Times New Roman"/>
              </a:rPr>
              <a:t> </a:t>
            </a:r>
            <a:r>
              <a:rPr sz="2400" b="1" dirty="0">
                <a:latin typeface="Times New Roman"/>
                <a:cs typeface="Times New Roman"/>
              </a:rPr>
              <a:t>of</a:t>
            </a:r>
            <a:r>
              <a:rPr sz="2400" b="1" spc="-145" dirty="0">
                <a:latin typeface="Times New Roman"/>
                <a:cs typeface="Times New Roman"/>
              </a:rPr>
              <a:t> </a:t>
            </a:r>
            <a:r>
              <a:rPr sz="2400" b="1" spc="-270" dirty="0">
                <a:latin typeface="Times New Roman"/>
                <a:cs typeface="Times New Roman"/>
              </a:rPr>
              <a:t>AWS</a:t>
            </a:r>
            <a:r>
              <a:rPr sz="2400" b="1" spc="-50" dirty="0">
                <a:latin typeface="Times New Roman"/>
                <a:cs typeface="Times New Roman"/>
              </a:rPr>
              <a:t> </a:t>
            </a:r>
            <a:r>
              <a:rPr sz="2400" b="1" spc="-10" dirty="0">
                <a:latin typeface="Times New Roman"/>
                <a:cs typeface="Times New Roman"/>
              </a:rPr>
              <a:t>Services</a:t>
            </a:r>
            <a:r>
              <a:rPr sz="2400" spc="-10" dirty="0">
                <a:latin typeface="Times New Roman"/>
                <a:cs typeface="Times New Roman"/>
              </a:rPr>
              <a:t>:</a:t>
            </a:r>
            <a:endParaRPr sz="2400">
              <a:latin typeface="Times New Roman"/>
              <a:cs typeface="Times New Roman"/>
            </a:endParaRPr>
          </a:p>
          <a:p>
            <a:pPr marL="12700" marR="5080" lvl="1" indent="-8255" algn="just">
              <a:lnSpc>
                <a:spcPct val="100000"/>
              </a:lnSpc>
              <a:buSzPct val="95833"/>
              <a:buChar char="•"/>
              <a:tabLst>
                <a:tab pos="118745" algn="l"/>
              </a:tabLst>
            </a:pPr>
            <a:r>
              <a:rPr sz="2400" dirty="0">
                <a:latin typeface="Times New Roman"/>
                <a:cs typeface="Times New Roman"/>
              </a:rPr>
              <a:t>	Offers</a:t>
            </a:r>
            <a:r>
              <a:rPr sz="2400" spc="310" dirty="0">
                <a:latin typeface="Times New Roman"/>
                <a:cs typeface="Times New Roman"/>
              </a:rPr>
              <a:t> </a:t>
            </a:r>
            <a:r>
              <a:rPr sz="2400" dirty="0">
                <a:latin typeface="Times New Roman"/>
                <a:cs typeface="Times New Roman"/>
              </a:rPr>
              <a:t>a</a:t>
            </a:r>
            <a:r>
              <a:rPr sz="2400" spc="295" dirty="0">
                <a:latin typeface="Times New Roman"/>
                <a:cs typeface="Times New Roman"/>
              </a:rPr>
              <a:t> </a:t>
            </a:r>
            <a:r>
              <a:rPr sz="2400" dirty="0">
                <a:latin typeface="Times New Roman"/>
                <a:cs typeface="Times New Roman"/>
              </a:rPr>
              <a:t>select</a:t>
            </a:r>
            <a:r>
              <a:rPr sz="2400" spc="295" dirty="0">
                <a:latin typeface="Times New Roman"/>
                <a:cs typeface="Times New Roman"/>
              </a:rPr>
              <a:t> </a:t>
            </a:r>
            <a:r>
              <a:rPr sz="2400" dirty="0">
                <a:latin typeface="Times New Roman"/>
                <a:cs typeface="Times New Roman"/>
              </a:rPr>
              <a:t>set</a:t>
            </a:r>
            <a:r>
              <a:rPr sz="2400" spc="305" dirty="0">
                <a:latin typeface="Times New Roman"/>
                <a:cs typeface="Times New Roman"/>
              </a:rPr>
              <a:t> </a:t>
            </a:r>
            <a:r>
              <a:rPr sz="2400" dirty="0">
                <a:latin typeface="Times New Roman"/>
                <a:cs typeface="Times New Roman"/>
              </a:rPr>
              <a:t>of</a:t>
            </a:r>
            <a:r>
              <a:rPr sz="2400" spc="300" dirty="0">
                <a:latin typeface="Times New Roman"/>
                <a:cs typeface="Times New Roman"/>
              </a:rPr>
              <a:t> </a:t>
            </a:r>
            <a:r>
              <a:rPr sz="2400" spc="-10" dirty="0">
                <a:latin typeface="Times New Roman"/>
                <a:cs typeface="Times New Roman"/>
              </a:rPr>
              <a:t>services</a:t>
            </a:r>
            <a:r>
              <a:rPr sz="2400" spc="305" dirty="0">
                <a:latin typeface="Times New Roman"/>
                <a:cs typeface="Times New Roman"/>
              </a:rPr>
              <a:t> </a:t>
            </a:r>
            <a:r>
              <a:rPr sz="2400" dirty="0">
                <a:latin typeface="Times New Roman"/>
                <a:cs typeface="Times New Roman"/>
              </a:rPr>
              <a:t>like</a:t>
            </a:r>
            <a:r>
              <a:rPr sz="2400" spc="290" dirty="0">
                <a:latin typeface="Times New Roman"/>
                <a:cs typeface="Times New Roman"/>
              </a:rPr>
              <a:t> </a:t>
            </a:r>
            <a:r>
              <a:rPr sz="2400" b="1" dirty="0">
                <a:latin typeface="Times New Roman"/>
                <a:cs typeface="Times New Roman"/>
              </a:rPr>
              <a:t>Amazon</a:t>
            </a:r>
            <a:r>
              <a:rPr sz="2400" b="1" spc="300" dirty="0">
                <a:latin typeface="Times New Roman"/>
                <a:cs typeface="Times New Roman"/>
              </a:rPr>
              <a:t> </a:t>
            </a:r>
            <a:r>
              <a:rPr sz="2400" b="1" dirty="0">
                <a:latin typeface="Times New Roman"/>
                <a:cs typeface="Times New Roman"/>
              </a:rPr>
              <a:t>EC2</a:t>
            </a:r>
            <a:r>
              <a:rPr sz="2400" dirty="0">
                <a:latin typeface="Times New Roman"/>
                <a:cs typeface="Times New Roman"/>
              </a:rPr>
              <a:t>,</a:t>
            </a:r>
            <a:r>
              <a:rPr sz="2400" spc="235" dirty="0">
                <a:latin typeface="Times New Roman"/>
                <a:cs typeface="Times New Roman"/>
              </a:rPr>
              <a:t> </a:t>
            </a:r>
            <a:r>
              <a:rPr sz="2400" b="1" dirty="0">
                <a:latin typeface="Times New Roman"/>
                <a:cs typeface="Times New Roman"/>
              </a:rPr>
              <a:t>Amazon</a:t>
            </a:r>
            <a:r>
              <a:rPr sz="2400" b="1" spc="305" dirty="0">
                <a:latin typeface="Times New Roman"/>
                <a:cs typeface="Times New Roman"/>
              </a:rPr>
              <a:t> </a:t>
            </a:r>
            <a:r>
              <a:rPr sz="2400" b="1" spc="-114" dirty="0">
                <a:latin typeface="Times New Roman"/>
                <a:cs typeface="Times New Roman"/>
              </a:rPr>
              <a:t>EBS</a:t>
            </a:r>
            <a:r>
              <a:rPr sz="2400" spc="-114" dirty="0">
                <a:latin typeface="Times New Roman"/>
                <a:cs typeface="Times New Roman"/>
              </a:rPr>
              <a:t>, </a:t>
            </a:r>
            <a:r>
              <a:rPr sz="2400" b="1" dirty="0">
                <a:latin typeface="Times New Roman"/>
                <a:cs typeface="Times New Roman"/>
              </a:rPr>
              <a:t>Amazon</a:t>
            </a:r>
            <a:r>
              <a:rPr sz="2400" b="1" spc="215" dirty="0">
                <a:latin typeface="Times New Roman"/>
                <a:cs typeface="Times New Roman"/>
              </a:rPr>
              <a:t> </a:t>
            </a:r>
            <a:r>
              <a:rPr sz="2400" b="1" spc="-145" dirty="0">
                <a:latin typeface="Times New Roman"/>
                <a:cs typeface="Times New Roman"/>
              </a:rPr>
              <a:t>ECS</a:t>
            </a:r>
            <a:r>
              <a:rPr sz="2400" spc="-145" dirty="0">
                <a:latin typeface="Times New Roman"/>
                <a:cs typeface="Times New Roman"/>
              </a:rPr>
              <a:t>,</a:t>
            </a:r>
            <a:r>
              <a:rPr sz="2400" spc="135" dirty="0">
                <a:latin typeface="Times New Roman"/>
                <a:cs typeface="Times New Roman"/>
              </a:rPr>
              <a:t> </a:t>
            </a:r>
            <a:r>
              <a:rPr sz="2400" b="1" dirty="0">
                <a:latin typeface="Times New Roman"/>
                <a:cs typeface="Times New Roman"/>
              </a:rPr>
              <a:t>Amazon</a:t>
            </a:r>
            <a:r>
              <a:rPr sz="2400" b="1" spc="204" dirty="0">
                <a:latin typeface="Times New Roman"/>
                <a:cs typeface="Times New Roman"/>
              </a:rPr>
              <a:t> </a:t>
            </a:r>
            <a:r>
              <a:rPr sz="2400" b="1" spc="-140" dirty="0">
                <a:latin typeface="Times New Roman"/>
                <a:cs typeface="Times New Roman"/>
              </a:rPr>
              <a:t>EKS</a:t>
            </a:r>
            <a:r>
              <a:rPr sz="2400" spc="-140" dirty="0">
                <a:latin typeface="Times New Roman"/>
                <a:cs typeface="Times New Roman"/>
              </a:rPr>
              <a:t>,</a:t>
            </a:r>
            <a:r>
              <a:rPr sz="2400" spc="130" dirty="0">
                <a:latin typeface="Times New Roman"/>
                <a:cs typeface="Times New Roman"/>
              </a:rPr>
              <a:t> </a:t>
            </a:r>
            <a:r>
              <a:rPr sz="2400" b="1" spc="-270" dirty="0">
                <a:latin typeface="Times New Roman"/>
                <a:cs typeface="Times New Roman"/>
              </a:rPr>
              <a:t>AWS</a:t>
            </a:r>
            <a:r>
              <a:rPr sz="2400" b="1" spc="210" dirty="0">
                <a:latin typeface="Times New Roman"/>
                <a:cs typeface="Times New Roman"/>
              </a:rPr>
              <a:t> </a:t>
            </a:r>
            <a:r>
              <a:rPr sz="2400" b="1" dirty="0">
                <a:latin typeface="Times New Roman"/>
                <a:cs typeface="Times New Roman"/>
              </a:rPr>
              <a:t>Direct</a:t>
            </a:r>
            <a:r>
              <a:rPr sz="2400" b="1" spc="215" dirty="0">
                <a:latin typeface="Times New Roman"/>
                <a:cs typeface="Times New Roman"/>
              </a:rPr>
              <a:t> </a:t>
            </a:r>
            <a:r>
              <a:rPr sz="2400" b="1" dirty="0">
                <a:latin typeface="Times New Roman"/>
                <a:cs typeface="Times New Roman"/>
              </a:rPr>
              <a:t>Connect</a:t>
            </a:r>
            <a:r>
              <a:rPr sz="2400" dirty="0">
                <a:latin typeface="Times New Roman"/>
                <a:cs typeface="Times New Roman"/>
              </a:rPr>
              <a:t>,</a:t>
            </a:r>
            <a:r>
              <a:rPr sz="2400" spc="120" dirty="0">
                <a:latin typeface="Times New Roman"/>
                <a:cs typeface="Times New Roman"/>
              </a:rPr>
              <a:t> </a:t>
            </a:r>
            <a:r>
              <a:rPr sz="2400" dirty="0">
                <a:latin typeface="Times New Roman"/>
                <a:cs typeface="Times New Roman"/>
              </a:rPr>
              <a:t>and</a:t>
            </a:r>
            <a:r>
              <a:rPr sz="2400" spc="215" dirty="0">
                <a:latin typeface="Times New Roman"/>
                <a:cs typeface="Times New Roman"/>
              </a:rPr>
              <a:t> </a:t>
            </a:r>
            <a:r>
              <a:rPr sz="2400" b="1" spc="-10" dirty="0">
                <a:latin typeface="Times New Roman"/>
                <a:cs typeface="Times New Roman"/>
              </a:rPr>
              <a:t>Amazon </a:t>
            </a:r>
            <a:r>
              <a:rPr sz="2400" b="1" spc="-20" dirty="0">
                <a:latin typeface="Times New Roman"/>
                <a:cs typeface="Times New Roman"/>
              </a:rPr>
              <a:t>VPC</a:t>
            </a:r>
            <a:r>
              <a:rPr sz="2400" spc="-2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130" dirty="0">
                <a:latin typeface="Times New Roman"/>
                <a:cs typeface="Times New Roman"/>
              </a:rPr>
              <a:t>The</a:t>
            </a:r>
            <a:r>
              <a:rPr sz="2400" spc="-65" dirty="0">
                <a:latin typeface="Times New Roman"/>
                <a:cs typeface="Times New Roman"/>
              </a:rPr>
              <a:t> </a:t>
            </a:r>
            <a:r>
              <a:rPr sz="2400" spc="-90" dirty="0">
                <a:latin typeface="Times New Roman"/>
                <a:cs typeface="Times New Roman"/>
              </a:rPr>
              <a:t>parent</a:t>
            </a:r>
            <a:r>
              <a:rPr sz="2400" spc="-245" dirty="0">
                <a:latin typeface="Times New Roman"/>
                <a:cs typeface="Times New Roman"/>
              </a:rPr>
              <a:t> </a:t>
            </a:r>
            <a:r>
              <a:rPr sz="2400" spc="-325" dirty="0">
                <a:latin typeface="Times New Roman"/>
                <a:cs typeface="Times New Roman"/>
              </a:rPr>
              <a:t>AWS</a:t>
            </a:r>
            <a:r>
              <a:rPr sz="2400" spc="-45" dirty="0">
                <a:latin typeface="Times New Roman"/>
                <a:cs typeface="Times New Roman"/>
              </a:rPr>
              <a:t> </a:t>
            </a:r>
            <a:r>
              <a:rPr sz="2400" spc="-135" dirty="0">
                <a:latin typeface="Times New Roman"/>
                <a:cs typeface="Times New Roman"/>
              </a:rPr>
              <a:t>Region</a:t>
            </a:r>
            <a:r>
              <a:rPr sz="2400" spc="-45" dirty="0">
                <a:latin typeface="Times New Roman"/>
                <a:cs typeface="Times New Roman"/>
              </a:rPr>
              <a:t> </a:t>
            </a:r>
            <a:r>
              <a:rPr sz="2400" spc="-135" dirty="0">
                <a:latin typeface="Times New Roman"/>
                <a:cs typeface="Times New Roman"/>
              </a:rPr>
              <a:t>handles</a:t>
            </a:r>
            <a:r>
              <a:rPr sz="2400" spc="-60" dirty="0">
                <a:latin typeface="Times New Roman"/>
                <a:cs typeface="Times New Roman"/>
              </a:rPr>
              <a:t> the</a:t>
            </a:r>
            <a:r>
              <a:rPr sz="2400" spc="-50" dirty="0">
                <a:latin typeface="Times New Roman"/>
                <a:cs typeface="Times New Roman"/>
              </a:rPr>
              <a:t> </a:t>
            </a:r>
            <a:r>
              <a:rPr sz="2400" spc="-55" dirty="0">
                <a:latin typeface="Times New Roman"/>
                <a:cs typeface="Times New Roman"/>
              </a:rPr>
              <a:t>rest</a:t>
            </a:r>
            <a:r>
              <a:rPr sz="2400" spc="-45" dirty="0">
                <a:latin typeface="Times New Roman"/>
                <a:cs typeface="Times New Roman"/>
              </a:rPr>
              <a:t> </a:t>
            </a:r>
            <a:r>
              <a:rPr sz="2400" spc="-145" dirty="0">
                <a:latin typeface="Times New Roman"/>
                <a:cs typeface="Times New Roman"/>
              </a:rPr>
              <a:t>of</a:t>
            </a:r>
            <a:r>
              <a:rPr sz="2400" spc="-65" dirty="0">
                <a:latin typeface="Times New Roman"/>
                <a:cs typeface="Times New Roman"/>
              </a:rPr>
              <a:t> </a:t>
            </a:r>
            <a:r>
              <a:rPr sz="2400" spc="-60" dirty="0">
                <a:latin typeface="Times New Roman"/>
                <a:cs typeface="Times New Roman"/>
              </a:rPr>
              <a:t>the</a:t>
            </a:r>
            <a:r>
              <a:rPr sz="2400" spc="-50" dirty="0">
                <a:latin typeface="Times New Roman"/>
                <a:cs typeface="Times New Roman"/>
              </a:rPr>
              <a:t> </a:t>
            </a:r>
            <a:r>
              <a:rPr sz="2400" spc="-10" dirty="0">
                <a:latin typeface="Times New Roman"/>
                <a:cs typeface="Times New Roman"/>
              </a:rPr>
              <a:t>services.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020" indent="-274320">
              <a:lnSpc>
                <a:spcPct val="100000"/>
              </a:lnSpc>
              <a:buAutoNum type="arabicPeriod" startAt="4"/>
              <a:tabLst>
                <a:tab pos="287020" algn="l"/>
              </a:tabLst>
            </a:pPr>
            <a:r>
              <a:rPr sz="2400" b="1" spc="-50" dirty="0">
                <a:latin typeface="Times New Roman"/>
                <a:cs typeface="Times New Roman"/>
              </a:rPr>
              <a:t>Seamless</a:t>
            </a:r>
            <a:r>
              <a:rPr sz="2400" b="1" spc="-85" dirty="0">
                <a:latin typeface="Times New Roman"/>
                <a:cs typeface="Times New Roman"/>
              </a:rPr>
              <a:t> </a:t>
            </a:r>
            <a:r>
              <a:rPr sz="2400" b="1" spc="-10" dirty="0">
                <a:latin typeface="Times New Roman"/>
                <a:cs typeface="Times New Roman"/>
              </a:rPr>
              <a:t>Integration</a:t>
            </a:r>
            <a:r>
              <a:rPr sz="2400" spc="-1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130" dirty="0">
                <a:latin typeface="Times New Roman"/>
                <a:cs typeface="Times New Roman"/>
              </a:rPr>
              <a:t>Local</a:t>
            </a:r>
            <a:r>
              <a:rPr sz="2400" spc="-20" dirty="0">
                <a:latin typeface="Times New Roman"/>
                <a:cs typeface="Times New Roman"/>
              </a:rPr>
              <a:t> </a:t>
            </a:r>
            <a:r>
              <a:rPr sz="2400" spc="-80" dirty="0">
                <a:latin typeface="Times New Roman"/>
                <a:cs typeface="Times New Roman"/>
              </a:rPr>
              <a:t>Zones</a:t>
            </a:r>
            <a:r>
              <a:rPr sz="2400" spc="-70" dirty="0">
                <a:latin typeface="Times New Roman"/>
                <a:cs typeface="Times New Roman"/>
              </a:rPr>
              <a:t> </a:t>
            </a:r>
            <a:r>
              <a:rPr sz="2400" spc="-10" dirty="0">
                <a:latin typeface="Times New Roman"/>
                <a:cs typeface="Times New Roman"/>
              </a:rPr>
              <a:t>are</a:t>
            </a:r>
            <a:r>
              <a:rPr sz="2400" spc="-80" dirty="0">
                <a:latin typeface="Times New Roman"/>
                <a:cs typeface="Times New Roman"/>
              </a:rPr>
              <a:t> </a:t>
            </a:r>
            <a:r>
              <a:rPr sz="2400" spc="-85" dirty="0">
                <a:latin typeface="Times New Roman"/>
                <a:cs typeface="Times New Roman"/>
              </a:rPr>
              <a:t>extensions</a:t>
            </a:r>
            <a:r>
              <a:rPr sz="2400" spc="-5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spc="-325" dirty="0">
                <a:latin typeface="Times New Roman"/>
                <a:cs typeface="Times New Roman"/>
              </a:rPr>
              <a:t>AWS</a:t>
            </a:r>
            <a:r>
              <a:rPr sz="2400" spc="175" dirty="0">
                <a:latin typeface="Times New Roman"/>
                <a:cs typeface="Times New Roman"/>
              </a:rPr>
              <a:t> </a:t>
            </a:r>
            <a:r>
              <a:rPr sz="2400" spc="-85" dirty="0">
                <a:latin typeface="Times New Roman"/>
                <a:cs typeface="Times New Roman"/>
              </a:rPr>
              <a:t>Regions,</a:t>
            </a:r>
            <a:r>
              <a:rPr sz="2400" spc="-65" dirty="0">
                <a:latin typeface="Times New Roman"/>
                <a:cs typeface="Times New Roman"/>
              </a:rPr>
              <a:t> </a:t>
            </a:r>
            <a:r>
              <a:rPr sz="2400" spc="-85" dirty="0">
                <a:latin typeface="Times New Roman"/>
                <a:cs typeface="Times New Roman"/>
              </a:rPr>
              <a:t>which</a:t>
            </a:r>
            <a:r>
              <a:rPr sz="2400" spc="-10" dirty="0">
                <a:latin typeface="Times New Roman"/>
                <a:cs typeface="Times New Roman"/>
              </a:rPr>
              <a:t> </a:t>
            </a:r>
            <a:r>
              <a:rPr sz="2400" spc="-100" dirty="0">
                <a:latin typeface="Times New Roman"/>
                <a:cs typeface="Times New Roman"/>
              </a:rPr>
              <a:t>means</a:t>
            </a:r>
            <a:r>
              <a:rPr sz="2400" spc="-5" dirty="0">
                <a:latin typeface="Times New Roman"/>
                <a:cs typeface="Times New Roman"/>
              </a:rPr>
              <a:t> </a:t>
            </a:r>
            <a:r>
              <a:rPr sz="2400" spc="-75" dirty="0">
                <a:latin typeface="Times New Roman"/>
                <a:cs typeface="Times New Roman"/>
              </a:rPr>
              <a:t>management</a:t>
            </a:r>
            <a:endParaRPr sz="2400">
              <a:latin typeface="Times New Roman"/>
              <a:cs typeface="Times New Roman"/>
            </a:endParaRPr>
          </a:p>
          <a:p>
            <a:pPr marL="12700">
              <a:lnSpc>
                <a:spcPct val="100000"/>
              </a:lnSpc>
              <a:spcBef>
                <a:spcPts val="5"/>
              </a:spcBef>
            </a:pPr>
            <a:r>
              <a:rPr sz="2400" spc="-145" dirty="0">
                <a:latin typeface="Times New Roman"/>
                <a:cs typeface="Times New Roman"/>
              </a:rPr>
              <a:t>and</a:t>
            </a:r>
            <a:r>
              <a:rPr sz="2400" spc="-25" dirty="0">
                <a:latin typeface="Times New Roman"/>
                <a:cs typeface="Times New Roman"/>
              </a:rPr>
              <a:t> </a:t>
            </a:r>
            <a:r>
              <a:rPr sz="2400" spc="-110" dirty="0">
                <a:latin typeface="Times New Roman"/>
                <a:cs typeface="Times New Roman"/>
              </a:rPr>
              <a:t>deployment</a:t>
            </a:r>
            <a:r>
              <a:rPr sz="2400" spc="-55" dirty="0">
                <a:latin typeface="Times New Roman"/>
                <a:cs typeface="Times New Roman"/>
              </a:rPr>
              <a:t> </a:t>
            </a:r>
            <a:r>
              <a:rPr sz="2400" spc="-145" dirty="0">
                <a:latin typeface="Times New Roman"/>
                <a:cs typeface="Times New Roman"/>
              </a:rPr>
              <a:t>workflows</a:t>
            </a:r>
            <a:r>
              <a:rPr sz="2400" spc="-30" dirty="0">
                <a:latin typeface="Times New Roman"/>
                <a:cs typeface="Times New Roman"/>
              </a:rPr>
              <a:t> </a:t>
            </a:r>
            <a:r>
              <a:rPr sz="2400" spc="-114" dirty="0">
                <a:latin typeface="Times New Roman"/>
                <a:cs typeface="Times New Roman"/>
              </a:rPr>
              <a:t>remain</a:t>
            </a:r>
            <a:r>
              <a:rPr sz="2400" spc="-25" dirty="0">
                <a:latin typeface="Times New Roman"/>
                <a:cs typeface="Times New Roman"/>
              </a:rPr>
              <a:t> </a:t>
            </a:r>
            <a:r>
              <a:rPr sz="2400" spc="-105" dirty="0">
                <a:latin typeface="Times New Roman"/>
                <a:cs typeface="Times New Roman"/>
              </a:rPr>
              <a:t>consistent</a:t>
            </a:r>
            <a:r>
              <a:rPr sz="2400" spc="-30" dirty="0">
                <a:latin typeface="Times New Roman"/>
                <a:cs typeface="Times New Roman"/>
              </a:rPr>
              <a:t> </a:t>
            </a:r>
            <a:r>
              <a:rPr sz="2400" spc="-145" dirty="0">
                <a:latin typeface="Times New Roman"/>
                <a:cs typeface="Times New Roman"/>
              </a:rPr>
              <a:t>across</a:t>
            </a:r>
            <a:r>
              <a:rPr sz="2400" spc="-45" dirty="0">
                <a:latin typeface="Times New Roman"/>
                <a:cs typeface="Times New Roman"/>
              </a:rPr>
              <a:t> </a:t>
            </a:r>
            <a:r>
              <a:rPr sz="2400" spc="-75" dirty="0">
                <a:latin typeface="Times New Roman"/>
                <a:cs typeface="Times New Roman"/>
              </a:rPr>
              <a:t>the</a:t>
            </a:r>
            <a:r>
              <a:rPr sz="2400" spc="-215" dirty="0">
                <a:latin typeface="Times New Roman"/>
                <a:cs typeface="Times New Roman"/>
              </a:rPr>
              <a:t> </a:t>
            </a:r>
            <a:r>
              <a:rPr sz="2400" spc="-325" dirty="0">
                <a:latin typeface="Times New Roman"/>
                <a:cs typeface="Times New Roman"/>
              </a:rPr>
              <a:t>AWS</a:t>
            </a:r>
            <a:r>
              <a:rPr sz="2400" spc="-30" dirty="0">
                <a:latin typeface="Times New Roman"/>
                <a:cs typeface="Times New Roman"/>
              </a:rPr>
              <a:t> </a:t>
            </a:r>
            <a:r>
              <a:rPr sz="2400" spc="-10" dirty="0">
                <a:latin typeface="Times New Roman"/>
                <a:cs typeface="Times New Roman"/>
              </a:rPr>
              <a:t>ecosystem.</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020" indent="-274320">
              <a:lnSpc>
                <a:spcPct val="100000"/>
              </a:lnSpc>
              <a:buAutoNum type="arabicPeriod" startAt="5"/>
              <a:tabLst>
                <a:tab pos="287020" algn="l"/>
              </a:tabLst>
            </a:pPr>
            <a:r>
              <a:rPr sz="2400" b="1" spc="-60" dirty="0">
                <a:latin typeface="Times New Roman"/>
                <a:cs typeface="Times New Roman"/>
              </a:rPr>
              <a:t>Local</a:t>
            </a:r>
            <a:r>
              <a:rPr sz="2400" b="1" spc="-80" dirty="0">
                <a:latin typeface="Times New Roman"/>
                <a:cs typeface="Times New Roman"/>
              </a:rPr>
              <a:t> </a:t>
            </a:r>
            <a:r>
              <a:rPr sz="2400" b="1" spc="-50" dirty="0">
                <a:latin typeface="Times New Roman"/>
                <a:cs typeface="Times New Roman"/>
              </a:rPr>
              <a:t>Data</a:t>
            </a:r>
            <a:r>
              <a:rPr sz="2400" b="1" spc="-70" dirty="0">
                <a:latin typeface="Times New Roman"/>
                <a:cs typeface="Times New Roman"/>
              </a:rPr>
              <a:t> </a:t>
            </a:r>
            <a:r>
              <a:rPr sz="2400" b="1" spc="-10" dirty="0">
                <a:latin typeface="Times New Roman"/>
                <a:cs typeface="Times New Roman"/>
              </a:rPr>
              <a:t>Residency</a:t>
            </a:r>
            <a:r>
              <a:rPr sz="2400" spc="-1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125" dirty="0">
                <a:latin typeface="Times New Roman"/>
                <a:cs typeface="Times New Roman"/>
              </a:rPr>
              <a:t>Helps</a:t>
            </a:r>
            <a:r>
              <a:rPr sz="2400" spc="-15" dirty="0">
                <a:latin typeface="Times New Roman"/>
                <a:cs typeface="Times New Roman"/>
              </a:rPr>
              <a:t> </a:t>
            </a:r>
            <a:r>
              <a:rPr sz="2400" spc="-60" dirty="0">
                <a:latin typeface="Times New Roman"/>
                <a:cs typeface="Times New Roman"/>
              </a:rPr>
              <a:t>meet</a:t>
            </a:r>
            <a:r>
              <a:rPr sz="2400" spc="-30" dirty="0">
                <a:latin typeface="Times New Roman"/>
                <a:cs typeface="Times New Roman"/>
              </a:rPr>
              <a:t> </a:t>
            </a:r>
            <a:r>
              <a:rPr sz="2400" spc="-130" dirty="0">
                <a:latin typeface="Times New Roman"/>
                <a:cs typeface="Times New Roman"/>
              </a:rPr>
              <a:t>compliance</a:t>
            </a:r>
            <a:r>
              <a:rPr sz="2400" spc="-15" dirty="0">
                <a:latin typeface="Times New Roman"/>
                <a:cs typeface="Times New Roman"/>
              </a:rPr>
              <a:t> </a:t>
            </a:r>
            <a:r>
              <a:rPr sz="2400" spc="-145" dirty="0">
                <a:latin typeface="Times New Roman"/>
                <a:cs typeface="Times New Roman"/>
              </a:rPr>
              <a:t>and</a:t>
            </a:r>
            <a:r>
              <a:rPr sz="2400" spc="-10" dirty="0">
                <a:latin typeface="Times New Roman"/>
                <a:cs typeface="Times New Roman"/>
              </a:rPr>
              <a:t> </a:t>
            </a:r>
            <a:r>
              <a:rPr sz="2400" spc="-100" dirty="0">
                <a:latin typeface="Times New Roman"/>
                <a:cs typeface="Times New Roman"/>
              </a:rPr>
              <a:t>regulatory</a:t>
            </a:r>
            <a:r>
              <a:rPr sz="2400" spc="-25" dirty="0">
                <a:latin typeface="Times New Roman"/>
                <a:cs typeface="Times New Roman"/>
              </a:rPr>
              <a:t> </a:t>
            </a:r>
            <a:r>
              <a:rPr sz="2400" spc="-90" dirty="0">
                <a:latin typeface="Times New Roman"/>
                <a:cs typeface="Times New Roman"/>
              </a:rPr>
              <a:t>requirements</a:t>
            </a:r>
            <a:r>
              <a:rPr sz="2400" spc="-20" dirty="0">
                <a:latin typeface="Times New Roman"/>
                <a:cs typeface="Times New Roman"/>
              </a:rPr>
              <a:t> </a:t>
            </a:r>
            <a:r>
              <a:rPr sz="2400" spc="-80" dirty="0">
                <a:latin typeface="Times New Roman"/>
                <a:cs typeface="Times New Roman"/>
              </a:rPr>
              <a:t>for</a:t>
            </a:r>
            <a:r>
              <a:rPr sz="2400" spc="-10" dirty="0">
                <a:latin typeface="Times New Roman"/>
                <a:cs typeface="Times New Roman"/>
              </a:rPr>
              <a:t> </a:t>
            </a:r>
            <a:r>
              <a:rPr sz="2400" spc="-125" dirty="0">
                <a:latin typeface="Times New Roman"/>
                <a:cs typeface="Times New Roman"/>
              </a:rPr>
              <a:t>data</a:t>
            </a:r>
            <a:r>
              <a:rPr sz="2400" spc="-15" dirty="0">
                <a:latin typeface="Times New Roman"/>
                <a:cs typeface="Times New Roman"/>
              </a:rPr>
              <a:t> </a:t>
            </a:r>
            <a:r>
              <a:rPr sz="2400" spc="-120" dirty="0">
                <a:latin typeface="Times New Roman"/>
                <a:cs typeface="Times New Roman"/>
              </a:rPr>
              <a:t>residency</a:t>
            </a:r>
            <a:r>
              <a:rPr sz="2400" spc="-15" dirty="0">
                <a:latin typeface="Times New Roman"/>
                <a:cs typeface="Times New Roman"/>
              </a:rPr>
              <a:t> </a:t>
            </a:r>
            <a:r>
              <a:rPr sz="2400" spc="-25" dirty="0">
                <a:latin typeface="Times New Roman"/>
                <a:cs typeface="Times New Roman"/>
              </a:rPr>
              <a:t>by</a:t>
            </a:r>
            <a:endParaRPr sz="2400">
              <a:latin typeface="Times New Roman"/>
              <a:cs typeface="Times New Roman"/>
            </a:endParaRPr>
          </a:p>
          <a:p>
            <a:pPr marL="12700">
              <a:lnSpc>
                <a:spcPct val="100000"/>
              </a:lnSpc>
            </a:pPr>
            <a:r>
              <a:rPr sz="2400" spc="-140" dirty="0">
                <a:latin typeface="Times New Roman"/>
                <a:cs typeface="Times New Roman"/>
              </a:rPr>
              <a:t>keeping</a:t>
            </a:r>
            <a:r>
              <a:rPr sz="2400" spc="-35" dirty="0">
                <a:latin typeface="Times New Roman"/>
                <a:cs typeface="Times New Roman"/>
              </a:rPr>
              <a:t> </a:t>
            </a:r>
            <a:r>
              <a:rPr sz="2400" spc="-125" dirty="0">
                <a:latin typeface="Times New Roman"/>
                <a:cs typeface="Times New Roman"/>
              </a:rPr>
              <a:t>data</a:t>
            </a:r>
            <a:r>
              <a:rPr sz="2400" spc="-25" dirty="0">
                <a:latin typeface="Times New Roman"/>
                <a:cs typeface="Times New Roman"/>
              </a:rPr>
              <a:t> </a:t>
            </a:r>
            <a:r>
              <a:rPr sz="2400" spc="-110" dirty="0">
                <a:latin typeface="Times New Roman"/>
                <a:cs typeface="Times New Roman"/>
              </a:rPr>
              <a:t>within</a:t>
            </a:r>
            <a:r>
              <a:rPr sz="2400" spc="-25" dirty="0">
                <a:latin typeface="Times New Roman"/>
                <a:cs typeface="Times New Roman"/>
              </a:rPr>
              <a:t> </a:t>
            </a:r>
            <a:r>
              <a:rPr sz="2400" spc="-200" dirty="0">
                <a:latin typeface="Times New Roman"/>
                <a:cs typeface="Times New Roman"/>
              </a:rPr>
              <a:t>a</a:t>
            </a:r>
            <a:r>
              <a:rPr sz="2400" spc="-25" dirty="0">
                <a:latin typeface="Times New Roman"/>
                <a:cs typeface="Times New Roman"/>
              </a:rPr>
              <a:t> </a:t>
            </a:r>
            <a:r>
              <a:rPr sz="2400" spc="-145" dirty="0">
                <a:latin typeface="Times New Roman"/>
                <a:cs typeface="Times New Roman"/>
              </a:rPr>
              <a:t>specific</a:t>
            </a:r>
            <a:r>
              <a:rPr sz="2400" spc="-25" dirty="0">
                <a:latin typeface="Times New Roman"/>
                <a:cs typeface="Times New Roman"/>
              </a:rPr>
              <a:t> </a:t>
            </a:r>
            <a:r>
              <a:rPr sz="2400" spc="-10" dirty="0">
                <a:latin typeface="Times New Roman"/>
                <a:cs typeface="Times New Roman"/>
              </a:rPr>
              <a:t>location.</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3" name="object 3"/>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46</a:t>
            </a:r>
            <a:endParaRPr sz="1400">
              <a:latin typeface="Franklin Gothic Medium"/>
              <a:cs typeface="Franklin Gothic Medium"/>
            </a:endParaRPr>
          </a:p>
        </p:txBody>
      </p:sp>
      <p:sp>
        <p:nvSpPr>
          <p:cNvPr id="4" name="object 4"/>
          <p:cNvSpPr txBox="1">
            <a:spLocks noGrp="1"/>
          </p:cNvSpPr>
          <p:nvPr>
            <p:ph type="title"/>
          </p:nvPr>
        </p:nvSpPr>
        <p:spPr>
          <a:xfrm>
            <a:off x="307340" y="84894"/>
            <a:ext cx="8301990" cy="1943100"/>
          </a:xfrm>
          <a:prstGeom prst="rect">
            <a:avLst/>
          </a:prstGeom>
        </p:spPr>
        <p:txBody>
          <a:bodyPr vert="horz" wrap="square" lIns="0" tIns="175260" rIns="0" bIns="0" rtlCol="0">
            <a:spAutoFit/>
          </a:bodyPr>
          <a:lstStyle/>
          <a:p>
            <a:pPr marL="12700" algn="just">
              <a:lnSpc>
                <a:spcPct val="100000"/>
              </a:lnSpc>
              <a:spcBef>
                <a:spcPts val="1380"/>
              </a:spcBef>
            </a:pPr>
            <a:r>
              <a:rPr spc="-240" dirty="0"/>
              <a:t>AWS</a:t>
            </a:r>
            <a:r>
              <a:rPr spc="10" dirty="0"/>
              <a:t> </a:t>
            </a:r>
            <a:r>
              <a:rPr spc="-10" dirty="0"/>
              <a:t>Backup</a:t>
            </a:r>
          </a:p>
          <a:p>
            <a:pPr marL="12700" marR="5080" algn="just">
              <a:lnSpc>
                <a:spcPct val="100000"/>
              </a:lnSpc>
              <a:spcBef>
                <a:spcPts val="855"/>
              </a:spcBef>
            </a:pPr>
            <a:r>
              <a:rPr sz="2400" spc="-325" dirty="0">
                <a:latin typeface="Times New Roman"/>
                <a:cs typeface="Times New Roman"/>
              </a:rPr>
              <a:t>AWS</a:t>
            </a:r>
            <a:r>
              <a:rPr sz="2400" spc="175" dirty="0">
                <a:latin typeface="Times New Roman"/>
                <a:cs typeface="Times New Roman"/>
              </a:rPr>
              <a:t> </a:t>
            </a:r>
            <a:r>
              <a:rPr sz="2400" spc="-100" dirty="0">
                <a:latin typeface="Times New Roman"/>
                <a:cs typeface="Times New Roman"/>
              </a:rPr>
              <a:t>Backup</a:t>
            </a:r>
            <a:r>
              <a:rPr sz="2400" spc="-5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a</a:t>
            </a:r>
            <a:r>
              <a:rPr sz="2400" spc="50" dirty="0">
                <a:latin typeface="Times New Roman"/>
                <a:cs typeface="Times New Roman"/>
              </a:rPr>
              <a:t> </a:t>
            </a:r>
            <a:r>
              <a:rPr sz="2400" spc="-50" dirty="0">
                <a:latin typeface="Times New Roman"/>
                <a:cs typeface="Times New Roman"/>
              </a:rPr>
              <a:t>fully</a:t>
            </a:r>
            <a:r>
              <a:rPr sz="2400" spc="50" dirty="0">
                <a:latin typeface="Times New Roman"/>
                <a:cs typeface="Times New Roman"/>
              </a:rPr>
              <a:t> </a:t>
            </a:r>
            <a:r>
              <a:rPr sz="2400" spc="-75" dirty="0">
                <a:latin typeface="Times New Roman"/>
                <a:cs typeface="Times New Roman"/>
              </a:rPr>
              <a:t>managed,</a:t>
            </a:r>
            <a:r>
              <a:rPr sz="2400" spc="-15" dirty="0">
                <a:latin typeface="Times New Roman"/>
                <a:cs typeface="Times New Roman"/>
              </a:rPr>
              <a:t> </a:t>
            </a:r>
            <a:r>
              <a:rPr sz="2400" spc="-50" dirty="0">
                <a:latin typeface="Times New Roman"/>
                <a:cs typeface="Times New Roman"/>
              </a:rPr>
              <a:t>centralized</a:t>
            </a:r>
            <a:r>
              <a:rPr sz="2400" spc="55" dirty="0">
                <a:latin typeface="Times New Roman"/>
                <a:cs typeface="Times New Roman"/>
              </a:rPr>
              <a:t> </a:t>
            </a:r>
            <a:r>
              <a:rPr sz="2400" spc="-30" dirty="0">
                <a:latin typeface="Times New Roman"/>
                <a:cs typeface="Times New Roman"/>
              </a:rPr>
              <a:t>service</a:t>
            </a:r>
            <a:r>
              <a:rPr sz="2400" spc="50" dirty="0">
                <a:latin typeface="Times New Roman"/>
                <a:cs typeface="Times New Roman"/>
              </a:rPr>
              <a:t> </a:t>
            </a:r>
            <a:r>
              <a:rPr sz="2400" dirty="0">
                <a:latin typeface="Times New Roman"/>
                <a:cs typeface="Times New Roman"/>
              </a:rPr>
              <a:t>that</a:t>
            </a:r>
            <a:r>
              <a:rPr sz="2400" spc="50" dirty="0">
                <a:latin typeface="Times New Roman"/>
                <a:cs typeface="Times New Roman"/>
              </a:rPr>
              <a:t> </a:t>
            </a:r>
            <a:r>
              <a:rPr sz="2400" spc="-95" dirty="0">
                <a:latin typeface="Times New Roman"/>
                <a:cs typeface="Times New Roman"/>
              </a:rPr>
              <a:t>simplifies</a:t>
            </a:r>
            <a:r>
              <a:rPr sz="2400" spc="45" dirty="0">
                <a:latin typeface="Times New Roman"/>
                <a:cs typeface="Times New Roman"/>
              </a:rPr>
              <a:t> </a:t>
            </a:r>
            <a:r>
              <a:rPr sz="2400" spc="-30" dirty="0">
                <a:latin typeface="Times New Roman"/>
                <a:cs typeface="Times New Roman"/>
              </a:rPr>
              <a:t>and </a:t>
            </a:r>
            <a:r>
              <a:rPr sz="2400" spc="-70" dirty="0">
                <a:latin typeface="Times New Roman"/>
                <a:cs typeface="Times New Roman"/>
              </a:rPr>
              <a:t>automates</a:t>
            </a:r>
            <a:r>
              <a:rPr sz="2400" spc="-8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55" dirty="0">
                <a:latin typeface="Times New Roman"/>
                <a:cs typeface="Times New Roman"/>
              </a:rPr>
              <a:t>process</a:t>
            </a:r>
            <a:r>
              <a:rPr sz="2400" spc="4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85" dirty="0">
                <a:latin typeface="Times New Roman"/>
                <a:cs typeface="Times New Roman"/>
              </a:rPr>
              <a:t>backing</a:t>
            </a:r>
            <a:r>
              <a:rPr sz="2400" spc="30" dirty="0">
                <a:latin typeface="Times New Roman"/>
                <a:cs typeface="Times New Roman"/>
              </a:rPr>
              <a:t> </a:t>
            </a:r>
            <a:r>
              <a:rPr sz="2400" dirty="0">
                <a:latin typeface="Times New Roman"/>
                <a:cs typeface="Times New Roman"/>
              </a:rPr>
              <a:t>up</a:t>
            </a:r>
            <a:r>
              <a:rPr sz="2400" spc="35" dirty="0">
                <a:latin typeface="Times New Roman"/>
                <a:cs typeface="Times New Roman"/>
              </a:rPr>
              <a:t> </a:t>
            </a:r>
            <a:r>
              <a:rPr sz="2400" dirty="0">
                <a:latin typeface="Times New Roman"/>
                <a:cs typeface="Times New Roman"/>
              </a:rPr>
              <a:t>data</a:t>
            </a:r>
            <a:r>
              <a:rPr sz="2400" spc="25" dirty="0">
                <a:latin typeface="Times New Roman"/>
                <a:cs typeface="Times New Roman"/>
              </a:rPr>
              <a:t> </a:t>
            </a:r>
            <a:r>
              <a:rPr sz="2400" spc="-70" dirty="0">
                <a:latin typeface="Times New Roman"/>
                <a:cs typeface="Times New Roman"/>
              </a:rPr>
              <a:t>across</a:t>
            </a:r>
            <a:r>
              <a:rPr sz="2400" spc="35" dirty="0">
                <a:latin typeface="Times New Roman"/>
                <a:cs typeface="Times New Roman"/>
              </a:rPr>
              <a:t> </a:t>
            </a:r>
            <a:r>
              <a:rPr sz="2400" spc="-330" dirty="0">
                <a:latin typeface="Times New Roman"/>
                <a:cs typeface="Times New Roman"/>
              </a:rPr>
              <a:t>AWS</a:t>
            </a:r>
            <a:r>
              <a:rPr sz="2400" spc="180" dirty="0">
                <a:latin typeface="Times New Roman"/>
                <a:cs typeface="Times New Roman"/>
              </a:rPr>
              <a:t> </a:t>
            </a:r>
            <a:r>
              <a:rPr sz="2400" spc="-55" dirty="0">
                <a:latin typeface="Times New Roman"/>
                <a:cs typeface="Times New Roman"/>
              </a:rPr>
              <a:t>services</a:t>
            </a:r>
            <a:r>
              <a:rPr sz="2400" spc="4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spc="-25" dirty="0">
                <a:latin typeface="Times New Roman"/>
                <a:cs typeface="Times New Roman"/>
              </a:rPr>
              <a:t>on- </a:t>
            </a:r>
            <a:r>
              <a:rPr sz="2400" spc="-125" dirty="0">
                <a:latin typeface="Times New Roman"/>
                <a:cs typeface="Times New Roman"/>
              </a:rPr>
              <a:t>premises</a:t>
            </a:r>
            <a:r>
              <a:rPr sz="2400" spc="-10" dirty="0">
                <a:latin typeface="Times New Roman"/>
                <a:cs typeface="Times New Roman"/>
              </a:rPr>
              <a:t> </a:t>
            </a:r>
            <a:r>
              <a:rPr sz="2400" spc="-20" dirty="0">
                <a:latin typeface="Times New Roman"/>
                <a:cs typeface="Times New Roman"/>
              </a:rPr>
              <a:t>environments.</a:t>
            </a:r>
            <a:endParaRPr sz="2400">
              <a:latin typeface="Times New Roman"/>
              <a:cs typeface="Times New Roman"/>
            </a:endParaRPr>
          </a:p>
        </p:txBody>
      </p:sp>
      <p:sp>
        <p:nvSpPr>
          <p:cNvPr id="5" name="object 5"/>
          <p:cNvSpPr txBox="1"/>
          <p:nvPr/>
        </p:nvSpPr>
        <p:spPr>
          <a:xfrm>
            <a:off x="307340" y="2368422"/>
            <a:ext cx="8313420" cy="3937000"/>
          </a:xfrm>
          <a:prstGeom prst="rect">
            <a:avLst/>
          </a:prstGeom>
        </p:spPr>
        <p:txBody>
          <a:bodyPr vert="horz" wrap="square" lIns="0" tIns="12700" rIns="0" bIns="0" rtlCol="0">
            <a:spAutoFit/>
          </a:bodyPr>
          <a:lstStyle/>
          <a:p>
            <a:pPr marL="12700" marR="16510" algn="just">
              <a:lnSpc>
                <a:spcPct val="100000"/>
              </a:lnSpc>
              <a:spcBef>
                <a:spcPts val="100"/>
              </a:spcBef>
            </a:pPr>
            <a:r>
              <a:rPr sz="2400" dirty="0">
                <a:latin typeface="Times New Roman"/>
                <a:cs typeface="Times New Roman"/>
              </a:rPr>
              <a:t>It</a:t>
            </a:r>
            <a:r>
              <a:rPr sz="2400" spc="20" dirty="0">
                <a:latin typeface="Times New Roman"/>
                <a:cs typeface="Times New Roman"/>
              </a:rPr>
              <a:t> </a:t>
            </a:r>
            <a:r>
              <a:rPr sz="2400" spc="-95" dirty="0">
                <a:latin typeface="Times New Roman"/>
                <a:cs typeface="Times New Roman"/>
              </a:rPr>
              <a:t>provides</a:t>
            </a:r>
            <a:r>
              <a:rPr sz="2400" spc="2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80" dirty="0">
                <a:latin typeface="Times New Roman"/>
                <a:cs typeface="Times New Roman"/>
              </a:rPr>
              <a:t>unified</a:t>
            </a:r>
            <a:r>
              <a:rPr sz="2400" spc="25" dirty="0">
                <a:latin typeface="Times New Roman"/>
                <a:cs typeface="Times New Roman"/>
              </a:rPr>
              <a:t> </a:t>
            </a:r>
            <a:r>
              <a:rPr sz="2400" spc="-90" dirty="0">
                <a:latin typeface="Times New Roman"/>
                <a:cs typeface="Times New Roman"/>
              </a:rPr>
              <a:t>approach</a:t>
            </a:r>
            <a:r>
              <a:rPr sz="2400" spc="3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spc="-40" dirty="0">
                <a:latin typeface="Times New Roman"/>
                <a:cs typeface="Times New Roman"/>
              </a:rPr>
              <a:t>data</a:t>
            </a:r>
            <a:r>
              <a:rPr sz="2400" spc="15" dirty="0">
                <a:latin typeface="Times New Roman"/>
                <a:cs typeface="Times New Roman"/>
              </a:rPr>
              <a:t> </a:t>
            </a:r>
            <a:r>
              <a:rPr sz="2400" spc="-40" dirty="0">
                <a:latin typeface="Times New Roman"/>
                <a:cs typeface="Times New Roman"/>
              </a:rPr>
              <a:t>protection,</a:t>
            </a:r>
            <a:r>
              <a:rPr sz="2400" spc="-45" dirty="0">
                <a:latin typeface="Times New Roman"/>
                <a:cs typeface="Times New Roman"/>
              </a:rPr>
              <a:t> </a:t>
            </a:r>
            <a:r>
              <a:rPr sz="2400" spc="-100" dirty="0">
                <a:latin typeface="Times New Roman"/>
                <a:cs typeface="Times New Roman"/>
              </a:rPr>
              <a:t>enabling</a:t>
            </a:r>
            <a:r>
              <a:rPr sz="2400" spc="20" dirty="0">
                <a:latin typeface="Times New Roman"/>
                <a:cs typeface="Times New Roman"/>
              </a:rPr>
              <a:t> </a:t>
            </a:r>
            <a:r>
              <a:rPr sz="2400" spc="-30" dirty="0">
                <a:latin typeface="Times New Roman"/>
                <a:cs typeface="Times New Roman"/>
              </a:rPr>
              <a:t>you</a:t>
            </a:r>
            <a:r>
              <a:rPr sz="2400" spc="2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spc="-60" dirty="0">
                <a:latin typeface="Times New Roman"/>
                <a:cs typeface="Times New Roman"/>
              </a:rPr>
              <a:t>define </a:t>
            </a:r>
            <a:r>
              <a:rPr sz="2400" spc="-125" dirty="0">
                <a:latin typeface="Times New Roman"/>
                <a:cs typeface="Times New Roman"/>
              </a:rPr>
              <a:t>backup</a:t>
            </a:r>
            <a:r>
              <a:rPr sz="2400" spc="-25" dirty="0">
                <a:latin typeface="Times New Roman"/>
                <a:cs typeface="Times New Roman"/>
              </a:rPr>
              <a:t> </a:t>
            </a:r>
            <a:r>
              <a:rPr sz="2400" spc="-110" dirty="0">
                <a:latin typeface="Times New Roman"/>
                <a:cs typeface="Times New Roman"/>
              </a:rPr>
              <a:t>policies,</a:t>
            </a:r>
            <a:r>
              <a:rPr sz="2400" spc="-40" dirty="0">
                <a:latin typeface="Times New Roman"/>
                <a:cs typeface="Times New Roman"/>
              </a:rPr>
              <a:t> </a:t>
            </a:r>
            <a:r>
              <a:rPr sz="2400" spc="-60" dirty="0">
                <a:latin typeface="Times New Roman"/>
                <a:cs typeface="Times New Roman"/>
              </a:rPr>
              <a:t>monitor</a:t>
            </a:r>
            <a:r>
              <a:rPr sz="2400" spc="-90" dirty="0">
                <a:latin typeface="Times New Roman"/>
                <a:cs typeface="Times New Roman"/>
              </a:rPr>
              <a:t> </a:t>
            </a:r>
            <a:r>
              <a:rPr sz="2400" spc="-130" dirty="0">
                <a:latin typeface="Times New Roman"/>
                <a:cs typeface="Times New Roman"/>
              </a:rPr>
              <a:t>backup</a:t>
            </a:r>
            <a:r>
              <a:rPr sz="2400" spc="10" dirty="0">
                <a:latin typeface="Times New Roman"/>
                <a:cs typeface="Times New Roman"/>
              </a:rPr>
              <a:t> </a:t>
            </a:r>
            <a:r>
              <a:rPr sz="2400" spc="-130" dirty="0">
                <a:latin typeface="Times New Roman"/>
                <a:cs typeface="Times New Roman"/>
              </a:rPr>
              <a:t>activity,</a:t>
            </a:r>
            <a:r>
              <a:rPr sz="2400" spc="-20" dirty="0">
                <a:latin typeface="Times New Roman"/>
                <a:cs typeface="Times New Roman"/>
              </a:rPr>
              <a:t> </a:t>
            </a:r>
            <a:r>
              <a:rPr sz="2400" spc="-125" dirty="0">
                <a:latin typeface="Times New Roman"/>
                <a:cs typeface="Times New Roman"/>
              </a:rPr>
              <a:t>and</a:t>
            </a:r>
            <a:r>
              <a:rPr sz="2400" spc="10" dirty="0">
                <a:latin typeface="Times New Roman"/>
                <a:cs typeface="Times New Roman"/>
              </a:rPr>
              <a:t> </a:t>
            </a:r>
            <a:r>
              <a:rPr sz="2400" spc="-90" dirty="0">
                <a:latin typeface="Times New Roman"/>
                <a:cs typeface="Times New Roman"/>
              </a:rPr>
              <a:t>ensure</a:t>
            </a:r>
            <a:r>
              <a:rPr sz="2400" spc="5" dirty="0">
                <a:latin typeface="Times New Roman"/>
                <a:cs typeface="Times New Roman"/>
              </a:rPr>
              <a:t> </a:t>
            </a:r>
            <a:r>
              <a:rPr sz="2400" spc="-110" dirty="0">
                <a:latin typeface="Times New Roman"/>
                <a:cs typeface="Times New Roman"/>
              </a:rPr>
              <a:t>data</a:t>
            </a:r>
            <a:r>
              <a:rPr sz="2400" spc="-5" dirty="0">
                <a:latin typeface="Times New Roman"/>
                <a:cs typeface="Times New Roman"/>
              </a:rPr>
              <a:t> </a:t>
            </a:r>
            <a:r>
              <a:rPr sz="2400" spc="-130" dirty="0">
                <a:latin typeface="Times New Roman"/>
                <a:cs typeface="Times New Roman"/>
              </a:rPr>
              <a:t>compliance</a:t>
            </a:r>
            <a:r>
              <a:rPr sz="2400" spc="10" dirty="0">
                <a:latin typeface="Times New Roman"/>
                <a:cs typeface="Times New Roman"/>
              </a:rPr>
              <a:t> </a:t>
            </a:r>
            <a:r>
              <a:rPr sz="2400" spc="-20" dirty="0">
                <a:latin typeface="Times New Roman"/>
                <a:cs typeface="Times New Roman"/>
              </a:rPr>
              <a:t>from </a:t>
            </a:r>
            <a:r>
              <a:rPr sz="2400" spc="-200" dirty="0">
                <a:latin typeface="Times New Roman"/>
                <a:cs typeface="Times New Roman"/>
              </a:rPr>
              <a:t>a</a:t>
            </a:r>
            <a:r>
              <a:rPr sz="2400" spc="-40" dirty="0">
                <a:latin typeface="Times New Roman"/>
                <a:cs typeface="Times New Roman"/>
              </a:rPr>
              <a:t> </a:t>
            </a:r>
            <a:r>
              <a:rPr sz="2400" spc="-140" dirty="0">
                <a:latin typeface="Times New Roman"/>
                <a:cs typeface="Times New Roman"/>
              </a:rPr>
              <a:t>single</a:t>
            </a:r>
            <a:r>
              <a:rPr sz="2400" spc="-55" dirty="0">
                <a:latin typeface="Times New Roman"/>
                <a:cs typeface="Times New Roman"/>
              </a:rPr>
              <a:t> </a:t>
            </a:r>
            <a:r>
              <a:rPr sz="2400" spc="-10" dirty="0">
                <a:latin typeface="Times New Roman"/>
                <a:cs typeface="Times New Roman"/>
              </a:rPr>
              <a:t>platform.</a:t>
            </a:r>
            <a:endParaRPr sz="2400">
              <a:latin typeface="Times New Roman"/>
              <a:cs typeface="Times New Roman"/>
            </a:endParaRPr>
          </a:p>
          <a:p>
            <a:pPr>
              <a:lnSpc>
                <a:spcPct val="100000"/>
              </a:lnSpc>
              <a:spcBef>
                <a:spcPts val="720"/>
              </a:spcBef>
            </a:pPr>
            <a:endParaRPr sz="2400">
              <a:latin typeface="Times New Roman"/>
              <a:cs typeface="Times New Roman"/>
            </a:endParaRPr>
          </a:p>
          <a:p>
            <a:pPr marL="286385" indent="-273685">
              <a:lnSpc>
                <a:spcPct val="100000"/>
              </a:lnSpc>
              <a:buClr>
                <a:srgbClr val="D24717"/>
              </a:buClr>
              <a:buSzPct val="85416"/>
              <a:buFont typeface="Segoe UI Symbol"/>
              <a:buChar char="⚫"/>
              <a:tabLst>
                <a:tab pos="286385" algn="l"/>
              </a:tabLst>
            </a:pPr>
            <a:r>
              <a:rPr sz="2400" b="1" spc="-100" dirty="0">
                <a:latin typeface="Times New Roman"/>
                <a:cs typeface="Times New Roman"/>
              </a:rPr>
              <a:t>Key</a:t>
            </a:r>
            <a:r>
              <a:rPr sz="2400" b="1" spc="-30" dirty="0">
                <a:latin typeface="Times New Roman"/>
                <a:cs typeface="Times New Roman"/>
              </a:rPr>
              <a:t> </a:t>
            </a:r>
            <a:r>
              <a:rPr sz="2400" b="1" spc="-65" dirty="0">
                <a:latin typeface="Times New Roman"/>
                <a:cs typeface="Times New Roman"/>
              </a:rPr>
              <a:t>Features</a:t>
            </a:r>
            <a:r>
              <a:rPr sz="2400" b="1" spc="-50" dirty="0">
                <a:latin typeface="Times New Roman"/>
                <a:cs typeface="Times New Roman"/>
              </a:rPr>
              <a:t> </a:t>
            </a:r>
            <a:r>
              <a:rPr sz="2400" b="1" dirty="0">
                <a:latin typeface="Times New Roman"/>
                <a:cs typeface="Times New Roman"/>
              </a:rPr>
              <a:t>of</a:t>
            </a:r>
            <a:r>
              <a:rPr sz="2400" b="1" spc="-130" dirty="0">
                <a:latin typeface="Times New Roman"/>
                <a:cs typeface="Times New Roman"/>
              </a:rPr>
              <a:t> </a:t>
            </a:r>
            <a:r>
              <a:rPr sz="2400" b="1" spc="-270" dirty="0">
                <a:latin typeface="Times New Roman"/>
                <a:cs typeface="Times New Roman"/>
              </a:rPr>
              <a:t>AWS</a:t>
            </a:r>
            <a:r>
              <a:rPr sz="2400" b="1" spc="-30" dirty="0">
                <a:latin typeface="Times New Roman"/>
                <a:cs typeface="Times New Roman"/>
              </a:rPr>
              <a:t> </a:t>
            </a:r>
            <a:r>
              <a:rPr sz="2400" b="1" spc="-10" dirty="0">
                <a:latin typeface="Times New Roman"/>
                <a:cs typeface="Times New Roman"/>
              </a:rPr>
              <a:t>Backup</a:t>
            </a:r>
            <a:endParaRPr sz="2400">
              <a:latin typeface="Times New Roman"/>
              <a:cs typeface="Times New Roman"/>
            </a:endParaRPr>
          </a:p>
          <a:p>
            <a:pPr marL="286385" indent="-273685">
              <a:lnSpc>
                <a:spcPct val="100000"/>
              </a:lnSpc>
              <a:spcBef>
                <a:spcPts val="600"/>
              </a:spcBef>
              <a:buClr>
                <a:srgbClr val="D24717"/>
              </a:buClr>
              <a:buSzPct val="85416"/>
              <a:buAutoNum type="arabicPeriod"/>
              <a:tabLst>
                <a:tab pos="286385" algn="l"/>
              </a:tabLst>
            </a:pPr>
            <a:r>
              <a:rPr sz="2400" b="1" spc="-20" dirty="0">
                <a:latin typeface="Times New Roman"/>
                <a:cs typeface="Times New Roman"/>
              </a:rPr>
              <a:t>Centralized</a:t>
            </a:r>
            <a:r>
              <a:rPr sz="2400" b="1" spc="-90" dirty="0">
                <a:latin typeface="Times New Roman"/>
                <a:cs typeface="Times New Roman"/>
              </a:rPr>
              <a:t> </a:t>
            </a:r>
            <a:r>
              <a:rPr sz="2400" b="1" spc="-20" dirty="0">
                <a:latin typeface="Times New Roman"/>
                <a:cs typeface="Times New Roman"/>
              </a:rPr>
              <a:t>Backup</a:t>
            </a:r>
            <a:r>
              <a:rPr sz="2400" b="1" spc="-80" dirty="0">
                <a:latin typeface="Times New Roman"/>
                <a:cs typeface="Times New Roman"/>
              </a:rPr>
              <a:t> </a:t>
            </a:r>
            <a:r>
              <a:rPr sz="2400" b="1" spc="-10" dirty="0">
                <a:latin typeface="Times New Roman"/>
                <a:cs typeface="Times New Roman"/>
              </a:rPr>
              <a:t>Management</a:t>
            </a:r>
            <a:endParaRPr sz="2400">
              <a:latin typeface="Times New Roman"/>
              <a:cs typeface="Times New Roman"/>
            </a:endParaRPr>
          </a:p>
          <a:p>
            <a:pPr marL="755015" marR="15875" lvl="1" indent="-285750">
              <a:lnSpc>
                <a:spcPct val="100000"/>
              </a:lnSpc>
              <a:spcBef>
                <a:spcPts val="395"/>
              </a:spcBef>
              <a:buClr>
                <a:srgbClr val="9B2C1F"/>
              </a:buClr>
              <a:buSzPct val="85416"/>
              <a:buAutoNum type="arabicPeriod"/>
              <a:tabLst>
                <a:tab pos="756285" algn="l"/>
              </a:tabLst>
            </a:pPr>
            <a:r>
              <a:rPr sz="2400" spc="-165" dirty="0">
                <a:latin typeface="Times New Roman"/>
                <a:cs typeface="Times New Roman"/>
              </a:rPr>
              <a:t>Manage</a:t>
            </a:r>
            <a:r>
              <a:rPr sz="2400" spc="15" dirty="0">
                <a:latin typeface="Times New Roman"/>
                <a:cs typeface="Times New Roman"/>
              </a:rPr>
              <a:t> </a:t>
            </a:r>
            <a:r>
              <a:rPr sz="2400" spc="-125" dirty="0">
                <a:latin typeface="Times New Roman"/>
                <a:cs typeface="Times New Roman"/>
              </a:rPr>
              <a:t>backups</a:t>
            </a:r>
            <a:r>
              <a:rPr sz="2400" spc="-25" dirty="0">
                <a:latin typeface="Times New Roman"/>
                <a:cs typeface="Times New Roman"/>
              </a:rPr>
              <a:t> </a:t>
            </a:r>
            <a:r>
              <a:rPr sz="2400" spc="-10" dirty="0">
                <a:latin typeface="Times New Roman"/>
                <a:cs typeface="Times New Roman"/>
              </a:rPr>
              <a:t>for</a:t>
            </a:r>
            <a:r>
              <a:rPr sz="2400" spc="-130" dirty="0">
                <a:latin typeface="Times New Roman"/>
                <a:cs typeface="Times New Roman"/>
              </a:rPr>
              <a:t> </a:t>
            </a:r>
            <a:r>
              <a:rPr sz="2400" spc="-110" dirty="0">
                <a:latin typeface="Times New Roman"/>
                <a:cs typeface="Times New Roman"/>
              </a:rPr>
              <a:t>various</a:t>
            </a:r>
            <a:r>
              <a:rPr sz="2400" spc="-40" dirty="0">
                <a:latin typeface="Times New Roman"/>
                <a:cs typeface="Times New Roman"/>
              </a:rPr>
              <a:t> </a:t>
            </a:r>
            <a:r>
              <a:rPr sz="2400" spc="-325" dirty="0">
                <a:latin typeface="Times New Roman"/>
                <a:cs typeface="Times New Roman"/>
              </a:rPr>
              <a:t>AWS</a:t>
            </a:r>
            <a:r>
              <a:rPr sz="2400" spc="110" dirty="0">
                <a:latin typeface="Times New Roman"/>
                <a:cs typeface="Times New Roman"/>
              </a:rPr>
              <a:t> </a:t>
            </a:r>
            <a:r>
              <a:rPr sz="2400" spc="-100" dirty="0">
                <a:latin typeface="Times New Roman"/>
                <a:cs typeface="Times New Roman"/>
              </a:rPr>
              <a:t>services</a:t>
            </a:r>
            <a:r>
              <a:rPr sz="2400" spc="-30" dirty="0">
                <a:latin typeface="Times New Roman"/>
                <a:cs typeface="Times New Roman"/>
              </a:rPr>
              <a:t> </a:t>
            </a:r>
            <a:r>
              <a:rPr sz="2400" spc="-55" dirty="0">
                <a:latin typeface="Times New Roman"/>
                <a:cs typeface="Times New Roman"/>
              </a:rPr>
              <a:t>from</a:t>
            </a:r>
            <a:r>
              <a:rPr sz="2400" spc="-1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spc="-114" dirty="0">
                <a:latin typeface="Times New Roman"/>
                <a:cs typeface="Times New Roman"/>
              </a:rPr>
              <a:t>single</a:t>
            </a:r>
            <a:r>
              <a:rPr sz="2400" spc="-25" dirty="0">
                <a:latin typeface="Times New Roman"/>
                <a:cs typeface="Times New Roman"/>
              </a:rPr>
              <a:t> </a:t>
            </a:r>
            <a:r>
              <a:rPr sz="2400" spc="-100" dirty="0">
                <a:latin typeface="Times New Roman"/>
                <a:cs typeface="Times New Roman"/>
              </a:rPr>
              <a:t>console</a:t>
            </a:r>
            <a:r>
              <a:rPr sz="2400" spc="-25" dirty="0">
                <a:latin typeface="Times New Roman"/>
                <a:cs typeface="Times New Roman"/>
              </a:rPr>
              <a:t> or 	</a:t>
            </a:r>
            <a:r>
              <a:rPr sz="2400" spc="-20" dirty="0">
                <a:latin typeface="Times New Roman"/>
                <a:cs typeface="Times New Roman"/>
              </a:rPr>
              <a:t>API.</a:t>
            </a:r>
            <a:endParaRPr sz="2400">
              <a:latin typeface="Times New Roman"/>
              <a:cs typeface="Times New Roman"/>
            </a:endParaRPr>
          </a:p>
          <a:p>
            <a:pPr marL="755015" marR="5080" lvl="1" indent="-285750">
              <a:lnSpc>
                <a:spcPct val="100000"/>
              </a:lnSpc>
              <a:spcBef>
                <a:spcPts val="400"/>
              </a:spcBef>
              <a:buClr>
                <a:srgbClr val="9B2C1F"/>
              </a:buClr>
              <a:buSzPct val="85416"/>
              <a:buAutoNum type="arabicPeriod"/>
              <a:tabLst>
                <a:tab pos="756285" algn="l"/>
                <a:tab pos="1815464" algn="l"/>
                <a:tab pos="3347720" algn="l"/>
                <a:tab pos="4406900" algn="l"/>
                <a:tab pos="5060950" algn="l"/>
                <a:tab pos="5772150" algn="l"/>
                <a:tab pos="6750684" algn="l"/>
                <a:tab pos="7897495" algn="l"/>
              </a:tabLst>
            </a:pPr>
            <a:r>
              <a:rPr sz="2400" spc="-70" dirty="0">
                <a:latin typeface="Times New Roman"/>
                <a:cs typeface="Times New Roman"/>
              </a:rPr>
              <a:t>Supports</a:t>
            </a:r>
            <a:r>
              <a:rPr sz="2400" spc="-25" dirty="0">
                <a:latin typeface="Times New Roman"/>
                <a:cs typeface="Times New Roman"/>
              </a:rPr>
              <a:t> </a:t>
            </a:r>
            <a:r>
              <a:rPr sz="2400" spc="-50" dirty="0">
                <a:latin typeface="Times New Roman"/>
                <a:cs typeface="Times New Roman"/>
              </a:rPr>
              <a:t>data</a:t>
            </a:r>
            <a:r>
              <a:rPr sz="2400" spc="15" dirty="0">
                <a:latin typeface="Times New Roman"/>
                <a:cs typeface="Times New Roman"/>
              </a:rPr>
              <a:t> </a:t>
            </a:r>
            <a:r>
              <a:rPr sz="2400" spc="-35" dirty="0">
                <a:latin typeface="Times New Roman"/>
                <a:cs typeface="Times New Roman"/>
              </a:rPr>
              <a:t>stored</a:t>
            </a:r>
            <a:r>
              <a:rPr sz="2400" spc="45" dirty="0">
                <a:latin typeface="Times New Roman"/>
                <a:cs typeface="Times New Roman"/>
              </a:rPr>
              <a:t> </a:t>
            </a:r>
            <a:r>
              <a:rPr sz="2400" dirty="0">
                <a:latin typeface="Times New Roman"/>
                <a:cs typeface="Times New Roman"/>
              </a:rPr>
              <a:t>in</a:t>
            </a:r>
            <a:r>
              <a:rPr sz="2400" spc="35" dirty="0">
                <a:latin typeface="Times New Roman"/>
                <a:cs typeface="Times New Roman"/>
              </a:rPr>
              <a:t> </a:t>
            </a:r>
            <a:r>
              <a:rPr sz="2400" spc="-80" dirty="0">
                <a:latin typeface="Times New Roman"/>
                <a:cs typeface="Times New Roman"/>
              </a:rPr>
              <a:t>services</a:t>
            </a:r>
            <a:r>
              <a:rPr sz="2400" spc="40" dirty="0">
                <a:latin typeface="Times New Roman"/>
                <a:cs typeface="Times New Roman"/>
              </a:rPr>
              <a:t> </a:t>
            </a:r>
            <a:r>
              <a:rPr sz="2400" spc="-50" dirty="0">
                <a:latin typeface="Times New Roman"/>
                <a:cs typeface="Times New Roman"/>
              </a:rPr>
              <a:t>like</a:t>
            </a:r>
            <a:r>
              <a:rPr sz="2400" spc="35" dirty="0">
                <a:latin typeface="Times New Roman"/>
                <a:cs typeface="Times New Roman"/>
              </a:rPr>
              <a:t> </a:t>
            </a:r>
            <a:r>
              <a:rPr sz="2400" spc="-130" dirty="0">
                <a:latin typeface="Times New Roman"/>
                <a:cs typeface="Times New Roman"/>
              </a:rPr>
              <a:t>Amazon</a:t>
            </a:r>
            <a:r>
              <a:rPr sz="2400" spc="45" dirty="0">
                <a:latin typeface="Times New Roman"/>
                <a:cs typeface="Times New Roman"/>
              </a:rPr>
              <a:t> </a:t>
            </a:r>
            <a:r>
              <a:rPr sz="2400" spc="-185" dirty="0">
                <a:latin typeface="Times New Roman"/>
                <a:cs typeface="Times New Roman"/>
              </a:rPr>
              <a:t>EBS,</a:t>
            </a:r>
            <a:r>
              <a:rPr sz="2400" spc="35" dirty="0">
                <a:latin typeface="Times New Roman"/>
                <a:cs typeface="Times New Roman"/>
              </a:rPr>
              <a:t> </a:t>
            </a:r>
            <a:r>
              <a:rPr sz="2400" spc="-130" dirty="0">
                <a:latin typeface="Times New Roman"/>
                <a:cs typeface="Times New Roman"/>
              </a:rPr>
              <a:t>Amazon</a:t>
            </a:r>
            <a:r>
              <a:rPr sz="2400" spc="40" dirty="0">
                <a:latin typeface="Times New Roman"/>
                <a:cs typeface="Times New Roman"/>
              </a:rPr>
              <a:t> </a:t>
            </a:r>
            <a:r>
              <a:rPr sz="2400" spc="-75" dirty="0">
                <a:latin typeface="Times New Roman"/>
                <a:cs typeface="Times New Roman"/>
              </a:rPr>
              <a:t>RDS, 	</a:t>
            </a:r>
            <a:r>
              <a:rPr sz="2400" spc="-10" dirty="0">
                <a:latin typeface="Times New Roman"/>
                <a:cs typeface="Times New Roman"/>
              </a:rPr>
              <a:t>Amazon</a:t>
            </a:r>
            <a:r>
              <a:rPr sz="2400" dirty="0">
                <a:latin typeface="Times New Roman"/>
                <a:cs typeface="Times New Roman"/>
              </a:rPr>
              <a:t>	</a:t>
            </a:r>
            <a:r>
              <a:rPr sz="2400" spc="-30" dirty="0">
                <a:latin typeface="Times New Roman"/>
                <a:cs typeface="Times New Roman"/>
              </a:rPr>
              <a:t>DynamoDB,</a:t>
            </a:r>
            <a:r>
              <a:rPr sz="2400" dirty="0">
                <a:latin typeface="Times New Roman"/>
                <a:cs typeface="Times New Roman"/>
              </a:rPr>
              <a:t>	</a:t>
            </a:r>
            <a:r>
              <a:rPr sz="2400" spc="-10" dirty="0">
                <a:latin typeface="Times New Roman"/>
                <a:cs typeface="Times New Roman"/>
              </a:rPr>
              <a:t>Amazon</a:t>
            </a:r>
            <a:r>
              <a:rPr sz="2400" dirty="0">
                <a:latin typeface="Times New Roman"/>
                <a:cs typeface="Times New Roman"/>
              </a:rPr>
              <a:t>	</a:t>
            </a:r>
            <a:r>
              <a:rPr sz="2400" spc="-20" dirty="0">
                <a:latin typeface="Times New Roman"/>
                <a:cs typeface="Times New Roman"/>
              </a:rPr>
              <a:t>EFS,</a:t>
            </a:r>
            <a:r>
              <a:rPr sz="2400" dirty="0">
                <a:latin typeface="Times New Roman"/>
                <a:cs typeface="Times New Roman"/>
              </a:rPr>
              <a:t>	</a:t>
            </a:r>
            <a:r>
              <a:rPr sz="2400" spc="-355" dirty="0">
                <a:latin typeface="Times New Roman"/>
                <a:cs typeface="Times New Roman"/>
              </a:rPr>
              <a:t>AWS</a:t>
            </a:r>
            <a:r>
              <a:rPr sz="2400" dirty="0">
                <a:latin typeface="Times New Roman"/>
                <a:cs typeface="Times New Roman"/>
              </a:rPr>
              <a:t>	</a:t>
            </a:r>
            <a:r>
              <a:rPr sz="2400" spc="-10" dirty="0">
                <a:latin typeface="Times New Roman"/>
                <a:cs typeface="Times New Roman"/>
              </a:rPr>
              <a:t>Storage</a:t>
            </a:r>
            <a:r>
              <a:rPr sz="2400" dirty="0">
                <a:latin typeface="Times New Roman"/>
                <a:cs typeface="Times New Roman"/>
              </a:rPr>
              <a:t>	</a:t>
            </a:r>
            <a:r>
              <a:rPr sz="2400" spc="-25" dirty="0">
                <a:latin typeface="Times New Roman"/>
                <a:cs typeface="Times New Roman"/>
              </a:rPr>
              <a:t>Gateway,</a:t>
            </a:r>
            <a:r>
              <a:rPr sz="2400" dirty="0">
                <a:latin typeface="Times New Roman"/>
                <a:cs typeface="Times New Roman"/>
              </a:rPr>
              <a:t>	</a:t>
            </a:r>
            <a:r>
              <a:rPr sz="2400" spc="-114" dirty="0">
                <a:latin typeface="Times New Roman"/>
                <a:cs typeface="Times New Roman"/>
              </a:rPr>
              <a:t>and</a:t>
            </a:r>
            <a:endParaRPr sz="2400">
              <a:latin typeface="Times New Roman"/>
              <a:cs typeface="Times New Roman"/>
            </a:endParaRPr>
          </a:p>
        </p:txBody>
      </p:sp>
      <p:sp>
        <p:nvSpPr>
          <p:cNvPr id="6" name="object 6"/>
          <p:cNvSpPr txBox="1"/>
          <p:nvPr/>
        </p:nvSpPr>
        <p:spPr>
          <a:xfrm>
            <a:off x="1051356" y="6279591"/>
            <a:ext cx="69405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Times New Roman"/>
                <a:cs typeface="Times New Roman"/>
              </a:rPr>
              <a:t>more.</a:t>
            </a:r>
            <a:endParaRPr sz="2400">
              <a:latin typeface="Times New Roman"/>
              <a:cs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10" dirty="0"/>
              <a:t> </a:t>
            </a:r>
            <a:r>
              <a:rPr spc="-35" dirty="0"/>
              <a:t>Backup</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133602"/>
            <a:ext cx="8312784" cy="4781550"/>
          </a:xfrm>
          <a:prstGeom prst="rect">
            <a:avLst/>
          </a:prstGeom>
        </p:spPr>
        <p:txBody>
          <a:bodyPr vert="horz" wrap="square" lIns="0" tIns="12700" rIns="0" bIns="0" rtlCol="0">
            <a:spAutoFit/>
          </a:bodyPr>
          <a:lstStyle/>
          <a:p>
            <a:pPr marL="287020" indent="-274320">
              <a:lnSpc>
                <a:spcPct val="100000"/>
              </a:lnSpc>
              <a:spcBef>
                <a:spcPts val="100"/>
              </a:spcBef>
              <a:buAutoNum type="arabicPeriod" startAt="2"/>
              <a:tabLst>
                <a:tab pos="287020" algn="l"/>
              </a:tabLst>
            </a:pPr>
            <a:r>
              <a:rPr sz="2400" b="1" dirty="0">
                <a:latin typeface="Times New Roman"/>
                <a:cs typeface="Times New Roman"/>
              </a:rPr>
              <a:t>Policy-</a:t>
            </a:r>
            <a:r>
              <a:rPr sz="2400" b="1" spc="-55" dirty="0">
                <a:latin typeface="Times New Roman"/>
                <a:cs typeface="Times New Roman"/>
              </a:rPr>
              <a:t>Based</a:t>
            </a:r>
            <a:r>
              <a:rPr sz="2400" b="1" spc="-95" dirty="0">
                <a:latin typeface="Times New Roman"/>
                <a:cs typeface="Times New Roman"/>
              </a:rPr>
              <a:t> </a:t>
            </a:r>
            <a:r>
              <a:rPr sz="2400" b="1" spc="-10" dirty="0">
                <a:latin typeface="Times New Roman"/>
                <a:cs typeface="Times New Roman"/>
              </a:rPr>
              <a:t>Automation</a:t>
            </a:r>
            <a:endParaRPr sz="2400">
              <a:latin typeface="Times New Roman"/>
              <a:cs typeface="Times New Roman"/>
            </a:endParaRPr>
          </a:p>
          <a:p>
            <a:pPr marL="12700" marR="15240" lvl="1" indent="-8255">
              <a:lnSpc>
                <a:spcPct val="100000"/>
              </a:lnSpc>
              <a:buSzPct val="95833"/>
              <a:buChar char="•"/>
              <a:tabLst>
                <a:tab pos="118745" algn="l"/>
              </a:tabLst>
            </a:pPr>
            <a:r>
              <a:rPr sz="2400" spc="-75" dirty="0">
                <a:latin typeface="Times New Roman"/>
                <a:cs typeface="Times New Roman"/>
              </a:rPr>
              <a:t>	Define</a:t>
            </a:r>
            <a:r>
              <a:rPr sz="2400" spc="40" dirty="0">
                <a:latin typeface="Times New Roman"/>
                <a:cs typeface="Times New Roman"/>
              </a:rPr>
              <a:t> </a:t>
            </a:r>
            <a:r>
              <a:rPr sz="2400" spc="-85" dirty="0">
                <a:latin typeface="Times New Roman"/>
                <a:cs typeface="Times New Roman"/>
              </a:rPr>
              <a:t>backup</a:t>
            </a:r>
            <a:r>
              <a:rPr sz="2400" spc="45" dirty="0">
                <a:latin typeface="Times New Roman"/>
                <a:cs typeface="Times New Roman"/>
              </a:rPr>
              <a:t> </a:t>
            </a:r>
            <a:r>
              <a:rPr sz="2400" spc="-85" dirty="0">
                <a:latin typeface="Times New Roman"/>
                <a:cs typeface="Times New Roman"/>
              </a:rPr>
              <a:t>schedules,</a:t>
            </a:r>
            <a:r>
              <a:rPr sz="2400" spc="-30" dirty="0">
                <a:latin typeface="Times New Roman"/>
                <a:cs typeface="Times New Roman"/>
              </a:rPr>
              <a:t> </a:t>
            </a:r>
            <a:r>
              <a:rPr sz="2400" spc="-35" dirty="0">
                <a:latin typeface="Times New Roman"/>
                <a:cs typeface="Times New Roman"/>
              </a:rPr>
              <a:t>retention</a:t>
            </a:r>
            <a:r>
              <a:rPr sz="2400" spc="45" dirty="0">
                <a:latin typeface="Times New Roman"/>
                <a:cs typeface="Times New Roman"/>
              </a:rPr>
              <a:t> </a:t>
            </a:r>
            <a:r>
              <a:rPr sz="2400" spc="-45" dirty="0">
                <a:latin typeface="Times New Roman"/>
                <a:cs typeface="Times New Roman"/>
              </a:rPr>
              <a:t>periods,</a:t>
            </a:r>
            <a:r>
              <a:rPr sz="2400" spc="-25" dirty="0">
                <a:latin typeface="Times New Roman"/>
                <a:cs typeface="Times New Roman"/>
              </a:rPr>
              <a:t> </a:t>
            </a:r>
            <a:r>
              <a:rPr sz="2400" spc="-40" dirty="0">
                <a:latin typeface="Times New Roman"/>
                <a:cs typeface="Times New Roman"/>
              </a:rPr>
              <a:t>and</a:t>
            </a:r>
            <a:r>
              <a:rPr sz="2400" spc="40" dirty="0">
                <a:latin typeface="Times New Roman"/>
                <a:cs typeface="Times New Roman"/>
              </a:rPr>
              <a:t> </a:t>
            </a:r>
            <a:r>
              <a:rPr sz="2400" spc="-100" dirty="0">
                <a:latin typeface="Times New Roman"/>
                <a:cs typeface="Times New Roman"/>
              </a:rPr>
              <a:t>lifecycle</a:t>
            </a:r>
            <a:r>
              <a:rPr sz="2400" spc="40" dirty="0">
                <a:latin typeface="Times New Roman"/>
                <a:cs typeface="Times New Roman"/>
              </a:rPr>
              <a:t> </a:t>
            </a:r>
            <a:r>
              <a:rPr sz="2400" spc="-90" dirty="0">
                <a:latin typeface="Times New Roman"/>
                <a:cs typeface="Times New Roman"/>
              </a:rPr>
              <a:t>policies</a:t>
            </a:r>
            <a:r>
              <a:rPr sz="2400" spc="35" dirty="0">
                <a:latin typeface="Times New Roman"/>
                <a:cs typeface="Times New Roman"/>
              </a:rPr>
              <a:t> </a:t>
            </a:r>
            <a:r>
              <a:rPr sz="2400" spc="-80" dirty="0">
                <a:latin typeface="Times New Roman"/>
                <a:cs typeface="Times New Roman"/>
              </a:rPr>
              <a:t>using </a:t>
            </a:r>
            <a:r>
              <a:rPr sz="2400" spc="-140" dirty="0">
                <a:latin typeface="Times New Roman"/>
                <a:cs typeface="Times New Roman"/>
              </a:rPr>
              <a:t>backup</a:t>
            </a:r>
            <a:r>
              <a:rPr sz="2400" spc="-30" dirty="0">
                <a:latin typeface="Times New Roman"/>
                <a:cs typeface="Times New Roman"/>
              </a:rPr>
              <a:t> </a:t>
            </a:r>
            <a:r>
              <a:rPr sz="2400" spc="-10" dirty="0">
                <a:latin typeface="Times New Roman"/>
                <a:cs typeface="Times New Roman"/>
              </a:rPr>
              <a:t>plans.</a:t>
            </a:r>
            <a:endParaRPr sz="2400">
              <a:latin typeface="Times New Roman"/>
              <a:cs typeface="Times New Roman"/>
            </a:endParaRPr>
          </a:p>
          <a:p>
            <a:pPr marL="118745" lvl="1" indent="-114300">
              <a:lnSpc>
                <a:spcPct val="100000"/>
              </a:lnSpc>
              <a:buSzPct val="95833"/>
              <a:buChar char="•"/>
              <a:tabLst>
                <a:tab pos="118745" algn="l"/>
              </a:tabLst>
            </a:pPr>
            <a:r>
              <a:rPr sz="2400" spc="-150" dirty="0">
                <a:latin typeface="Times New Roman"/>
                <a:cs typeface="Times New Roman"/>
              </a:rPr>
              <a:t>Automatically</a:t>
            </a:r>
            <a:r>
              <a:rPr sz="2400" spc="-30" dirty="0">
                <a:latin typeface="Times New Roman"/>
                <a:cs typeface="Times New Roman"/>
              </a:rPr>
              <a:t> </a:t>
            </a:r>
            <a:r>
              <a:rPr sz="2400" spc="-160" dirty="0">
                <a:latin typeface="Times New Roman"/>
                <a:cs typeface="Times New Roman"/>
              </a:rPr>
              <a:t>apply</a:t>
            </a:r>
            <a:r>
              <a:rPr sz="2400" spc="-25" dirty="0">
                <a:latin typeface="Times New Roman"/>
                <a:cs typeface="Times New Roman"/>
              </a:rPr>
              <a:t> </a:t>
            </a:r>
            <a:r>
              <a:rPr sz="2400" spc="-130" dirty="0">
                <a:latin typeface="Times New Roman"/>
                <a:cs typeface="Times New Roman"/>
              </a:rPr>
              <a:t>policies</a:t>
            </a:r>
            <a:r>
              <a:rPr sz="2400" spc="-3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spc="-105" dirty="0">
                <a:latin typeface="Times New Roman"/>
                <a:cs typeface="Times New Roman"/>
              </a:rPr>
              <a:t>resources</a:t>
            </a:r>
            <a:r>
              <a:rPr sz="2400" spc="-40" dirty="0">
                <a:latin typeface="Times New Roman"/>
                <a:cs typeface="Times New Roman"/>
              </a:rPr>
              <a:t> </a:t>
            </a:r>
            <a:r>
              <a:rPr sz="2400" spc="-150" dirty="0">
                <a:latin typeface="Times New Roman"/>
                <a:cs typeface="Times New Roman"/>
              </a:rPr>
              <a:t>based</a:t>
            </a:r>
            <a:r>
              <a:rPr sz="2400" spc="-30" dirty="0">
                <a:latin typeface="Times New Roman"/>
                <a:cs typeface="Times New Roman"/>
              </a:rPr>
              <a:t> </a:t>
            </a:r>
            <a:r>
              <a:rPr sz="2400" spc="-110" dirty="0">
                <a:latin typeface="Times New Roman"/>
                <a:cs typeface="Times New Roman"/>
              </a:rPr>
              <a:t>on</a:t>
            </a:r>
            <a:r>
              <a:rPr sz="2400" spc="-30" dirty="0">
                <a:latin typeface="Times New Roman"/>
                <a:cs typeface="Times New Roman"/>
              </a:rPr>
              <a:t> </a:t>
            </a:r>
            <a:r>
              <a:rPr sz="2400" spc="-10" dirty="0">
                <a:latin typeface="Times New Roman"/>
                <a:cs typeface="Times New Roman"/>
              </a:rPr>
              <a:t>tags.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020" indent="-274320">
              <a:lnSpc>
                <a:spcPct val="100000"/>
              </a:lnSpc>
              <a:buAutoNum type="arabicPeriod" startAt="3"/>
              <a:tabLst>
                <a:tab pos="287020" algn="l"/>
              </a:tabLst>
            </a:pPr>
            <a:r>
              <a:rPr sz="2400" b="1" spc="-25" dirty="0">
                <a:latin typeface="Times New Roman"/>
                <a:cs typeface="Times New Roman"/>
              </a:rPr>
              <a:t>Secure</a:t>
            </a:r>
            <a:r>
              <a:rPr sz="2400" b="1" spc="-114" dirty="0">
                <a:latin typeface="Times New Roman"/>
                <a:cs typeface="Times New Roman"/>
              </a:rPr>
              <a:t> </a:t>
            </a:r>
            <a:r>
              <a:rPr sz="2400" b="1" dirty="0">
                <a:latin typeface="Times New Roman"/>
                <a:cs typeface="Times New Roman"/>
              </a:rPr>
              <a:t>and</a:t>
            </a:r>
            <a:r>
              <a:rPr sz="2400" b="1" spc="-110" dirty="0">
                <a:latin typeface="Times New Roman"/>
                <a:cs typeface="Times New Roman"/>
              </a:rPr>
              <a:t> </a:t>
            </a:r>
            <a:r>
              <a:rPr sz="2400" b="1" spc="-30" dirty="0">
                <a:latin typeface="Times New Roman"/>
                <a:cs typeface="Times New Roman"/>
              </a:rPr>
              <a:t>Compliant</a:t>
            </a:r>
            <a:r>
              <a:rPr sz="2400" b="1" spc="-105" dirty="0">
                <a:latin typeface="Times New Roman"/>
                <a:cs typeface="Times New Roman"/>
              </a:rPr>
              <a:t> </a:t>
            </a:r>
            <a:r>
              <a:rPr sz="2400" b="1" spc="-10" dirty="0">
                <a:latin typeface="Times New Roman"/>
                <a:cs typeface="Times New Roman"/>
              </a:rPr>
              <a:t>Backups</a:t>
            </a:r>
            <a:endParaRPr sz="2400">
              <a:latin typeface="Times New Roman"/>
              <a:cs typeface="Times New Roman"/>
            </a:endParaRPr>
          </a:p>
          <a:p>
            <a:pPr marL="118745" lvl="1" indent="-114300">
              <a:lnSpc>
                <a:spcPct val="100000"/>
              </a:lnSpc>
              <a:buSzPct val="95833"/>
              <a:buChar char="•"/>
              <a:tabLst>
                <a:tab pos="118745" algn="l"/>
              </a:tabLst>
            </a:pPr>
            <a:r>
              <a:rPr sz="2400" spc="-100" dirty="0">
                <a:latin typeface="Times New Roman"/>
                <a:cs typeface="Times New Roman"/>
              </a:rPr>
              <a:t>Supports</a:t>
            </a:r>
            <a:r>
              <a:rPr sz="2400" spc="-75" dirty="0">
                <a:latin typeface="Times New Roman"/>
                <a:cs typeface="Times New Roman"/>
              </a:rPr>
              <a:t> </a:t>
            </a:r>
            <a:r>
              <a:rPr sz="2400" spc="-95" dirty="0">
                <a:latin typeface="Times New Roman"/>
                <a:cs typeface="Times New Roman"/>
              </a:rPr>
              <a:t>encryption</a:t>
            </a:r>
            <a:r>
              <a:rPr sz="2400" spc="-50" dirty="0">
                <a:latin typeface="Times New Roman"/>
                <a:cs typeface="Times New Roman"/>
              </a:rPr>
              <a:t> </a:t>
            </a:r>
            <a:r>
              <a:rPr sz="2400" spc="-140" dirty="0">
                <a:latin typeface="Times New Roman"/>
                <a:cs typeface="Times New Roman"/>
              </a:rPr>
              <a:t>of</a:t>
            </a:r>
            <a:r>
              <a:rPr sz="2400" spc="-45" dirty="0">
                <a:latin typeface="Times New Roman"/>
                <a:cs typeface="Times New Roman"/>
              </a:rPr>
              <a:t> </a:t>
            </a:r>
            <a:r>
              <a:rPr sz="2400" spc="-130" dirty="0">
                <a:latin typeface="Times New Roman"/>
                <a:cs typeface="Times New Roman"/>
              </a:rPr>
              <a:t>data</a:t>
            </a:r>
            <a:r>
              <a:rPr sz="2400" spc="-60" dirty="0">
                <a:latin typeface="Times New Roman"/>
                <a:cs typeface="Times New Roman"/>
              </a:rPr>
              <a:t> </a:t>
            </a:r>
            <a:r>
              <a:rPr sz="2400" spc="-95" dirty="0">
                <a:latin typeface="Times New Roman"/>
                <a:cs typeface="Times New Roman"/>
              </a:rPr>
              <a:t>at</a:t>
            </a:r>
            <a:r>
              <a:rPr sz="2400" spc="-60" dirty="0">
                <a:latin typeface="Times New Roman"/>
                <a:cs typeface="Times New Roman"/>
              </a:rPr>
              <a:t> rest</a:t>
            </a:r>
            <a:r>
              <a:rPr sz="2400" spc="-65" dirty="0">
                <a:latin typeface="Times New Roman"/>
                <a:cs typeface="Times New Roman"/>
              </a:rPr>
              <a:t> </a:t>
            </a:r>
            <a:r>
              <a:rPr sz="2400" spc="-145" dirty="0">
                <a:latin typeface="Times New Roman"/>
                <a:cs typeface="Times New Roman"/>
              </a:rPr>
              <a:t>and</a:t>
            </a:r>
            <a:r>
              <a:rPr sz="2400" spc="-60" dirty="0">
                <a:latin typeface="Times New Roman"/>
                <a:cs typeface="Times New Roman"/>
              </a:rPr>
              <a:t> </a:t>
            </a:r>
            <a:r>
              <a:rPr sz="2400" spc="-120" dirty="0">
                <a:latin typeface="Times New Roman"/>
                <a:cs typeface="Times New Roman"/>
              </a:rPr>
              <a:t>in</a:t>
            </a:r>
            <a:r>
              <a:rPr sz="2400" spc="-45" dirty="0">
                <a:latin typeface="Times New Roman"/>
                <a:cs typeface="Times New Roman"/>
              </a:rPr>
              <a:t> </a:t>
            </a:r>
            <a:r>
              <a:rPr sz="2400" spc="-10" dirty="0">
                <a:latin typeface="Times New Roman"/>
                <a:cs typeface="Times New Roman"/>
              </a:rPr>
              <a:t>transit.</a:t>
            </a:r>
            <a:endParaRPr sz="2400">
              <a:latin typeface="Times New Roman"/>
              <a:cs typeface="Times New Roman"/>
            </a:endParaRPr>
          </a:p>
          <a:p>
            <a:pPr marL="12700" marR="5080" lvl="1" indent="-8255">
              <a:lnSpc>
                <a:spcPct val="100000"/>
              </a:lnSpc>
              <a:spcBef>
                <a:spcPts val="5"/>
              </a:spcBef>
              <a:buSzPct val="95833"/>
              <a:buChar char="•"/>
              <a:tabLst>
                <a:tab pos="118745" algn="l"/>
              </a:tabLst>
            </a:pPr>
            <a:r>
              <a:rPr sz="2400" spc="-100" dirty="0">
                <a:latin typeface="Times New Roman"/>
                <a:cs typeface="Times New Roman"/>
              </a:rPr>
              <a:t>	Helps</a:t>
            </a:r>
            <a:r>
              <a:rPr sz="2400" spc="-50" dirty="0">
                <a:latin typeface="Times New Roman"/>
                <a:cs typeface="Times New Roman"/>
              </a:rPr>
              <a:t> </a:t>
            </a:r>
            <a:r>
              <a:rPr sz="2400" spc="-25" dirty="0">
                <a:latin typeface="Times New Roman"/>
                <a:cs typeface="Times New Roman"/>
              </a:rPr>
              <a:t>meet</a:t>
            </a:r>
            <a:r>
              <a:rPr sz="2400" spc="-100" dirty="0">
                <a:latin typeface="Times New Roman"/>
                <a:cs typeface="Times New Roman"/>
              </a:rPr>
              <a:t> </a:t>
            </a:r>
            <a:r>
              <a:rPr sz="2400" spc="-85" dirty="0">
                <a:latin typeface="Times New Roman"/>
                <a:cs typeface="Times New Roman"/>
              </a:rPr>
              <a:t>regulatory</a:t>
            </a:r>
            <a:r>
              <a:rPr sz="2400" spc="-30" dirty="0">
                <a:latin typeface="Times New Roman"/>
                <a:cs typeface="Times New Roman"/>
              </a:rPr>
              <a:t> </a:t>
            </a:r>
            <a:r>
              <a:rPr sz="2400" spc="-100" dirty="0">
                <a:latin typeface="Times New Roman"/>
                <a:cs typeface="Times New Roman"/>
              </a:rPr>
              <a:t>and</a:t>
            </a:r>
            <a:r>
              <a:rPr sz="2400" spc="-35" dirty="0">
                <a:latin typeface="Times New Roman"/>
                <a:cs typeface="Times New Roman"/>
              </a:rPr>
              <a:t> </a:t>
            </a:r>
            <a:r>
              <a:rPr sz="2400" spc="-125" dirty="0">
                <a:latin typeface="Times New Roman"/>
                <a:cs typeface="Times New Roman"/>
              </a:rPr>
              <a:t>compliance</a:t>
            </a:r>
            <a:r>
              <a:rPr sz="2400" spc="-25" dirty="0">
                <a:latin typeface="Times New Roman"/>
                <a:cs typeface="Times New Roman"/>
              </a:rPr>
              <a:t> </a:t>
            </a:r>
            <a:r>
              <a:rPr sz="2400" spc="-80" dirty="0">
                <a:latin typeface="Times New Roman"/>
                <a:cs typeface="Times New Roman"/>
              </a:rPr>
              <a:t>requirements</a:t>
            </a:r>
            <a:r>
              <a:rPr sz="2400" spc="-30" dirty="0">
                <a:latin typeface="Times New Roman"/>
                <a:cs typeface="Times New Roman"/>
              </a:rPr>
              <a:t> </a:t>
            </a:r>
            <a:r>
              <a:rPr sz="2400" spc="-105" dirty="0">
                <a:latin typeface="Times New Roman"/>
                <a:cs typeface="Times New Roman"/>
              </a:rPr>
              <a:t>like</a:t>
            </a:r>
            <a:r>
              <a:rPr sz="2400" spc="-25" dirty="0">
                <a:latin typeface="Times New Roman"/>
                <a:cs typeface="Times New Roman"/>
              </a:rPr>
              <a:t> </a:t>
            </a:r>
            <a:r>
              <a:rPr sz="2400" spc="-114" dirty="0">
                <a:latin typeface="Times New Roman"/>
                <a:cs typeface="Times New Roman"/>
              </a:rPr>
              <a:t>GDPR,</a:t>
            </a:r>
            <a:r>
              <a:rPr sz="2400" spc="-35" dirty="0">
                <a:latin typeface="Times New Roman"/>
                <a:cs typeface="Times New Roman"/>
              </a:rPr>
              <a:t> </a:t>
            </a:r>
            <a:r>
              <a:rPr sz="2400" spc="-140" dirty="0">
                <a:latin typeface="Times New Roman"/>
                <a:cs typeface="Times New Roman"/>
              </a:rPr>
              <a:t>HIPAA, </a:t>
            </a:r>
            <a:r>
              <a:rPr sz="2400" spc="-145" dirty="0">
                <a:latin typeface="Times New Roman"/>
                <a:cs typeface="Times New Roman"/>
              </a:rPr>
              <a:t>and</a:t>
            </a:r>
            <a:r>
              <a:rPr sz="2400" spc="-50" dirty="0">
                <a:latin typeface="Times New Roman"/>
                <a:cs typeface="Times New Roman"/>
              </a:rPr>
              <a:t> </a:t>
            </a:r>
            <a:r>
              <a:rPr sz="2400" spc="-155" dirty="0">
                <a:latin typeface="Times New Roman"/>
                <a:cs typeface="Times New Roman"/>
              </a:rPr>
              <a:t>PCI</a:t>
            </a:r>
            <a:r>
              <a:rPr sz="2400" spc="-40" dirty="0">
                <a:latin typeface="Times New Roman"/>
                <a:cs typeface="Times New Roman"/>
              </a:rPr>
              <a:t> </a:t>
            </a:r>
            <a:r>
              <a:rPr sz="2400" spc="-20" dirty="0">
                <a:latin typeface="Times New Roman"/>
                <a:cs typeface="Times New Roman"/>
              </a:rPr>
              <a:t>DSS.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020" indent="-274320">
              <a:lnSpc>
                <a:spcPct val="100000"/>
              </a:lnSpc>
              <a:buAutoNum type="arabicPeriod" startAt="4"/>
              <a:tabLst>
                <a:tab pos="287020" algn="l"/>
              </a:tabLst>
            </a:pPr>
            <a:r>
              <a:rPr sz="2400" b="1" spc="-70" dirty="0">
                <a:latin typeface="Times New Roman"/>
                <a:cs typeface="Times New Roman"/>
              </a:rPr>
              <a:t>Cross-</a:t>
            </a:r>
            <a:r>
              <a:rPr sz="2400" b="1" dirty="0">
                <a:latin typeface="Times New Roman"/>
                <a:cs typeface="Times New Roman"/>
              </a:rPr>
              <a:t>Region</a:t>
            </a:r>
            <a:r>
              <a:rPr sz="2400" b="1" spc="15" dirty="0">
                <a:latin typeface="Times New Roman"/>
                <a:cs typeface="Times New Roman"/>
              </a:rPr>
              <a:t> </a:t>
            </a:r>
            <a:r>
              <a:rPr sz="2400" b="1" spc="-10" dirty="0">
                <a:latin typeface="Times New Roman"/>
                <a:cs typeface="Times New Roman"/>
              </a:rPr>
              <a:t>and</a:t>
            </a:r>
            <a:r>
              <a:rPr sz="2400" b="1" spc="-20" dirty="0">
                <a:latin typeface="Times New Roman"/>
                <a:cs typeface="Times New Roman"/>
              </a:rPr>
              <a:t> </a:t>
            </a:r>
            <a:r>
              <a:rPr sz="2400" b="1" spc="-70" dirty="0">
                <a:latin typeface="Times New Roman"/>
                <a:cs typeface="Times New Roman"/>
              </a:rPr>
              <a:t>Cross-</a:t>
            </a:r>
            <a:r>
              <a:rPr sz="2400" b="1" dirty="0">
                <a:latin typeface="Times New Roman"/>
                <a:cs typeface="Times New Roman"/>
              </a:rPr>
              <a:t>Account</a:t>
            </a:r>
            <a:r>
              <a:rPr sz="2400" b="1" spc="5" dirty="0">
                <a:latin typeface="Times New Roman"/>
                <a:cs typeface="Times New Roman"/>
              </a:rPr>
              <a:t> </a:t>
            </a:r>
            <a:r>
              <a:rPr sz="2400" b="1" spc="-10" dirty="0">
                <a:latin typeface="Times New Roman"/>
                <a:cs typeface="Times New Roman"/>
              </a:rPr>
              <a:t>Backups</a:t>
            </a:r>
            <a:endParaRPr sz="2400">
              <a:latin typeface="Times New Roman"/>
              <a:cs typeface="Times New Roman"/>
            </a:endParaRPr>
          </a:p>
          <a:p>
            <a:pPr marL="12700" marR="17145" lvl="1" indent="-8255">
              <a:lnSpc>
                <a:spcPct val="100000"/>
              </a:lnSpc>
              <a:buSzPct val="95833"/>
              <a:buChar char="•"/>
              <a:tabLst>
                <a:tab pos="118745" algn="l"/>
              </a:tabLst>
            </a:pPr>
            <a:r>
              <a:rPr sz="2400" spc="-100" dirty="0">
                <a:latin typeface="Times New Roman"/>
                <a:cs typeface="Times New Roman"/>
              </a:rPr>
              <a:t>	Replicate</a:t>
            </a:r>
            <a:r>
              <a:rPr sz="2400" spc="-50" dirty="0">
                <a:latin typeface="Times New Roman"/>
                <a:cs typeface="Times New Roman"/>
              </a:rPr>
              <a:t> </a:t>
            </a:r>
            <a:r>
              <a:rPr sz="2400" spc="-125" dirty="0">
                <a:latin typeface="Times New Roman"/>
                <a:cs typeface="Times New Roman"/>
              </a:rPr>
              <a:t>backups</a:t>
            </a:r>
            <a:r>
              <a:rPr sz="2400" spc="-25" dirty="0">
                <a:latin typeface="Times New Roman"/>
                <a:cs typeface="Times New Roman"/>
              </a:rPr>
              <a:t> </a:t>
            </a:r>
            <a:r>
              <a:rPr sz="2400" spc="-125" dirty="0">
                <a:latin typeface="Times New Roman"/>
                <a:cs typeface="Times New Roman"/>
              </a:rPr>
              <a:t>across</a:t>
            </a:r>
            <a:r>
              <a:rPr sz="2400" spc="-25" dirty="0">
                <a:latin typeface="Times New Roman"/>
                <a:cs typeface="Times New Roman"/>
              </a:rPr>
              <a:t> </a:t>
            </a:r>
            <a:r>
              <a:rPr sz="2400" spc="-330" dirty="0">
                <a:latin typeface="Times New Roman"/>
                <a:cs typeface="Times New Roman"/>
              </a:rPr>
              <a:t>AWS</a:t>
            </a:r>
            <a:r>
              <a:rPr sz="2400" spc="85" dirty="0">
                <a:latin typeface="Times New Roman"/>
                <a:cs typeface="Times New Roman"/>
              </a:rPr>
              <a:t> </a:t>
            </a:r>
            <a:r>
              <a:rPr sz="2400" spc="-95" dirty="0">
                <a:latin typeface="Times New Roman"/>
                <a:cs typeface="Times New Roman"/>
              </a:rPr>
              <a:t>regions</a:t>
            </a:r>
            <a:r>
              <a:rPr sz="2400" spc="-55" dirty="0">
                <a:latin typeface="Times New Roman"/>
                <a:cs typeface="Times New Roman"/>
              </a:rPr>
              <a:t> </a:t>
            </a:r>
            <a:r>
              <a:rPr sz="2400" spc="-90" dirty="0">
                <a:latin typeface="Times New Roman"/>
                <a:cs typeface="Times New Roman"/>
              </a:rPr>
              <a:t>and</a:t>
            </a:r>
            <a:r>
              <a:rPr sz="2400" spc="-25" dirty="0">
                <a:latin typeface="Times New Roman"/>
                <a:cs typeface="Times New Roman"/>
              </a:rPr>
              <a:t> </a:t>
            </a:r>
            <a:r>
              <a:rPr sz="2400" spc="-100" dirty="0">
                <a:latin typeface="Times New Roman"/>
                <a:cs typeface="Times New Roman"/>
              </a:rPr>
              <a:t>accounts</a:t>
            </a:r>
            <a:r>
              <a:rPr sz="2400" spc="-20" dirty="0">
                <a:latin typeface="Times New Roman"/>
                <a:cs typeface="Times New Roman"/>
              </a:rPr>
              <a:t> for</a:t>
            </a:r>
            <a:r>
              <a:rPr sz="2400" spc="-10" dirty="0">
                <a:latin typeface="Times New Roman"/>
                <a:cs typeface="Times New Roman"/>
              </a:rPr>
              <a:t> </a:t>
            </a:r>
            <a:r>
              <a:rPr sz="2400" spc="-90" dirty="0">
                <a:latin typeface="Times New Roman"/>
                <a:cs typeface="Times New Roman"/>
              </a:rPr>
              <a:t>disaster</a:t>
            </a:r>
            <a:r>
              <a:rPr sz="2400" spc="-15" dirty="0">
                <a:latin typeface="Times New Roman"/>
                <a:cs typeface="Times New Roman"/>
              </a:rPr>
              <a:t> </a:t>
            </a:r>
            <a:r>
              <a:rPr sz="2400" spc="-85" dirty="0">
                <a:latin typeface="Times New Roman"/>
                <a:cs typeface="Times New Roman"/>
              </a:rPr>
              <a:t>recovery </a:t>
            </a:r>
            <a:r>
              <a:rPr sz="2400" spc="-145" dirty="0">
                <a:latin typeface="Times New Roman"/>
                <a:cs typeface="Times New Roman"/>
              </a:rPr>
              <a:t>and</a:t>
            </a:r>
            <a:r>
              <a:rPr sz="2400" spc="-20" dirty="0">
                <a:latin typeface="Times New Roman"/>
                <a:cs typeface="Times New Roman"/>
              </a:rPr>
              <a:t> </a:t>
            </a:r>
            <a:r>
              <a:rPr sz="2400" spc="-135" dirty="0">
                <a:latin typeface="Times New Roman"/>
                <a:cs typeface="Times New Roman"/>
              </a:rPr>
              <a:t>improved</a:t>
            </a:r>
            <a:r>
              <a:rPr sz="2400" spc="-20" dirty="0">
                <a:latin typeface="Times New Roman"/>
                <a:cs typeface="Times New Roman"/>
              </a:rPr>
              <a:t> </a:t>
            </a:r>
            <a:r>
              <a:rPr sz="2400" spc="-10" dirty="0">
                <a:latin typeface="Times New Roman"/>
                <a:cs typeface="Times New Roman"/>
              </a:rPr>
              <a:t>resilience.</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52</a:t>
            </a:fld>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10" dirty="0"/>
              <a:t> </a:t>
            </a:r>
            <a:r>
              <a:rPr spc="-35" dirty="0"/>
              <a:t>Backup</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981202"/>
            <a:ext cx="8074025" cy="5147310"/>
          </a:xfrm>
          <a:prstGeom prst="rect">
            <a:avLst/>
          </a:prstGeom>
        </p:spPr>
        <p:txBody>
          <a:bodyPr vert="horz" wrap="square" lIns="0" tIns="12700" rIns="0" bIns="0" rtlCol="0">
            <a:spAutoFit/>
          </a:bodyPr>
          <a:lstStyle/>
          <a:p>
            <a:pPr marL="287655" indent="-274955">
              <a:lnSpc>
                <a:spcPct val="100000"/>
              </a:lnSpc>
              <a:spcBef>
                <a:spcPts val="100"/>
              </a:spcBef>
              <a:buAutoNum type="arabicPeriod" startAt="5"/>
              <a:tabLst>
                <a:tab pos="287655" algn="l"/>
              </a:tabLst>
            </a:pPr>
            <a:r>
              <a:rPr sz="2400" b="1" spc="-20" dirty="0">
                <a:latin typeface="Times New Roman"/>
                <a:cs typeface="Times New Roman"/>
              </a:rPr>
              <a:t>Backup</a:t>
            </a:r>
            <a:r>
              <a:rPr sz="2400" b="1" spc="-40" dirty="0">
                <a:latin typeface="Times New Roman"/>
                <a:cs typeface="Times New Roman"/>
              </a:rPr>
              <a:t> </a:t>
            </a:r>
            <a:r>
              <a:rPr sz="2400" b="1" dirty="0">
                <a:latin typeface="Times New Roman"/>
                <a:cs typeface="Times New Roman"/>
              </a:rPr>
              <a:t>Monitoring</a:t>
            </a:r>
            <a:r>
              <a:rPr sz="2400" b="1" spc="15" dirty="0">
                <a:latin typeface="Times New Roman"/>
                <a:cs typeface="Times New Roman"/>
              </a:rPr>
              <a:t> </a:t>
            </a:r>
            <a:r>
              <a:rPr sz="2400" b="1" spc="-30" dirty="0">
                <a:latin typeface="Times New Roman"/>
                <a:cs typeface="Times New Roman"/>
              </a:rPr>
              <a:t>and</a:t>
            </a:r>
            <a:r>
              <a:rPr sz="2400" b="1" spc="-125" dirty="0">
                <a:latin typeface="Times New Roman"/>
                <a:cs typeface="Times New Roman"/>
              </a:rPr>
              <a:t> </a:t>
            </a:r>
            <a:r>
              <a:rPr sz="2400" b="1" spc="-10" dirty="0">
                <a:latin typeface="Times New Roman"/>
                <a:cs typeface="Times New Roman"/>
              </a:rPr>
              <a:t>Alerts</a:t>
            </a:r>
            <a:endParaRPr sz="2400">
              <a:latin typeface="Times New Roman"/>
              <a:cs typeface="Times New Roman"/>
            </a:endParaRPr>
          </a:p>
          <a:p>
            <a:pPr marL="12700" marR="251460" lvl="1" indent="-8255">
              <a:lnSpc>
                <a:spcPct val="100000"/>
              </a:lnSpc>
              <a:buSzPct val="95833"/>
              <a:buChar char="•"/>
              <a:tabLst>
                <a:tab pos="118745" algn="l"/>
              </a:tabLst>
            </a:pPr>
            <a:r>
              <a:rPr sz="2400" spc="-155" dirty="0">
                <a:latin typeface="Times New Roman"/>
                <a:cs typeface="Times New Roman"/>
              </a:rPr>
              <a:t>	Use</a:t>
            </a:r>
            <a:r>
              <a:rPr sz="2400" spc="-225" dirty="0">
                <a:latin typeface="Times New Roman"/>
                <a:cs typeface="Times New Roman"/>
              </a:rPr>
              <a:t> </a:t>
            </a:r>
            <a:r>
              <a:rPr sz="2400" spc="-185" dirty="0">
                <a:latin typeface="Times New Roman"/>
                <a:cs typeface="Times New Roman"/>
              </a:rPr>
              <a:t>Amazon</a:t>
            </a:r>
            <a:r>
              <a:rPr sz="2400" spc="-50" dirty="0">
                <a:latin typeface="Times New Roman"/>
                <a:cs typeface="Times New Roman"/>
              </a:rPr>
              <a:t> </a:t>
            </a:r>
            <a:r>
              <a:rPr sz="2400" spc="-135" dirty="0">
                <a:latin typeface="Times New Roman"/>
                <a:cs typeface="Times New Roman"/>
              </a:rPr>
              <a:t>CloudWatch</a:t>
            </a:r>
            <a:r>
              <a:rPr sz="2400" spc="-40" dirty="0">
                <a:latin typeface="Times New Roman"/>
                <a:cs typeface="Times New Roman"/>
              </a:rPr>
              <a:t> </a:t>
            </a:r>
            <a:r>
              <a:rPr sz="2400" spc="-145" dirty="0">
                <a:latin typeface="Times New Roman"/>
                <a:cs typeface="Times New Roman"/>
              </a:rPr>
              <a:t>and</a:t>
            </a:r>
            <a:r>
              <a:rPr sz="2400" spc="-225" dirty="0">
                <a:latin typeface="Times New Roman"/>
                <a:cs typeface="Times New Roman"/>
              </a:rPr>
              <a:t> </a:t>
            </a:r>
            <a:r>
              <a:rPr sz="2400" spc="-325" dirty="0">
                <a:latin typeface="Times New Roman"/>
                <a:cs typeface="Times New Roman"/>
              </a:rPr>
              <a:t>AWS</a:t>
            </a:r>
            <a:r>
              <a:rPr sz="2400" spc="-40" dirty="0">
                <a:latin typeface="Times New Roman"/>
                <a:cs typeface="Times New Roman"/>
              </a:rPr>
              <a:t> </a:t>
            </a:r>
            <a:r>
              <a:rPr sz="2400" spc="-180" dirty="0">
                <a:latin typeface="Times New Roman"/>
                <a:cs typeface="Times New Roman"/>
              </a:rPr>
              <a:t>Backup</a:t>
            </a:r>
            <a:r>
              <a:rPr sz="2400" spc="-229" dirty="0">
                <a:latin typeface="Times New Roman"/>
                <a:cs typeface="Times New Roman"/>
              </a:rPr>
              <a:t> </a:t>
            </a:r>
            <a:r>
              <a:rPr sz="2400" spc="-145" dirty="0">
                <a:latin typeface="Times New Roman"/>
                <a:cs typeface="Times New Roman"/>
              </a:rPr>
              <a:t>Audit</a:t>
            </a:r>
            <a:r>
              <a:rPr sz="2400" spc="-45" dirty="0">
                <a:latin typeface="Times New Roman"/>
                <a:cs typeface="Times New Roman"/>
              </a:rPr>
              <a:t> </a:t>
            </a:r>
            <a:r>
              <a:rPr sz="2400" spc="-160" dirty="0">
                <a:latin typeface="Times New Roman"/>
                <a:cs typeface="Times New Roman"/>
              </a:rPr>
              <a:t>Manager</a:t>
            </a:r>
            <a:r>
              <a:rPr sz="2400" spc="-3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35" dirty="0">
                <a:latin typeface="Times New Roman"/>
                <a:cs typeface="Times New Roman"/>
              </a:rPr>
              <a:t>monitor </a:t>
            </a:r>
            <a:r>
              <a:rPr sz="2400" spc="-140" dirty="0">
                <a:latin typeface="Times New Roman"/>
                <a:cs typeface="Times New Roman"/>
              </a:rPr>
              <a:t>backup</a:t>
            </a:r>
            <a:r>
              <a:rPr sz="2400" spc="-40" dirty="0">
                <a:latin typeface="Times New Roman"/>
                <a:cs typeface="Times New Roman"/>
              </a:rPr>
              <a:t> </a:t>
            </a:r>
            <a:r>
              <a:rPr sz="2400" spc="-10" dirty="0">
                <a:latin typeface="Times New Roman"/>
                <a:cs typeface="Times New Roman"/>
              </a:rPr>
              <a:t>activity.</a:t>
            </a:r>
            <a:endParaRPr sz="2400">
              <a:latin typeface="Times New Roman"/>
              <a:cs typeface="Times New Roman"/>
            </a:endParaRPr>
          </a:p>
          <a:p>
            <a:pPr marL="118745" lvl="1" indent="-114300">
              <a:lnSpc>
                <a:spcPct val="100000"/>
              </a:lnSpc>
              <a:buSzPct val="95833"/>
              <a:buChar char="•"/>
              <a:tabLst>
                <a:tab pos="118745" algn="l"/>
              </a:tabLst>
            </a:pPr>
            <a:r>
              <a:rPr sz="2400" spc="-155" dirty="0">
                <a:latin typeface="Times New Roman"/>
                <a:cs typeface="Times New Roman"/>
              </a:rPr>
              <a:t>Receive</a:t>
            </a:r>
            <a:r>
              <a:rPr sz="2400" spc="-20" dirty="0">
                <a:latin typeface="Times New Roman"/>
                <a:cs typeface="Times New Roman"/>
              </a:rPr>
              <a:t> </a:t>
            </a:r>
            <a:r>
              <a:rPr sz="2400" spc="-80" dirty="0">
                <a:latin typeface="Times New Roman"/>
                <a:cs typeface="Times New Roman"/>
              </a:rPr>
              <a:t>alerts</a:t>
            </a:r>
            <a:r>
              <a:rPr sz="2400" spc="-40" dirty="0">
                <a:latin typeface="Times New Roman"/>
                <a:cs typeface="Times New Roman"/>
              </a:rPr>
              <a:t> </a:t>
            </a:r>
            <a:r>
              <a:rPr sz="2400" spc="-90" dirty="0">
                <a:latin typeface="Times New Roman"/>
                <a:cs typeface="Times New Roman"/>
              </a:rPr>
              <a:t>for</a:t>
            </a:r>
            <a:r>
              <a:rPr sz="2400" spc="-35" dirty="0">
                <a:latin typeface="Times New Roman"/>
                <a:cs typeface="Times New Roman"/>
              </a:rPr>
              <a:t> </a:t>
            </a:r>
            <a:r>
              <a:rPr sz="2400" spc="-140" dirty="0">
                <a:latin typeface="Times New Roman"/>
                <a:cs typeface="Times New Roman"/>
              </a:rPr>
              <a:t>backup</a:t>
            </a:r>
            <a:r>
              <a:rPr sz="2400" spc="-20" dirty="0">
                <a:latin typeface="Times New Roman"/>
                <a:cs typeface="Times New Roman"/>
              </a:rPr>
              <a:t> </a:t>
            </a:r>
            <a:r>
              <a:rPr sz="2400" spc="-114" dirty="0">
                <a:latin typeface="Times New Roman"/>
                <a:cs typeface="Times New Roman"/>
              </a:rPr>
              <a:t>status</a:t>
            </a:r>
            <a:r>
              <a:rPr sz="2400" spc="-25" dirty="0">
                <a:latin typeface="Times New Roman"/>
                <a:cs typeface="Times New Roman"/>
              </a:rPr>
              <a:t> </a:t>
            </a:r>
            <a:r>
              <a:rPr sz="2400" spc="-145" dirty="0">
                <a:latin typeface="Times New Roman"/>
                <a:cs typeface="Times New Roman"/>
              </a:rPr>
              <a:t>and</a:t>
            </a:r>
            <a:r>
              <a:rPr sz="2400" spc="-30" dirty="0">
                <a:latin typeface="Times New Roman"/>
                <a:cs typeface="Times New Roman"/>
              </a:rPr>
              <a:t> </a:t>
            </a:r>
            <a:r>
              <a:rPr sz="2400" spc="-130" dirty="0">
                <a:latin typeface="Times New Roman"/>
                <a:cs typeface="Times New Roman"/>
              </a:rPr>
              <a:t>compliance</a:t>
            </a:r>
            <a:r>
              <a:rPr sz="2400" spc="-50" dirty="0">
                <a:latin typeface="Times New Roman"/>
                <a:cs typeface="Times New Roman"/>
              </a:rPr>
              <a:t> </a:t>
            </a:r>
            <a:r>
              <a:rPr sz="2400" spc="-10" dirty="0">
                <a:latin typeface="Times New Roman"/>
                <a:cs typeface="Times New Roman"/>
              </a:rPr>
              <a:t>violations.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655" indent="-274955">
              <a:lnSpc>
                <a:spcPct val="100000"/>
              </a:lnSpc>
              <a:buAutoNum type="arabicPeriod" startAt="6"/>
              <a:tabLst>
                <a:tab pos="287655" algn="l"/>
              </a:tabLst>
            </a:pPr>
            <a:r>
              <a:rPr sz="2400" b="1" spc="-10" dirty="0">
                <a:latin typeface="Times New Roman"/>
                <a:cs typeface="Times New Roman"/>
              </a:rPr>
              <a:t>Lifecycle</a:t>
            </a:r>
            <a:r>
              <a:rPr sz="2400" b="1" spc="-140" dirty="0">
                <a:latin typeface="Times New Roman"/>
                <a:cs typeface="Times New Roman"/>
              </a:rPr>
              <a:t> </a:t>
            </a:r>
            <a:r>
              <a:rPr sz="2400" b="1" spc="-10" dirty="0">
                <a:latin typeface="Times New Roman"/>
                <a:cs typeface="Times New Roman"/>
              </a:rPr>
              <a:t>Management</a:t>
            </a:r>
            <a:endParaRPr sz="2400">
              <a:latin typeface="Times New Roman"/>
              <a:cs typeface="Times New Roman"/>
            </a:endParaRPr>
          </a:p>
          <a:p>
            <a:pPr marL="12700" marR="5080" lvl="1" indent="-8255">
              <a:lnSpc>
                <a:spcPct val="100000"/>
              </a:lnSpc>
              <a:buSzPct val="95833"/>
              <a:buChar char="•"/>
              <a:tabLst>
                <a:tab pos="118745" algn="l"/>
              </a:tabLst>
            </a:pPr>
            <a:r>
              <a:rPr sz="2400" spc="-150" dirty="0">
                <a:latin typeface="Times New Roman"/>
                <a:cs typeface="Times New Roman"/>
              </a:rPr>
              <a:t>	Automatically</a:t>
            </a:r>
            <a:r>
              <a:rPr sz="2400" spc="-50" dirty="0">
                <a:latin typeface="Times New Roman"/>
                <a:cs typeface="Times New Roman"/>
              </a:rPr>
              <a:t> </a:t>
            </a:r>
            <a:r>
              <a:rPr sz="2400" spc="-90" dirty="0">
                <a:latin typeface="Times New Roman"/>
                <a:cs typeface="Times New Roman"/>
              </a:rPr>
              <a:t>transition</a:t>
            </a:r>
            <a:r>
              <a:rPr sz="2400" spc="-30" dirty="0">
                <a:latin typeface="Times New Roman"/>
                <a:cs typeface="Times New Roman"/>
              </a:rPr>
              <a:t> </a:t>
            </a:r>
            <a:r>
              <a:rPr sz="2400" spc="-140" dirty="0">
                <a:latin typeface="Times New Roman"/>
                <a:cs typeface="Times New Roman"/>
              </a:rPr>
              <a:t>backups</a:t>
            </a:r>
            <a:r>
              <a:rPr sz="2400" spc="-6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spc="-120" dirty="0">
                <a:latin typeface="Times New Roman"/>
                <a:cs typeface="Times New Roman"/>
              </a:rPr>
              <a:t>cold</a:t>
            </a:r>
            <a:r>
              <a:rPr sz="2400" spc="-30" dirty="0">
                <a:latin typeface="Times New Roman"/>
                <a:cs typeface="Times New Roman"/>
              </a:rPr>
              <a:t> </a:t>
            </a:r>
            <a:r>
              <a:rPr sz="2400" spc="-114" dirty="0">
                <a:latin typeface="Times New Roman"/>
                <a:cs typeface="Times New Roman"/>
              </a:rPr>
              <a:t>storage</a:t>
            </a:r>
            <a:r>
              <a:rPr sz="2400" spc="-35" dirty="0">
                <a:latin typeface="Times New Roman"/>
                <a:cs typeface="Times New Roman"/>
              </a:rPr>
              <a:t> </a:t>
            </a:r>
            <a:r>
              <a:rPr sz="2400" spc="-85" dirty="0">
                <a:latin typeface="Times New Roman"/>
                <a:cs typeface="Times New Roman"/>
              </a:rPr>
              <a:t>after</a:t>
            </a:r>
            <a:r>
              <a:rPr sz="2400" spc="-30" dirty="0">
                <a:latin typeface="Times New Roman"/>
                <a:cs typeface="Times New Roman"/>
              </a:rPr>
              <a:t> </a:t>
            </a:r>
            <a:r>
              <a:rPr sz="2400" spc="-200" dirty="0">
                <a:latin typeface="Times New Roman"/>
                <a:cs typeface="Times New Roman"/>
              </a:rPr>
              <a:t>a</a:t>
            </a:r>
            <a:r>
              <a:rPr sz="2400" spc="-35" dirty="0">
                <a:latin typeface="Times New Roman"/>
                <a:cs typeface="Times New Roman"/>
              </a:rPr>
              <a:t> </a:t>
            </a:r>
            <a:r>
              <a:rPr sz="2400" spc="-135" dirty="0">
                <a:latin typeface="Times New Roman"/>
                <a:cs typeface="Times New Roman"/>
              </a:rPr>
              <a:t>specified</a:t>
            </a:r>
            <a:r>
              <a:rPr sz="2400" spc="-25" dirty="0">
                <a:latin typeface="Times New Roman"/>
                <a:cs typeface="Times New Roman"/>
              </a:rPr>
              <a:t> </a:t>
            </a:r>
            <a:r>
              <a:rPr sz="2400" spc="-10" dirty="0">
                <a:latin typeface="Times New Roman"/>
                <a:cs typeface="Times New Roman"/>
              </a:rPr>
              <a:t>period, </a:t>
            </a:r>
            <a:r>
              <a:rPr sz="2400" spc="-120" dirty="0">
                <a:latin typeface="Times New Roman"/>
                <a:cs typeface="Times New Roman"/>
              </a:rPr>
              <a:t>reducing</a:t>
            </a:r>
            <a:r>
              <a:rPr sz="2400" spc="-30" dirty="0">
                <a:latin typeface="Times New Roman"/>
                <a:cs typeface="Times New Roman"/>
              </a:rPr>
              <a:t> </a:t>
            </a:r>
            <a:r>
              <a:rPr sz="2400" spc="-114" dirty="0">
                <a:latin typeface="Times New Roman"/>
                <a:cs typeface="Times New Roman"/>
              </a:rPr>
              <a:t>storage</a:t>
            </a:r>
            <a:r>
              <a:rPr sz="2400" spc="-20" dirty="0">
                <a:latin typeface="Times New Roman"/>
                <a:cs typeface="Times New Roman"/>
              </a:rPr>
              <a:t> </a:t>
            </a:r>
            <a:r>
              <a:rPr sz="2400" spc="-10" dirty="0">
                <a:latin typeface="Times New Roman"/>
                <a:cs typeface="Times New Roman"/>
              </a:rPr>
              <a:t>costs.</a:t>
            </a:r>
            <a:endParaRPr sz="2400">
              <a:latin typeface="Times New Roman"/>
              <a:cs typeface="Times New Roman"/>
            </a:endParaRPr>
          </a:p>
          <a:p>
            <a:pPr marL="12700" marR="290195" lvl="1" indent="-8255">
              <a:lnSpc>
                <a:spcPct val="100000"/>
              </a:lnSpc>
              <a:spcBef>
                <a:spcPts val="5"/>
              </a:spcBef>
              <a:buSzPct val="95833"/>
              <a:buChar char="•"/>
              <a:tabLst>
                <a:tab pos="118745" algn="l"/>
              </a:tabLst>
            </a:pPr>
            <a:r>
              <a:rPr sz="2400" spc="-110" dirty="0">
                <a:latin typeface="Times New Roman"/>
                <a:cs typeface="Times New Roman"/>
              </a:rPr>
              <a:t>	Retain</a:t>
            </a:r>
            <a:r>
              <a:rPr sz="2400" spc="-35" dirty="0">
                <a:latin typeface="Times New Roman"/>
                <a:cs typeface="Times New Roman"/>
              </a:rPr>
              <a:t> </a:t>
            </a:r>
            <a:r>
              <a:rPr sz="2400" spc="-150" dirty="0">
                <a:latin typeface="Times New Roman"/>
                <a:cs typeface="Times New Roman"/>
              </a:rPr>
              <a:t>backups</a:t>
            </a:r>
            <a:r>
              <a:rPr sz="2400" spc="-65" dirty="0">
                <a:latin typeface="Times New Roman"/>
                <a:cs typeface="Times New Roman"/>
              </a:rPr>
              <a:t> </a:t>
            </a:r>
            <a:r>
              <a:rPr sz="2400" spc="-95" dirty="0">
                <a:latin typeface="Times New Roman"/>
                <a:cs typeface="Times New Roman"/>
              </a:rPr>
              <a:t>for</a:t>
            </a:r>
            <a:r>
              <a:rPr sz="2400" spc="-35" dirty="0">
                <a:latin typeface="Times New Roman"/>
                <a:cs typeface="Times New Roman"/>
              </a:rPr>
              <a:t> </a:t>
            </a:r>
            <a:r>
              <a:rPr sz="2400" spc="-190" dirty="0">
                <a:latin typeface="Times New Roman"/>
                <a:cs typeface="Times New Roman"/>
              </a:rPr>
              <a:t>as</a:t>
            </a:r>
            <a:r>
              <a:rPr sz="2400" spc="-45" dirty="0">
                <a:latin typeface="Times New Roman"/>
                <a:cs typeface="Times New Roman"/>
              </a:rPr>
              <a:t> </a:t>
            </a:r>
            <a:r>
              <a:rPr sz="2400" spc="-135" dirty="0">
                <a:latin typeface="Times New Roman"/>
                <a:cs typeface="Times New Roman"/>
              </a:rPr>
              <a:t>long</a:t>
            </a:r>
            <a:r>
              <a:rPr sz="2400" spc="-55" dirty="0">
                <a:latin typeface="Times New Roman"/>
                <a:cs typeface="Times New Roman"/>
              </a:rPr>
              <a:t> </a:t>
            </a:r>
            <a:r>
              <a:rPr sz="2400" spc="-190" dirty="0">
                <a:latin typeface="Times New Roman"/>
                <a:cs typeface="Times New Roman"/>
              </a:rPr>
              <a:t>as</a:t>
            </a:r>
            <a:r>
              <a:rPr sz="2400" spc="-45" dirty="0">
                <a:latin typeface="Times New Roman"/>
                <a:cs typeface="Times New Roman"/>
              </a:rPr>
              <a:t> </a:t>
            </a:r>
            <a:r>
              <a:rPr sz="2400" spc="-90" dirty="0">
                <a:latin typeface="Times New Roman"/>
                <a:cs typeface="Times New Roman"/>
              </a:rPr>
              <a:t>required</a:t>
            </a:r>
            <a:r>
              <a:rPr sz="2400" spc="-40" dirty="0">
                <a:latin typeface="Times New Roman"/>
                <a:cs typeface="Times New Roman"/>
              </a:rPr>
              <a:t> </a:t>
            </a:r>
            <a:r>
              <a:rPr sz="2400" spc="-150" dirty="0">
                <a:latin typeface="Times New Roman"/>
                <a:cs typeface="Times New Roman"/>
              </a:rPr>
              <a:t>based</a:t>
            </a:r>
            <a:r>
              <a:rPr sz="2400" spc="-45" dirty="0">
                <a:latin typeface="Times New Roman"/>
                <a:cs typeface="Times New Roman"/>
              </a:rPr>
              <a:t> </a:t>
            </a:r>
            <a:r>
              <a:rPr sz="2400" spc="-114" dirty="0">
                <a:latin typeface="Times New Roman"/>
                <a:cs typeface="Times New Roman"/>
              </a:rPr>
              <a:t>on</a:t>
            </a:r>
            <a:r>
              <a:rPr sz="2400" spc="-40" dirty="0">
                <a:latin typeface="Times New Roman"/>
                <a:cs typeface="Times New Roman"/>
              </a:rPr>
              <a:t> </a:t>
            </a:r>
            <a:r>
              <a:rPr sz="2400" spc="-105" dirty="0">
                <a:latin typeface="Times New Roman"/>
                <a:cs typeface="Times New Roman"/>
              </a:rPr>
              <a:t>regulatory</a:t>
            </a:r>
            <a:r>
              <a:rPr sz="2400" spc="-35" dirty="0">
                <a:latin typeface="Times New Roman"/>
                <a:cs typeface="Times New Roman"/>
              </a:rPr>
              <a:t> </a:t>
            </a:r>
            <a:r>
              <a:rPr sz="2400" spc="-10" dirty="0">
                <a:latin typeface="Times New Roman"/>
                <a:cs typeface="Times New Roman"/>
              </a:rPr>
              <a:t>or</a:t>
            </a:r>
            <a:r>
              <a:rPr sz="2400" spc="-50" dirty="0">
                <a:latin typeface="Times New Roman"/>
                <a:cs typeface="Times New Roman"/>
              </a:rPr>
              <a:t> </a:t>
            </a:r>
            <a:r>
              <a:rPr sz="2400" spc="-110" dirty="0">
                <a:latin typeface="Times New Roman"/>
                <a:cs typeface="Times New Roman"/>
              </a:rPr>
              <a:t>business </a:t>
            </a:r>
            <a:r>
              <a:rPr sz="2400" spc="-10" dirty="0">
                <a:latin typeface="Times New Roman"/>
                <a:cs typeface="Times New Roman"/>
              </a:rPr>
              <a:t>needs.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87655" indent="-274955">
              <a:lnSpc>
                <a:spcPct val="100000"/>
              </a:lnSpc>
              <a:buAutoNum type="arabicPeriod" startAt="7"/>
              <a:tabLst>
                <a:tab pos="287655" algn="l"/>
              </a:tabLst>
            </a:pPr>
            <a:r>
              <a:rPr sz="2400" b="1" spc="-20" dirty="0">
                <a:latin typeface="Times New Roman"/>
                <a:cs typeface="Times New Roman"/>
              </a:rPr>
              <a:t>Point-</a:t>
            </a:r>
            <a:r>
              <a:rPr sz="2400" b="1" dirty="0">
                <a:latin typeface="Times New Roman"/>
                <a:cs typeface="Times New Roman"/>
              </a:rPr>
              <a:t>in-</a:t>
            </a:r>
            <a:r>
              <a:rPr sz="2400" b="1" spc="-60" dirty="0">
                <a:latin typeface="Times New Roman"/>
                <a:cs typeface="Times New Roman"/>
              </a:rPr>
              <a:t>Time</a:t>
            </a:r>
            <a:r>
              <a:rPr sz="2400" b="1" spc="70" dirty="0">
                <a:latin typeface="Times New Roman"/>
                <a:cs typeface="Times New Roman"/>
              </a:rPr>
              <a:t> </a:t>
            </a:r>
            <a:r>
              <a:rPr sz="2400" b="1" spc="-10" dirty="0">
                <a:latin typeface="Times New Roman"/>
                <a:cs typeface="Times New Roman"/>
              </a:rPr>
              <a:t>Recovery</a:t>
            </a:r>
            <a:endParaRPr sz="2400">
              <a:latin typeface="Times New Roman"/>
              <a:cs typeface="Times New Roman"/>
            </a:endParaRPr>
          </a:p>
          <a:p>
            <a:pPr marL="12700" marR="228600" lvl="1" indent="-8255">
              <a:lnSpc>
                <a:spcPct val="100000"/>
              </a:lnSpc>
              <a:buSzPct val="95833"/>
              <a:buChar char="•"/>
              <a:tabLst>
                <a:tab pos="118745" algn="l"/>
              </a:tabLst>
            </a:pPr>
            <a:r>
              <a:rPr sz="2400" spc="-145" dirty="0">
                <a:latin typeface="Times New Roman"/>
                <a:cs typeface="Times New Roman"/>
              </a:rPr>
              <a:t>	Recover</a:t>
            </a:r>
            <a:r>
              <a:rPr sz="2400" spc="-55" dirty="0">
                <a:latin typeface="Times New Roman"/>
                <a:cs typeface="Times New Roman"/>
              </a:rPr>
              <a:t> </a:t>
            </a:r>
            <a:r>
              <a:rPr sz="2400" spc="-125" dirty="0">
                <a:latin typeface="Times New Roman"/>
                <a:cs typeface="Times New Roman"/>
              </a:rPr>
              <a:t>data</a:t>
            </a:r>
            <a:r>
              <a:rPr sz="2400" spc="-55"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200" dirty="0">
                <a:latin typeface="Times New Roman"/>
                <a:cs typeface="Times New Roman"/>
              </a:rPr>
              <a:t>a</a:t>
            </a:r>
            <a:r>
              <a:rPr sz="2400" spc="-50" dirty="0">
                <a:latin typeface="Times New Roman"/>
                <a:cs typeface="Times New Roman"/>
              </a:rPr>
              <a:t> </a:t>
            </a:r>
            <a:r>
              <a:rPr sz="2400" spc="-145" dirty="0">
                <a:latin typeface="Times New Roman"/>
                <a:cs typeface="Times New Roman"/>
              </a:rPr>
              <a:t>specific</a:t>
            </a:r>
            <a:r>
              <a:rPr sz="2400" spc="-60" dirty="0">
                <a:latin typeface="Times New Roman"/>
                <a:cs typeface="Times New Roman"/>
              </a:rPr>
              <a:t> </a:t>
            </a:r>
            <a:r>
              <a:rPr sz="2400" spc="-80" dirty="0">
                <a:latin typeface="Times New Roman"/>
                <a:cs typeface="Times New Roman"/>
              </a:rPr>
              <a:t>point</a:t>
            </a:r>
            <a:r>
              <a:rPr sz="2400" spc="-60" dirty="0">
                <a:latin typeface="Times New Roman"/>
                <a:cs typeface="Times New Roman"/>
              </a:rPr>
              <a:t> </a:t>
            </a:r>
            <a:r>
              <a:rPr sz="2400" spc="-120" dirty="0">
                <a:latin typeface="Times New Roman"/>
                <a:cs typeface="Times New Roman"/>
              </a:rPr>
              <a:t>in</a:t>
            </a:r>
            <a:r>
              <a:rPr sz="2400" spc="-45" dirty="0">
                <a:latin typeface="Times New Roman"/>
                <a:cs typeface="Times New Roman"/>
              </a:rPr>
              <a:t> </a:t>
            </a:r>
            <a:r>
              <a:rPr sz="2400" spc="-85" dirty="0">
                <a:latin typeface="Times New Roman"/>
                <a:cs typeface="Times New Roman"/>
              </a:rPr>
              <a:t>time</a:t>
            </a:r>
            <a:r>
              <a:rPr sz="2400" spc="-50" dirty="0">
                <a:latin typeface="Times New Roman"/>
                <a:cs typeface="Times New Roman"/>
              </a:rPr>
              <a:t> </a:t>
            </a:r>
            <a:r>
              <a:rPr sz="2400" spc="-75" dirty="0">
                <a:latin typeface="Times New Roman"/>
                <a:cs typeface="Times New Roman"/>
              </a:rPr>
              <a:t>(supported </a:t>
            </a:r>
            <a:r>
              <a:rPr sz="2400" spc="-90" dirty="0">
                <a:latin typeface="Times New Roman"/>
                <a:cs typeface="Times New Roman"/>
              </a:rPr>
              <a:t>for</a:t>
            </a:r>
            <a:r>
              <a:rPr sz="2400" spc="-60" dirty="0">
                <a:latin typeface="Times New Roman"/>
                <a:cs typeface="Times New Roman"/>
              </a:rPr>
              <a:t> </a:t>
            </a:r>
            <a:r>
              <a:rPr sz="2400" spc="-80" dirty="0">
                <a:latin typeface="Times New Roman"/>
                <a:cs typeface="Times New Roman"/>
              </a:rPr>
              <a:t>certain</a:t>
            </a:r>
            <a:r>
              <a:rPr sz="2400" spc="-45" dirty="0">
                <a:latin typeface="Times New Roman"/>
                <a:cs typeface="Times New Roman"/>
              </a:rPr>
              <a:t> </a:t>
            </a:r>
            <a:r>
              <a:rPr sz="2400" spc="-70" dirty="0">
                <a:latin typeface="Times New Roman"/>
                <a:cs typeface="Times New Roman"/>
              </a:rPr>
              <a:t>services </a:t>
            </a:r>
            <a:r>
              <a:rPr sz="2400" spc="-125" dirty="0">
                <a:latin typeface="Times New Roman"/>
                <a:cs typeface="Times New Roman"/>
              </a:rPr>
              <a:t>like</a:t>
            </a:r>
            <a:r>
              <a:rPr sz="2400" spc="-55" dirty="0">
                <a:latin typeface="Times New Roman"/>
                <a:cs typeface="Times New Roman"/>
              </a:rPr>
              <a:t> </a:t>
            </a:r>
            <a:r>
              <a:rPr sz="2400" spc="-225" dirty="0">
                <a:latin typeface="Times New Roman"/>
                <a:cs typeface="Times New Roman"/>
              </a:rPr>
              <a:t>RDS</a:t>
            </a:r>
            <a:r>
              <a:rPr sz="2400" spc="-50" dirty="0">
                <a:latin typeface="Times New Roman"/>
                <a:cs typeface="Times New Roman"/>
              </a:rPr>
              <a:t> </a:t>
            </a:r>
            <a:r>
              <a:rPr sz="2400" spc="-145" dirty="0">
                <a:latin typeface="Times New Roman"/>
                <a:cs typeface="Times New Roman"/>
              </a:rPr>
              <a:t>and</a:t>
            </a:r>
            <a:r>
              <a:rPr sz="2400" spc="-45" dirty="0">
                <a:latin typeface="Times New Roman"/>
                <a:cs typeface="Times New Roman"/>
              </a:rPr>
              <a:t> </a:t>
            </a:r>
            <a:r>
              <a:rPr sz="2400" spc="-40" dirty="0">
                <a:latin typeface="Times New Roman"/>
                <a:cs typeface="Times New Roman"/>
              </a:rPr>
              <a:t>DynamoDB).</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53</a:t>
            </a:fld>
            <a:endParaRPr spc="-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Supported</a:t>
            </a:r>
            <a:r>
              <a:rPr spc="-155" dirty="0"/>
              <a:t> </a:t>
            </a:r>
            <a:r>
              <a:rPr spc="-240" dirty="0"/>
              <a:t>AWS</a:t>
            </a:r>
            <a:r>
              <a:rPr spc="-5" dirty="0"/>
              <a:t> </a:t>
            </a:r>
            <a:r>
              <a:rPr spc="-10" dirty="0"/>
              <a:t>Services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270761"/>
            <a:ext cx="8097520" cy="4050029"/>
          </a:xfrm>
          <a:prstGeom prst="rect">
            <a:avLst/>
          </a:prstGeom>
        </p:spPr>
        <p:txBody>
          <a:bodyPr vert="horz" wrap="square" lIns="0" tIns="12700" rIns="0" bIns="0" rtlCol="0">
            <a:spAutoFit/>
          </a:bodyPr>
          <a:lstStyle/>
          <a:p>
            <a:pPr marL="118745" indent="-114300">
              <a:lnSpc>
                <a:spcPct val="100000"/>
              </a:lnSpc>
              <a:spcBef>
                <a:spcPts val="100"/>
              </a:spcBef>
              <a:buSzPct val="95833"/>
              <a:buFont typeface="Times New Roman"/>
              <a:buChar char="•"/>
              <a:tabLst>
                <a:tab pos="118745" algn="l"/>
              </a:tabLst>
            </a:pPr>
            <a:r>
              <a:rPr sz="2400" b="1" spc="-25" dirty="0">
                <a:latin typeface="Times New Roman"/>
                <a:cs typeface="Times New Roman"/>
              </a:rPr>
              <a:t>Amazon</a:t>
            </a:r>
            <a:r>
              <a:rPr sz="2400" b="1" spc="-45" dirty="0">
                <a:latin typeface="Times New Roman"/>
                <a:cs typeface="Times New Roman"/>
              </a:rPr>
              <a:t> </a:t>
            </a:r>
            <a:r>
              <a:rPr sz="2400" b="1" spc="-190" dirty="0">
                <a:latin typeface="Times New Roman"/>
                <a:cs typeface="Times New Roman"/>
              </a:rPr>
              <a:t>EBS</a:t>
            </a:r>
            <a:r>
              <a:rPr sz="2400" spc="-190" dirty="0">
                <a:latin typeface="Times New Roman"/>
                <a:cs typeface="Times New Roman"/>
              </a:rPr>
              <a:t>:</a:t>
            </a:r>
            <a:r>
              <a:rPr sz="2400" spc="-155" dirty="0">
                <a:latin typeface="Times New Roman"/>
                <a:cs typeface="Times New Roman"/>
              </a:rPr>
              <a:t> </a:t>
            </a:r>
            <a:r>
              <a:rPr sz="2400" spc="-180" dirty="0">
                <a:latin typeface="Times New Roman"/>
                <a:cs typeface="Times New Roman"/>
              </a:rPr>
              <a:t>Backups</a:t>
            </a:r>
            <a:r>
              <a:rPr sz="2400" spc="-60" dirty="0">
                <a:latin typeface="Times New Roman"/>
                <a:cs typeface="Times New Roman"/>
              </a:rPr>
              <a:t> </a:t>
            </a:r>
            <a:r>
              <a:rPr sz="2400" spc="-90" dirty="0">
                <a:latin typeface="Times New Roman"/>
                <a:cs typeface="Times New Roman"/>
              </a:rPr>
              <a:t>for</a:t>
            </a:r>
            <a:r>
              <a:rPr sz="2400" spc="-55" dirty="0">
                <a:latin typeface="Times New Roman"/>
                <a:cs typeface="Times New Roman"/>
              </a:rPr>
              <a:t> </a:t>
            </a:r>
            <a:r>
              <a:rPr sz="2400" spc="-130" dirty="0">
                <a:latin typeface="Times New Roman"/>
                <a:cs typeface="Times New Roman"/>
              </a:rPr>
              <a:t>block</a:t>
            </a:r>
            <a:r>
              <a:rPr sz="2400" spc="-55" dirty="0">
                <a:latin typeface="Times New Roman"/>
                <a:cs typeface="Times New Roman"/>
              </a:rPr>
              <a:t> </a:t>
            </a:r>
            <a:r>
              <a:rPr sz="2400" spc="-114" dirty="0">
                <a:latin typeface="Times New Roman"/>
                <a:cs typeface="Times New Roman"/>
              </a:rPr>
              <a:t>storage</a:t>
            </a:r>
            <a:r>
              <a:rPr sz="2400" spc="-65" dirty="0">
                <a:latin typeface="Times New Roman"/>
                <a:cs typeface="Times New Roman"/>
              </a:rPr>
              <a:t> </a:t>
            </a:r>
            <a:r>
              <a:rPr sz="2400" spc="-10" dirty="0">
                <a:latin typeface="Times New Roman"/>
                <a:cs typeface="Times New Roman"/>
              </a:rPr>
              <a:t>volumes.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Font typeface="Times New Roman"/>
              <a:buChar char="•"/>
              <a:tabLst>
                <a:tab pos="118745" algn="l"/>
              </a:tabLst>
            </a:pPr>
            <a:r>
              <a:rPr sz="2400" b="1" spc="-25" dirty="0">
                <a:latin typeface="Times New Roman"/>
                <a:cs typeface="Times New Roman"/>
              </a:rPr>
              <a:t>Amazon</a:t>
            </a:r>
            <a:r>
              <a:rPr sz="2400" b="1" spc="-45" dirty="0">
                <a:latin typeface="Times New Roman"/>
                <a:cs typeface="Times New Roman"/>
              </a:rPr>
              <a:t> </a:t>
            </a:r>
            <a:r>
              <a:rPr sz="2400" b="1" spc="-105" dirty="0">
                <a:latin typeface="Times New Roman"/>
                <a:cs typeface="Times New Roman"/>
              </a:rPr>
              <a:t>RDS</a:t>
            </a:r>
            <a:r>
              <a:rPr sz="2400" spc="-105" dirty="0">
                <a:latin typeface="Times New Roman"/>
                <a:cs typeface="Times New Roman"/>
              </a:rPr>
              <a:t>:</a:t>
            </a:r>
            <a:r>
              <a:rPr sz="2400" spc="-345" dirty="0">
                <a:latin typeface="Times New Roman"/>
                <a:cs typeface="Times New Roman"/>
              </a:rPr>
              <a:t> </a:t>
            </a:r>
            <a:r>
              <a:rPr sz="2400" spc="-135" dirty="0">
                <a:latin typeface="Times New Roman"/>
                <a:cs typeface="Times New Roman"/>
              </a:rPr>
              <a:t>Automated</a:t>
            </a:r>
            <a:r>
              <a:rPr sz="2400" spc="-45" dirty="0">
                <a:latin typeface="Times New Roman"/>
                <a:cs typeface="Times New Roman"/>
              </a:rPr>
              <a:t> </a:t>
            </a:r>
            <a:r>
              <a:rPr sz="2400" spc="-140" dirty="0">
                <a:latin typeface="Times New Roman"/>
                <a:cs typeface="Times New Roman"/>
              </a:rPr>
              <a:t>backups</a:t>
            </a:r>
            <a:r>
              <a:rPr sz="2400" spc="-70" dirty="0">
                <a:latin typeface="Times New Roman"/>
                <a:cs typeface="Times New Roman"/>
              </a:rPr>
              <a:t> </a:t>
            </a:r>
            <a:r>
              <a:rPr sz="2400" spc="-95" dirty="0">
                <a:latin typeface="Times New Roman"/>
                <a:cs typeface="Times New Roman"/>
              </a:rPr>
              <a:t>for</a:t>
            </a:r>
            <a:r>
              <a:rPr sz="2400" spc="-45" dirty="0">
                <a:latin typeface="Times New Roman"/>
                <a:cs typeface="Times New Roman"/>
              </a:rPr>
              <a:t> </a:t>
            </a:r>
            <a:r>
              <a:rPr sz="2400" spc="-100" dirty="0">
                <a:latin typeface="Times New Roman"/>
                <a:cs typeface="Times New Roman"/>
              </a:rPr>
              <a:t>relational</a:t>
            </a:r>
            <a:r>
              <a:rPr sz="2400" spc="-55" dirty="0">
                <a:latin typeface="Times New Roman"/>
                <a:cs typeface="Times New Roman"/>
              </a:rPr>
              <a:t> </a:t>
            </a:r>
            <a:r>
              <a:rPr sz="2400" spc="-10" dirty="0">
                <a:latin typeface="Times New Roman"/>
                <a:cs typeface="Times New Roman"/>
              </a:rPr>
              <a:t>databases.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Font typeface="Times New Roman"/>
              <a:buChar char="•"/>
              <a:tabLst>
                <a:tab pos="118745" algn="l"/>
              </a:tabLst>
            </a:pPr>
            <a:r>
              <a:rPr sz="2400" b="1" spc="-25" dirty="0">
                <a:latin typeface="Times New Roman"/>
                <a:cs typeface="Times New Roman"/>
              </a:rPr>
              <a:t>Amazon </a:t>
            </a:r>
            <a:r>
              <a:rPr sz="2400" b="1" spc="-30" dirty="0">
                <a:latin typeface="Times New Roman"/>
                <a:cs typeface="Times New Roman"/>
              </a:rPr>
              <a:t>DynamoDB</a:t>
            </a:r>
            <a:r>
              <a:rPr sz="2400" spc="-30" dirty="0">
                <a:latin typeface="Times New Roman"/>
                <a:cs typeface="Times New Roman"/>
              </a:rPr>
              <a:t>:</a:t>
            </a:r>
            <a:r>
              <a:rPr sz="2400" spc="-145" dirty="0">
                <a:latin typeface="Times New Roman"/>
                <a:cs typeface="Times New Roman"/>
              </a:rPr>
              <a:t> </a:t>
            </a:r>
            <a:r>
              <a:rPr sz="2400" spc="-110" dirty="0">
                <a:latin typeface="Times New Roman"/>
                <a:cs typeface="Times New Roman"/>
              </a:rPr>
              <a:t>Point-</a:t>
            </a:r>
            <a:r>
              <a:rPr sz="2400" spc="-100" dirty="0">
                <a:latin typeface="Times New Roman"/>
                <a:cs typeface="Times New Roman"/>
              </a:rPr>
              <a:t>in-</a:t>
            </a:r>
            <a:r>
              <a:rPr sz="2400" spc="-85" dirty="0">
                <a:latin typeface="Times New Roman"/>
                <a:cs typeface="Times New Roman"/>
              </a:rPr>
              <a:t>time</a:t>
            </a:r>
            <a:r>
              <a:rPr sz="2400" spc="-60" dirty="0">
                <a:latin typeface="Times New Roman"/>
                <a:cs typeface="Times New Roman"/>
              </a:rPr>
              <a:t> </a:t>
            </a:r>
            <a:r>
              <a:rPr sz="2400" spc="-125" dirty="0">
                <a:latin typeface="Times New Roman"/>
                <a:cs typeface="Times New Roman"/>
              </a:rPr>
              <a:t>recovery</a:t>
            </a:r>
            <a:r>
              <a:rPr sz="2400" spc="-20" dirty="0">
                <a:latin typeface="Times New Roman"/>
                <a:cs typeface="Times New Roman"/>
              </a:rPr>
              <a:t> </a:t>
            </a:r>
            <a:r>
              <a:rPr sz="2400" spc="-95" dirty="0">
                <a:latin typeface="Times New Roman"/>
                <a:cs typeface="Times New Roman"/>
              </a:rPr>
              <a:t>for</a:t>
            </a:r>
            <a:r>
              <a:rPr sz="2400" spc="-30" dirty="0">
                <a:latin typeface="Times New Roman"/>
                <a:cs typeface="Times New Roman"/>
              </a:rPr>
              <a:t> </a:t>
            </a:r>
            <a:r>
              <a:rPr sz="2400" spc="-185" dirty="0">
                <a:latin typeface="Times New Roman"/>
                <a:cs typeface="Times New Roman"/>
              </a:rPr>
              <a:t>NoSQL</a:t>
            </a:r>
            <a:r>
              <a:rPr sz="2400" spc="-25" dirty="0">
                <a:latin typeface="Times New Roman"/>
                <a:cs typeface="Times New Roman"/>
              </a:rPr>
              <a:t> </a:t>
            </a:r>
            <a:r>
              <a:rPr sz="2400" spc="-10" dirty="0">
                <a:latin typeface="Times New Roman"/>
                <a:cs typeface="Times New Roman"/>
              </a:rPr>
              <a:t>databases.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Font typeface="Times New Roman"/>
              <a:buChar char="•"/>
              <a:tabLst>
                <a:tab pos="118745" algn="l"/>
              </a:tabLst>
            </a:pPr>
            <a:r>
              <a:rPr sz="2400" b="1" spc="-25" dirty="0">
                <a:latin typeface="Times New Roman"/>
                <a:cs typeface="Times New Roman"/>
              </a:rPr>
              <a:t>Amazon</a:t>
            </a:r>
            <a:r>
              <a:rPr sz="2400" b="1" spc="-50" dirty="0">
                <a:latin typeface="Times New Roman"/>
                <a:cs typeface="Times New Roman"/>
              </a:rPr>
              <a:t> </a:t>
            </a:r>
            <a:r>
              <a:rPr sz="2400" b="1" spc="-240" dirty="0">
                <a:latin typeface="Times New Roman"/>
                <a:cs typeface="Times New Roman"/>
              </a:rPr>
              <a:t>EFS</a:t>
            </a:r>
            <a:r>
              <a:rPr sz="2400" spc="-240" dirty="0">
                <a:latin typeface="Times New Roman"/>
                <a:cs typeface="Times New Roman"/>
              </a:rPr>
              <a:t>:</a:t>
            </a:r>
            <a:r>
              <a:rPr sz="2400" spc="-165" dirty="0">
                <a:latin typeface="Times New Roman"/>
                <a:cs typeface="Times New Roman"/>
              </a:rPr>
              <a:t> </a:t>
            </a:r>
            <a:r>
              <a:rPr sz="2400" spc="-185" dirty="0">
                <a:latin typeface="Times New Roman"/>
                <a:cs typeface="Times New Roman"/>
              </a:rPr>
              <a:t>Backups</a:t>
            </a:r>
            <a:r>
              <a:rPr sz="2400" spc="-55" dirty="0">
                <a:latin typeface="Times New Roman"/>
                <a:cs typeface="Times New Roman"/>
              </a:rPr>
              <a:t> </a:t>
            </a:r>
            <a:r>
              <a:rPr sz="2400" spc="-90" dirty="0">
                <a:latin typeface="Times New Roman"/>
                <a:cs typeface="Times New Roman"/>
              </a:rPr>
              <a:t>for</a:t>
            </a:r>
            <a:r>
              <a:rPr sz="2400" spc="-55" dirty="0">
                <a:latin typeface="Times New Roman"/>
                <a:cs typeface="Times New Roman"/>
              </a:rPr>
              <a:t> </a:t>
            </a:r>
            <a:r>
              <a:rPr sz="2400" spc="-125" dirty="0">
                <a:latin typeface="Times New Roman"/>
                <a:cs typeface="Times New Roman"/>
              </a:rPr>
              <a:t>file</a:t>
            </a:r>
            <a:r>
              <a:rPr sz="2400" spc="-50"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a:p>
            <a:pPr>
              <a:lnSpc>
                <a:spcPct val="100000"/>
              </a:lnSpc>
              <a:spcBef>
                <a:spcPts val="125"/>
              </a:spcBef>
              <a:buFont typeface="Times New Roman"/>
              <a:buChar char="•"/>
            </a:pPr>
            <a:endParaRPr sz="2400">
              <a:latin typeface="Times New Roman"/>
              <a:cs typeface="Times New Roman"/>
            </a:endParaRPr>
          </a:p>
          <a:p>
            <a:pPr marL="118745" indent="-114300">
              <a:lnSpc>
                <a:spcPct val="100000"/>
              </a:lnSpc>
              <a:buSzPct val="95833"/>
              <a:buFont typeface="Times New Roman"/>
              <a:buChar char="•"/>
              <a:tabLst>
                <a:tab pos="118745" algn="l"/>
              </a:tabLst>
            </a:pPr>
            <a:r>
              <a:rPr sz="2400" b="1" spc="-270" dirty="0">
                <a:latin typeface="Times New Roman"/>
                <a:cs typeface="Times New Roman"/>
              </a:rPr>
              <a:t>AWS</a:t>
            </a:r>
            <a:r>
              <a:rPr sz="2400" b="1" spc="-30" dirty="0">
                <a:latin typeface="Times New Roman"/>
                <a:cs typeface="Times New Roman"/>
              </a:rPr>
              <a:t> </a:t>
            </a:r>
            <a:r>
              <a:rPr sz="2400" b="1" spc="-35" dirty="0">
                <a:latin typeface="Times New Roman"/>
                <a:cs typeface="Times New Roman"/>
              </a:rPr>
              <a:t>Storage</a:t>
            </a:r>
            <a:r>
              <a:rPr sz="2400" b="1" spc="-40" dirty="0">
                <a:latin typeface="Times New Roman"/>
                <a:cs typeface="Times New Roman"/>
              </a:rPr>
              <a:t> </a:t>
            </a:r>
            <a:r>
              <a:rPr sz="2400" b="1" spc="-65" dirty="0">
                <a:latin typeface="Times New Roman"/>
                <a:cs typeface="Times New Roman"/>
              </a:rPr>
              <a:t>Gateway</a:t>
            </a:r>
            <a:r>
              <a:rPr sz="2400" spc="-65" dirty="0">
                <a:latin typeface="Times New Roman"/>
                <a:cs typeface="Times New Roman"/>
              </a:rPr>
              <a:t>:</a:t>
            </a:r>
            <a:r>
              <a:rPr sz="2400" spc="-140" dirty="0">
                <a:latin typeface="Times New Roman"/>
                <a:cs typeface="Times New Roman"/>
              </a:rPr>
              <a:t> </a:t>
            </a:r>
            <a:r>
              <a:rPr sz="2400" spc="-85" dirty="0">
                <a:latin typeface="Times New Roman"/>
                <a:cs typeface="Times New Roman"/>
              </a:rPr>
              <a:t>Protects</a:t>
            </a:r>
            <a:r>
              <a:rPr sz="2400" spc="-30" dirty="0">
                <a:latin typeface="Times New Roman"/>
                <a:cs typeface="Times New Roman"/>
              </a:rPr>
              <a:t> </a:t>
            </a:r>
            <a:r>
              <a:rPr sz="2400" spc="-125" dirty="0">
                <a:latin typeface="Times New Roman"/>
                <a:cs typeface="Times New Roman"/>
              </a:rPr>
              <a:t>data</a:t>
            </a:r>
            <a:r>
              <a:rPr sz="2400" spc="-50" dirty="0">
                <a:latin typeface="Times New Roman"/>
                <a:cs typeface="Times New Roman"/>
              </a:rPr>
              <a:t> </a:t>
            </a:r>
            <a:r>
              <a:rPr sz="2400" spc="-85" dirty="0">
                <a:latin typeface="Times New Roman"/>
                <a:cs typeface="Times New Roman"/>
              </a:rPr>
              <a:t>stored</a:t>
            </a:r>
            <a:r>
              <a:rPr sz="2400" spc="-40" dirty="0">
                <a:latin typeface="Times New Roman"/>
                <a:cs typeface="Times New Roman"/>
              </a:rPr>
              <a:t> </a:t>
            </a:r>
            <a:r>
              <a:rPr sz="2400" spc="-95" dirty="0">
                <a:latin typeface="Times New Roman"/>
                <a:cs typeface="Times New Roman"/>
              </a:rPr>
              <a:t>on-</a:t>
            </a:r>
            <a:r>
              <a:rPr sz="2400" spc="-125" dirty="0">
                <a:latin typeface="Times New Roman"/>
                <a:cs typeface="Times New Roman"/>
              </a:rPr>
              <a:t>premises</a:t>
            </a:r>
            <a:r>
              <a:rPr sz="2400" spc="-55" dirty="0">
                <a:latin typeface="Times New Roman"/>
                <a:cs typeface="Times New Roman"/>
              </a:rPr>
              <a:t> </a:t>
            </a:r>
            <a:r>
              <a:rPr sz="2400" spc="-145" dirty="0">
                <a:latin typeface="Times New Roman"/>
                <a:cs typeface="Times New Roman"/>
              </a:rPr>
              <a:t>and</a:t>
            </a:r>
            <a:r>
              <a:rPr sz="2400" spc="-35" dirty="0">
                <a:latin typeface="Times New Roman"/>
                <a:cs typeface="Times New Roman"/>
              </a:rPr>
              <a:t> </a:t>
            </a:r>
            <a:r>
              <a:rPr sz="2400" spc="-120" dirty="0">
                <a:latin typeface="Times New Roman"/>
                <a:cs typeface="Times New Roman"/>
              </a:rPr>
              <a:t>in</a:t>
            </a:r>
            <a:r>
              <a:rPr sz="2400" spc="-225" dirty="0">
                <a:latin typeface="Times New Roman"/>
                <a:cs typeface="Times New Roman"/>
              </a:rPr>
              <a:t> </a:t>
            </a:r>
            <a:r>
              <a:rPr sz="2400" spc="-105" dirty="0">
                <a:latin typeface="Times New Roman"/>
                <a:cs typeface="Times New Roman"/>
              </a:rPr>
              <a:t>AWS.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Font typeface="Times New Roman"/>
              <a:buChar char="•"/>
              <a:tabLst>
                <a:tab pos="118745" algn="l"/>
              </a:tabLst>
            </a:pPr>
            <a:r>
              <a:rPr sz="2400" b="1" spc="-25" dirty="0">
                <a:latin typeface="Times New Roman"/>
                <a:cs typeface="Times New Roman"/>
              </a:rPr>
              <a:t>Amazon</a:t>
            </a:r>
            <a:r>
              <a:rPr sz="2400" b="1" spc="-35" dirty="0">
                <a:latin typeface="Times New Roman"/>
                <a:cs typeface="Times New Roman"/>
              </a:rPr>
              <a:t> </a:t>
            </a:r>
            <a:r>
              <a:rPr sz="2400" b="1" spc="-185" dirty="0">
                <a:latin typeface="Times New Roman"/>
                <a:cs typeface="Times New Roman"/>
              </a:rPr>
              <a:t>S3</a:t>
            </a:r>
            <a:r>
              <a:rPr sz="2400" b="1" spc="-40" dirty="0">
                <a:latin typeface="Times New Roman"/>
                <a:cs typeface="Times New Roman"/>
              </a:rPr>
              <a:t> </a:t>
            </a:r>
            <a:r>
              <a:rPr sz="2400" spc="-135" dirty="0">
                <a:latin typeface="Times New Roman"/>
                <a:cs typeface="Times New Roman"/>
              </a:rPr>
              <a:t>(coming</a:t>
            </a:r>
            <a:r>
              <a:rPr sz="2400" spc="-55" dirty="0">
                <a:latin typeface="Times New Roman"/>
                <a:cs typeface="Times New Roman"/>
              </a:rPr>
              <a:t> </a:t>
            </a:r>
            <a:r>
              <a:rPr sz="2400" spc="-95" dirty="0">
                <a:latin typeface="Times New Roman"/>
                <a:cs typeface="Times New Roman"/>
              </a:rPr>
              <a:t>soon):</a:t>
            </a:r>
            <a:r>
              <a:rPr sz="2400" spc="-150" dirty="0">
                <a:latin typeface="Times New Roman"/>
                <a:cs typeface="Times New Roman"/>
              </a:rPr>
              <a:t> </a:t>
            </a:r>
            <a:r>
              <a:rPr sz="2400" spc="-190" dirty="0">
                <a:latin typeface="Times New Roman"/>
                <a:cs typeface="Times New Roman"/>
              </a:rPr>
              <a:t>Manage</a:t>
            </a:r>
            <a:r>
              <a:rPr sz="2400" spc="-35" dirty="0">
                <a:latin typeface="Times New Roman"/>
                <a:cs typeface="Times New Roman"/>
              </a:rPr>
              <a:t> </a:t>
            </a:r>
            <a:r>
              <a:rPr sz="2400" spc="-240" dirty="0">
                <a:latin typeface="Times New Roman"/>
                <a:cs typeface="Times New Roman"/>
              </a:rPr>
              <a:t>S3</a:t>
            </a:r>
            <a:r>
              <a:rPr sz="2400" spc="-40" dirty="0">
                <a:latin typeface="Times New Roman"/>
                <a:cs typeface="Times New Roman"/>
              </a:rPr>
              <a:t> </a:t>
            </a:r>
            <a:r>
              <a:rPr sz="2400" spc="-150" dirty="0">
                <a:latin typeface="Times New Roman"/>
                <a:cs typeface="Times New Roman"/>
              </a:rPr>
              <a:t>backups</a:t>
            </a:r>
            <a:r>
              <a:rPr sz="2400" spc="-55" dirty="0">
                <a:latin typeface="Times New Roman"/>
                <a:cs typeface="Times New Roman"/>
              </a:rPr>
              <a:t> </a:t>
            </a:r>
            <a:r>
              <a:rPr sz="2400" spc="-155" dirty="0">
                <a:latin typeface="Times New Roman"/>
                <a:cs typeface="Times New Roman"/>
              </a:rPr>
              <a:t>using</a:t>
            </a:r>
            <a:r>
              <a:rPr sz="2400" spc="-240" dirty="0">
                <a:latin typeface="Times New Roman"/>
                <a:cs typeface="Times New Roman"/>
              </a:rPr>
              <a:t> </a:t>
            </a:r>
            <a:r>
              <a:rPr sz="2400" spc="-325" dirty="0">
                <a:latin typeface="Times New Roman"/>
                <a:cs typeface="Times New Roman"/>
              </a:rPr>
              <a:t>AWS</a:t>
            </a:r>
            <a:r>
              <a:rPr sz="2400" spc="-45" dirty="0">
                <a:latin typeface="Times New Roman"/>
                <a:cs typeface="Times New Roman"/>
              </a:rPr>
              <a:t> </a:t>
            </a:r>
            <a:r>
              <a:rPr sz="2400" spc="-10" dirty="0">
                <a:latin typeface="Times New Roman"/>
                <a:cs typeface="Times New Roman"/>
              </a:rPr>
              <a:t>Backup.</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54</a:t>
            </a:fld>
            <a:endParaRPr spc="-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42417" y="1209802"/>
            <a:ext cx="8315325" cy="3317875"/>
          </a:xfrm>
          <a:prstGeom prst="rect">
            <a:avLst/>
          </a:prstGeom>
        </p:spPr>
        <p:txBody>
          <a:bodyPr vert="horz" wrap="square" lIns="0" tIns="12700" rIns="0" bIns="0" rtlCol="0">
            <a:spAutoFit/>
          </a:bodyPr>
          <a:lstStyle/>
          <a:p>
            <a:pPr marL="12700" marR="19050" algn="just">
              <a:lnSpc>
                <a:spcPct val="100000"/>
              </a:lnSpc>
              <a:spcBef>
                <a:spcPts val="100"/>
              </a:spcBef>
            </a:pPr>
            <a:r>
              <a:rPr sz="2400" b="1" spc="-270" dirty="0">
                <a:solidFill>
                  <a:srgbClr val="273139"/>
                </a:solidFill>
                <a:latin typeface="Times New Roman"/>
                <a:cs typeface="Times New Roman"/>
              </a:rPr>
              <a:t>AWS</a:t>
            </a:r>
            <a:r>
              <a:rPr sz="2400" b="1" dirty="0">
                <a:solidFill>
                  <a:srgbClr val="273139"/>
                </a:solidFill>
                <a:latin typeface="Times New Roman"/>
                <a:cs typeface="Times New Roman"/>
              </a:rPr>
              <a:t> </a:t>
            </a:r>
            <a:r>
              <a:rPr sz="2400" b="1" spc="-40" dirty="0">
                <a:solidFill>
                  <a:srgbClr val="273139"/>
                </a:solidFill>
                <a:latin typeface="Times New Roman"/>
                <a:cs typeface="Times New Roman"/>
              </a:rPr>
              <a:t>Storage</a:t>
            </a:r>
            <a:r>
              <a:rPr sz="2400" b="1" spc="10" dirty="0">
                <a:solidFill>
                  <a:srgbClr val="273139"/>
                </a:solidFill>
                <a:latin typeface="Times New Roman"/>
                <a:cs typeface="Times New Roman"/>
              </a:rPr>
              <a:t> </a:t>
            </a:r>
            <a:r>
              <a:rPr sz="2400" b="1" spc="-40" dirty="0">
                <a:solidFill>
                  <a:srgbClr val="273139"/>
                </a:solidFill>
                <a:latin typeface="Times New Roman"/>
                <a:cs typeface="Times New Roman"/>
              </a:rPr>
              <a:t>Services:</a:t>
            </a:r>
            <a:r>
              <a:rPr sz="2400" b="1" spc="-1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10" dirty="0">
                <a:solidFill>
                  <a:srgbClr val="273139"/>
                </a:solidFill>
                <a:latin typeface="Times New Roman"/>
                <a:cs typeface="Times New Roman"/>
              </a:rPr>
              <a:t> </a:t>
            </a:r>
            <a:r>
              <a:rPr sz="2400" spc="-125" dirty="0">
                <a:solidFill>
                  <a:srgbClr val="273139"/>
                </a:solidFill>
                <a:latin typeface="Times New Roman"/>
                <a:cs typeface="Times New Roman"/>
              </a:rPr>
              <a:t>offers</a:t>
            </a:r>
            <a:r>
              <a:rPr sz="2400" spc="1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15" dirty="0">
                <a:solidFill>
                  <a:srgbClr val="273139"/>
                </a:solidFill>
                <a:latin typeface="Times New Roman"/>
                <a:cs typeface="Times New Roman"/>
              </a:rPr>
              <a:t> </a:t>
            </a:r>
            <a:r>
              <a:rPr sz="2400" spc="-120" dirty="0">
                <a:solidFill>
                  <a:srgbClr val="273139"/>
                </a:solidFill>
                <a:latin typeface="Times New Roman"/>
                <a:cs typeface="Times New Roman"/>
              </a:rPr>
              <a:t>wide</a:t>
            </a:r>
            <a:r>
              <a:rPr sz="2400" spc="-5" dirty="0">
                <a:solidFill>
                  <a:srgbClr val="273139"/>
                </a:solidFill>
                <a:latin typeface="Times New Roman"/>
                <a:cs typeface="Times New Roman"/>
              </a:rPr>
              <a:t> </a:t>
            </a:r>
            <a:r>
              <a:rPr sz="2400" spc="-114" dirty="0">
                <a:solidFill>
                  <a:srgbClr val="273139"/>
                </a:solidFill>
                <a:latin typeface="Times New Roman"/>
                <a:cs typeface="Times New Roman"/>
              </a:rPr>
              <a:t>range</a:t>
            </a:r>
            <a:r>
              <a:rPr sz="2400" spc="-5"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dirty="0">
                <a:solidFill>
                  <a:srgbClr val="273139"/>
                </a:solidFill>
                <a:latin typeface="Times New Roman"/>
                <a:cs typeface="Times New Roman"/>
              </a:rPr>
              <a:t> </a:t>
            </a:r>
            <a:r>
              <a:rPr sz="2400" spc="-110" dirty="0">
                <a:solidFill>
                  <a:srgbClr val="273139"/>
                </a:solidFill>
                <a:latin typeface="Times New Roman"/>
                <a:cs typeface="Times New Roman"/>
              </a:rPr>
              <a:t>storage</a:t>
            </a:r>
            <a:r>
              <a:rPr sz="2400" spc="-5" dirty="0">
                <a:solidFill>
                  <a:srgbClr val="273139"/>
                </a:solidFill>
                <a:latin typeface="Times New Roman"/>
                <a:cs typeface="Times New Roman"/>
              </a:rPr>
              <a:t> </a:t>
            </a:r>
            <a:r>
              <a:rPr sz="2400" spc="-120" dirty="0">
                <a:solidFill>
                  <a:srgbClr val="273139"/>
                </a:solidFill>
                <a:latin typeface="Times New Roman"/>
                <a:cs typeface="Times New Roman"/>
              </a:rPr>
              <a:t>services</a:t>
            </a:r>
            <a:r>
              <a:rPr sz="2400" spc="5" dirty="0">
                <a:solidFill>
                  <a:srgbClr val="273139"/>
                </a:solidFill>
                <a:latin typeface="Times New Roman"/>
                <a:cs typeface="Times New Roman"/>
              </a:rPr>
              <a:t> </a:t>
            </a:r>
            <a:r>
              <a:rPr sz="2400" spc="-85" dirty="0">
                <a:solidFill>
                  <a:srgbClr val="273139"/>
                </a:solidFill>
                <a:latin typeface="Times New Roman"/>
                <a:cs typeface="Times New Roman"/>
              </a:rPr>
              <a:t>that</a:t>
            </a:r>
            <a:r>
              <a:rPr sz="2400" spc="30" dirty="0">
                <a:solidFill>
                  <a:srgbClr val="273139"/>
                </a:solidFill>
                <a:latin typeface="Times New Roman"/>
                <a:cs typeface="Times New Roman"/>
              </a:rPr>
              <a:t> </a:t>
            </a:r>
            <a:r>
              <a:rPr sz="2400" spc="-145" dirty="0">
                <a:solidFill>
                  <a:srgbClr val="273139"/>
                </a:solidFill>
                <a:latin typeface="Times New Roman"/>
                <a:cs typeface="Times New Roman"/>
              </a:rPr>
              <a:t>can</a:t>
            </a:r>
            <a:r>
              <a:rPr sz="2400" spc="-70" dirty="0">
                <a:solidFill>
                  <a:srgbClr val="273139"/>
                </a:solidFill>
                <a:latin typeface="Times New Roman"/>
                <a:cs typeface="Times New Roman"/>
              </a:rPr>
              <a:t> </a:t>
            </a:r>
            <a:r>
              <a:rPr sz="2400" spc="-114" dirty="0">
                <a:solidFill>
                  <a:srgbClr val="273139"/>
                </a:solidFill>
                <a:latin typeface="Times New Roman"/>
                <a:cs typeface="Times New Roman"/>
              </a:rPr>
              <a:t>be</a:t>
            </a:r>
            <a:r>
              <a:rPr sz="2400" spc="-65" dirty="0">
                <a:solidFill>
                  <a:srgbClr val="273139"/>
                </a:solidFill>
                <a:latin typeface="Times New Roman"/>
                <a:cs typeface="Times New Roman"/>
              </a:rPr>
              <a:t> </a:t>
            </a:r>
            <a:r>
              <a:rPr sz="2400" spc="-125" dirty="0">
                <a:solidFill>
                  <a:srgbClr val="273139"/>
                </a:solidFill>
                <a:latin typeface="Times New Roman"/>
                <a:cs typeface="Times New Roman"/>
              </a:rPr>
              <a:t>provisioned</a:t>
            </a:r>
            <a:r>
              <a:rPr sz="2400" spc="-75" dirty="0">
                <a:solidFill>
                  <a:srgbClr val="273139"/>
                </a:solidFill>
                <a:latin typeface="Times New Roman"/>
                <a:cs typeface="Times New Roman"/>
              </a:rPr>
              <a:t> </a:t>
            </a:r>
            <a:r>
              <a:rPr sz="2400" spc="-120" dirty="0">
                <a:solidFill>
                  <a:srgbClr val="273139"/>
                </a:solidFill>
                <a:latin typeface="Times New Roman"/>
                <a:cs typeface="Times New Roman"/>
              </a:rPr>
              <a:t>depending</a:t>
            </a:r>
            <a:r>
              <a:rPr sz="2400" spc="-65" dirty="0">
                <a:solidFill>
                  <a:srgbClr val="273139"/>
                </a:solidFill>
                <a:latin typeface="Times New Roman"/>
                <a:cs typeface="Times New Roman"/>
              </a:rPr>
              <a:t> </a:t>
            </a:r>
            <a:r>
              <a:rPr sz="2400" spc="-110" dirty="0">
                <a:solidFill>
                  <a:srgbClr val="273139"/>
                </a:solidFill>
                <a:latin typeface="Times New Roman"/>
                <a:cs typeface="Times New Roman"/>
              </a:rPr>
              <a:t>on</a:t>
            </a:r>
            <a:r>
              <a:rPr sz="2400" spc="-70" dirty="0">
                <a:solidFill>
                  <a:srgbClr val="273139"/>
                </a:solidFill>
                <a:latin typeface="Times New Roman"/>
                <a:cs typeface="Times New Roman"/>
              </a:rPr>
              <a:t> </a:t>
            </a:r>
            <a:r>
              <a:rPr sz="2400" spc="-110" dirty="0">
                <a:solidFill>
                  <a:srgbClr val="273139"/>
                </a:solidFill>
                <a:latin typeface="Times New Roman"/>
                <a:cs typeface="Times New Roman"/>
              </a:rPr>
              <a:t>your</a:t>
            </a:r>
            <a:r>
              <a:rPr sz="2400" spc="-70" dirty="0">
                <a:solidFill>
                  <a:srgbClr val="273139"/>
                </a:solidFill>
                <a:latin typeface="Times New Roman"/>
                <a:cs typeface="Times New Roman"/>
              </a:rPr>
              <a:t> </a:t>
            </a:r>
            <a:r>
              <a:rPr sz="2400" spc="-75" dirty="0">
                <a:solidFill>
                  <a:srgbClr val="273139"/>
                </a:solidFill>
                <a:latin typeface="Times New Roman"/>
                <a:cs typeface="Times New Roman"/>
              </a:rPr>
              <a:t>project </a:t>
            </a:r>
            <a:r>
              <a:rPr sz="2400" spc="-85" dirty="0">
                <a:solidFill>
                  <a:srgbClr val="273139"/>
                </a:solidFill>
                <a:latin typeface="Times New Roman"/>
                <a:cs typeface="Times New Roman"/>
              </a:rPr>
              <a:t>requirements</a:t>
            </a:r>
            <a:r>
              <a:rPr sz="2400" spc="-90" dirty="0">
                <a:solidFill>
                  <a:srgbClr val="273139"/>
                </a:solidFill>
                <a:latin typeface="Times New Roman"/>
                <a:cs typeface="Times New Roman"/>
              </a:rPr>
              <a:t> </a:t>
            </a:r>
            <a:r>
              <a:rPr sz="2400" spc="-140" dirty="0">
                <a:solidFill>
                  <a:srgbClr val="273139"/>
                </a:solidFill>
                <a:latin typeface="Times New Roman"/>
                <a:cs typeface="Times New Roman"/>
              </a:rPr>
              <a:t>and</a:t>
            </a:r>
            <a:r>
              <a:rPr sz="2400" spc="-65" dirty="0">
                <a:solidFill>
                  <a:srgbClr val="273139"/>
                </a:solidFill>
                <a:latin typeface="Times New Roman"/>
                <a:cs typeface="Times New Roman"/>
              </a:rPr>
              <a:t> </a:t>
            </a:r>
            <a:r>
              <a:rPr sz="2400" spc="-125" dirty="0">
                <a:solidFill>
                  <a:srgbClr val="273139"/>
                </a:solidFill>
                <a:latin typeface="Times New Roman"/>
                <a:cs typeface="Times New Roman"/>
              </a:rPr>
              <a:t>use</a:t>
            </a:r>
            <a:r>
              <a:rPr sz="2400" spc="-75" dirty="0">
                <a:solidFill>
                  <a:srgbClr val="273139"/>
                </a:solidFill>
                <a:latin typeface="Times New Roman"/>
                <a:cs typeface="Times New Roman"/>
              </a:rPr>
              <a:t> </a:t>
            </a:r>
            <a:r>
              <a:rPr sz="2400" spc="-114" dirty="0">
                <a:solidFill>
                  <a:srgbClr val="273139"/>
                </a:solidFill>
                <a:latin typeface="Times New Roman"/>
                <a:cs typeface="Times New Roman"/>
              </a:rPr>
              <a:t>case.</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12700" marR="5080" indent="45720" algn="just">
              <a:lnSpc>
                <a:spcPct val="100000"/>
              </a:lnSpc>
            </a:pPr>
            <a:r>
              <a:rPr sz="2400" spc="-420" dirty="0">
                <a:solidFill>
                  <a:srgbClr val="273139"/>
                </a:solidFill>
                <a:latin typeface="Times New Roman"/>
                <a:cs typeface="Times New Roman"/>
              </a:rPr>
              <a:t>AWS</a:t>
            </a:r>
            <a:r>
              <a:rPr sz="2400" spc="270" dirty="0">
                <a:solidFill>
                  <a:srgbClr val="273139"/>
                </a:solidFill>
                <a:latin typeface="Times New Roman"/>
                <a:cs typeface="Times New Roman"/>
              </a:rPr>
              <a:t> </a:t>
            </a:r>
            <a:r>
              <a:rPr sz="2400" spc="-110" dirty="0">
                <a:solidFill>
                  <a:srgbClr val="273139"/>
                </a:solidFill>
                <a:latin typeface="Times New Roman"/>
                <a:cs typeface="Times New Roman"/>
              </a:rPr>
              <a:t>storage</a:t>
            </a:r>
            <a:r>
              <a:rPr sz="2400" spc="-40" dirty="0">
                <a:solidFill>
                  <a:srgbClr val="273139"/>
                </a:solidFill>
                <a:latin typeface="Times New Roman"/>
                <a:cs typeface="Times New Roman"/>
              </a:rPr>
              <a:t> </a:t>
            </a:r>
            <a:r>
              <a:rPr sz="2400" spc="-114" dirty="0">
                <a:solidFill>
                  <a:srgbClr val="273139"/>
                </a:solidFill>
                <a:latin typeface="Times New Roman"/>
                <a:cs typeface="Times New Roman"/>
              </a:rPr>
              <a:t>services</a:t>
            </a:r>
            <a:r>
              <a:rPr sz="2400" spc="-35" dirty="0">
                <a:solidFill>
                  <a:srgbClr val="273139"/>
                </a:solidFill>
                <a:latin typeface="Times New Roman"/>
                <a:cs typeface="Times New Roman"/>
              </a:rPr>
              <a:t> </a:t>
            </a:r>
            <a:r>
              <a:rPr sz="2400" spc="-215" dirty="0">
                <a:solidFill>
                  <a:srgbClr val="273139"/>
                </a:solidFill>
                <a:latin typeface="Times New Roman"/>
                <a:cs typeface="Times New Roman"/>
              </a:rPr>
              <a:t>have</a:t>
            </a:r>
            <a:r>
              <a:rPr sz="2400" spc="65" dirty="0">
                <a:solidFill>
                  <a:srgbClr val="273139"/>
                </a:solidFill>
                <a:latin typeface="Times New Roman"/>
                <a:cs typeface="Times New Roman"/>
              </a:rPr>
              <a:t> </a:t>
            </a:r>
            <a:r>
              <a:rPr sz="2400" spc="-100" dirty="0">
                <a:solidFill>
                  <a:srgbClr val="273139"/>
                </a:solidFill>
                <a:latin typeface="Times New Roman"/>
                <a:cs typeface="Times New Roman"/>
              </a:rPr>
              <a:t>different</a:t>
            </a:r>
            <a:r>
              <a:rPr sz="2400" spc="-50" dirty="0">
                <a:solidFill>
                  <a:srgbClr val="273139"/>
                </a:solidFill>
                <a:latin typeface="Times New Roman"/>
                <a:cs typeface="Times New Roman"/>
              </a:rPr>
              <a:t> </a:t>
            </a:r>
            <a:r>
              <a:rPr sz="2400" spc="-140" dirty="0">
                <a:solidFill>
                  <a:srgbClr val="273139"/>
                </a:solidFill>
                <a:latin typeface="Times New Roman"/>
                <a:cs typeface="Times New Roman"/>
              </a:rPr>
              <a:t>provisions</a:t>
            </a:r>
            <a:r>
              <a:rPr sz="2400" spc="50" dirty="0">
                <a:solidFill>
                  <a:srgbClr val="273139"/>
                </a:solidFill>
                <a:latin typeface="Times New Roman"/>
                <a:cs typeface="Times New Roman"/>
              </a:rPr>
              <a:t> </a:t>
            </a:r>
            <a:r>
              <a:rPr sz="2400" spc="-60" dirty="0">
                <a:solidFill>
                  <a:srgbClr val="273139"/>
                </a:solidFill>
                <a:latin typeface="Times New Roman"/>
                <a:cs typeface="Times New Roman"/>
              </a:rPr>
              <a:t>for</a:t>
            </a:r>
            <a:r>
              <a:rPr sz="2400" spc="55" dirty="0">
                <a:solidFill>
                  <a:srgbClr val="273139"/>
                </a:solidFill>
                <a:latin typeface="Times New Roman"/>
                <a:cs typeface="Times New Roman"/>
              </a:rPr>
              <a:t> </a:t>
            </a:r>
            <a:r>
              <a:rPr sz="2400" spc="-175" dirty="0">
                <a:solidFill>
                  <a:srgbClr val="273139"/>
                </a:solidFill>
                <a:latin typeface="Times New Roman"/>
                <a:cs typeface="Times New Roman"/>
              </a:rPr>
              <a:t>highly</a:t>
            </a:r>
            <a:r>
              <a:rPr sz="2400" spc="50" dirty="0">
                <a:solidFill>
                  <a:srgbClr val="273139"/>
                </a:solidFill>
                <a:latin typeface="Times New Roman"/>
                <a:cs typeface="Times New Roman"/>
              </a:rPr>
              <a:t> </a:t>
            </a:r>
            <a:r>
              <a:rPr sz="2400" spc="-114" dirty="0">
                <a:solidFill>
                  <a:srgbClr val="273139"/>
                </a:solidFill>
                <a:latin typeface="Times New Roman"/>
                <a:cs typeface="Times New Roman"/>
              </a:rPr>
              <a:t>confidential</a:t>
            </a:r>
            <a:r>
              <a:rPr sz="2400" spc="65" dirty="0">
                <a:solidFill>
                  <a:srgbClr val="273139"/>
                </a:solidFill>
                <a:latin typeface="Times New Roman"/>
                <a:cs typeface="Times New Roman"/>
              </a:rPr>
              <a:t> </a:t>
            </a:r>
            <a:r>
              <a:rPr sz="2400" spc="-10" dirty="0">
                <a:solidFill>
                  <a:srgbClr val="273139"/>
                </a:solidFill>
                <a:latin typeface="Times New Roman"/>
                <a:cs typeface="Times New Roman"/>
              </a:rPr>
              <a:t>data, </a:t>
            </a:r>
            <a:r>
              <a:rPr sz="2400" spc="-114" dirty="0">
                <a:solidFill>
                  <a:srgbClr val="273139"/>
                </a:solidFill>
                <a:latin typeface="Times New Roman"/>
                <a:cs typeface="Times New Roman"/>
              </a:rPr>
              <a:t>frequently</a:t>
            </a:r>
            <a:r>
              <a:rPr sz="2400" spc="-25" dirty="0">
                <a:solidFill>
                  <a:srgbClr val="273139"/>
                </a:solidFill>
                <a:latin typeface="Times New Roman"/>
                <a:cs typeface="Times New Roman"/>
              </a:rPr>
              <a:t> </a:t>
            </a:r>
            <a:r>
              <a:rPr sz="2400" spc="-155" dirty="0">
                <a:solidFill>
                  <a:srgbClr val="273139"/>
                </a:solidFill>
                <a:latin typeface="Times New Roman"/>
                <a:cs typeface="Times New Roman"/>
              </a:rPr>
              <a:t>accessed</a:t>
            </a:r>
            <a:r>
              <a:rPr sz="2400" spc="-30" dirty="0">
                <a:solidFill>
                  <a:srgbClr val="273139"/>
                </a:solidFill>
                <a:latin typeface="Times New Roman"/>
                <a:cs typeface="Times New Roman"/>
              </a:rPr>
              <a:t> </a:t>
            </a:r>
            <a:r>
              <a:rPr sz="2400" spc="-85" dirty="0">
                <a:solidFill>
                  <a:srgbClr val="273139"/>
                </a:solidFill>
                <a:latin typeface="Times New Roman"/>
                <a:cs typeface="Times New Roman"/>
              </a:rPr>
              <a:t>data,</a:t>
            </a:r>
            <a:r>
              <a:rPr sz="2400" spc="-140"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20" dirty="0">
                <a:solidFill>
                  <a:srgbClr val="273139"/>
                </a:solidFill>
                <a:latin typeface="Times New Roman"/>
                <a:cs typeface="Times New Roman"/>
              </a:rPr>
              <a:t> </a:t>
            </a:r>
            <a:r>
              <a:rPr sz="2400" spc="-60" dirty="0">
                <a:solidFill>
                  <a:srgbClr val="273139"/>
                </a:solidFill>
                <a:latin typeface="Times New Roman"/>
                <a:cs typeface="Times New Roman"/>
              </a:rPr>
              <a:t>the</a:t>
            </a:r>
            <a:r>
              <a:rPr sz="2400" spc="-25" dirty="0">
                <a:solidFill>
                  <a:srgbClr val="273139"/>
                </a:solidFill>
                <a:latin typeface="Times New Roman"/>
                <a:cs typeface="Times New Roman"/>
              </a:rPr>
              <a:t> </a:t>
            </a:r>
            <a:r>
              <a:rPr sz="2400" spc="-65" dirty="0">
                <a:solidFill>
                  <a:srgbClr val="273139"/>
                </a:solidFill>
                <a:latin typeface="Times New Roman"/>
                <a:cs typeface="Times New Roman"/>
              </a:rPr>
              <a:t>not</a:t>
            </a:r>
            <a:r>
              <a:rPr sz="2400" spc="-40" dirty="0">
                <a:solidFill>
                  <a:srgbClr val="273139"/>
                </a:solidFill>
                <a:latin typeface="Times New Roman"/>
                <a:cs typeface="Times New Roman"/>
              </a:rPr>
              <a:t> </a:t>
            </a:r>
            <a:r>
              <a:rPr sz="2400" spc="-155" dirty="0">
                <a:solidFill>
                  <a:srgbClr val="273139"/>
                </a:solidFill>
                <a:latin typeface="Times New Roman"/>
                <a:cs typeface="Times New Roman"/>
              </a:rPr>
              <a:t>so</a:t>
            </a:r>
            <a:r>
              <a:rPr sz="2400" spc="-35" dirty="0">
                <a:solidFill>
                  <a:srgbClr val="273139"/>
                </a:solidFill>
                <a:latin typeface="Times New Roman"/>
                <a:cs typeface="Times New Roman"/>
              </a:rPr>
              <a:t> </a:t>
            </a:r>
            <a:r>
              <a:rPr sz="2400" spc="-114" dirty="0">
                <a:solidFill>
                  <a:srgbClr val="273139"/>
                </a:solidFill>
                <a:latin typeface="Times New Roman"/>
                <a:cs typeface="Times New Roman"/>
              </a:rPr>
              <a:t>frequently</a:t>
            </a:r>
            <a:r>
              <a:rPr sz="2400" spc="-20" dirty="0">
                <a:solidFill>
                  <a:srgbClr val="273139"/>
                </a:solidFill>
                <a:latin typeface="Times New Roman"/>
                <a:cs typeface="Times New Roman"/>
              </a:rPr>
              <a:t> </a:t>
            </a:r>
            <a:r>
              <a:rPr sz="2400" spc="-155" dirty="0">
                <a:solidFill>
                  <a:srgbClr val="273139"/>
                </a:solidFill>
                <a:latin typeface="Times New Roman"/>
                <a:cs typeface="Times New Roman"/>
              </a:rPr>
              <a:t>accessed</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12700" marR="17780" algn="just">
              <a:lnSpc>
                <a:spcPct val="100000"/>
              </a:lnSpc>
            </a:pPr>
            <a:r>
              <a:rPr sz="2400" spc="-295" dirty="0">
                <a:solidFill>
                  <a:srgbClr val="273139"/>
                </a:solidFill>
                <a:latin typeface="Times New Roman"/>
                <a:cs typeface="Times New Roman"/>
              </a:rPr>
              <a:t>You</a:t>
            </a:r>
            <a:r>
              <a:rPr sz="2400" spc="145" dirty="0">
                <a:solidFill>
                  <a:srgbClr val="273139"/>
                </a:solidFill>
                <a:latin typeface="Times New Roman"/>
                <a:cs typeface="Times New Roman"/>
              </a:rPr>
              <a:t> </a:t>
            </a:r>
            <a:r>
              <a:rPr sz="2400" dirty="0">
                <a:solidFill>
                  <a:srgbClr val="273139"/>
                </a:solidFill>
                <a:latin typeface="Times New Roman"/>
                <a:cs typeface="Times New Roman"/>
              </a:rPr>
              <a:t>can</a:t>
            </a:r>
            <a:r>
              <a:rPr sz="2400" spc="-150" dirty="0">
                <a:solidFill>
                  <a:srgbClr val="273139"/>
                </a:solidFill>
                <a:latin typeface="Times New Roman"/>
                <a:cs typeface="Times New Roman"/>
              </a:rPr>
              <a:t> </a:t>
            </a:r>
            <a:r>
              <a:rPr sz="2400" spc="-40" dirty="0">
                <a:solidFill>
                  <a:srgbClr val="273139"/>
                </a:solidFill>
                <a:latin typeface="Times New Roman"/>
                <a:cs typeface="Times New Roman"/>
              </a:rPr>
              <a:t>choose</a:t>
            </a:r>
            <a:r>
              <a:rPr sz="2400" spc="-35" dirty="0">
                <a:solidFill>
                  <a:srgbClr val="273139"/>
                </a:solidFill>
                <a:latin typeface="Times New Roman"/>
                <a:cs typeface="Times New Roman"/>
              </a:rPr>
              <a:t> </a:t>
            </a:r>
            <a:r>
              <a:rPr sz="2400" dirty="0">
                <a:solidFill>
                  <a:srgbClr val="273139"/>
                </a:solidFill>
                <a:latin typeface="Times New Roman"/>
                <a:cs typeface="Times New Roman"/>
              </a:rPr>
              <a:t>from</a:t>
            </a:r>
            <a:r>
              <a:rPr sz="2400" spc="-5" dirty="0">
                <a:solidFill>
                  <a:srgbClr val="273139"/>
                </a:solidFill>
                <a:latin typeface="Times New Roman"/>
                <a:cs typeface="Times New Roman"/>
              </a:rPr>
              <a:t> </a:t>
            </a:r>
            <a:r>
              <a:rPr sz="2400" spc="-55" dirty="0">
                <a:solidFill>
                  <a:srgbClr val="273139"/>
                </a:solidFill>
                <a:latin typeface="Times New Roman"/>
                <a:cs typeface="Times New Roman"/>
              </a:rPr>
              <a:t>various</a:t>
            </a:r>
            <a:r>
              <a:rPr sz="2400" spc="-10" dirty="0">
                <a:solidFill>
                  <a:srgbClr val="273139"/>
                </a:solidFill>
                <a:latin typeface="Times New Roman"/>
                <a:cs typeface="Times New Roman"/>
              </a:rPr>
              <a:t> </a:t>
            </a:r>
            <a:r>
              <a:rPr sz="2400" spc="-25" dirty="0">
                <a:solidFill>
                  <a:srgbClr val="273139"/>
                </a:solidFill>
                <a:latin typeface="Times New Roman"/>
                <a:cs typeface="Times New Roman"/>
              </a:rPr>
              <a:t>storage</a:t>
            </a:r>
            <a:r>
              <a:rPr sz="2400" spc="-20" dirty="0">
                <a:solidFill>
                  <a:srgbClr val="273139"/>
                </a:solidFill>
                <a:latin typeface="Times New Roman"/>
                <a:cs typeface="Times New Roman"/>
              </a:rPr>
              <a:t> </a:t>
            </a:r>
            <a:r>
              <a:rPr sz="2400" dirty="0">
                <a:solidFill>
                  <a:srgbClr val="273139"/>
                </a:solidFill>
                <a:latin typeface="Times New Roman"/>
                <a:cs typeface="Times New Roman"/>
              </a:rPr>
              <a:t>types</a:t>
            </a:r>
            <a:r>
              <a:rPr sz="2400" spc="-5" dirty="0">
                <a:solidFill>
                  <a:srgbClr val="273139"/>
                </a:solidFill>
                <a:latin typeface="Times New Roman"/>
                <a:cs typeface="Times New Roman"/>
              </a:rPr>
              <a:t> </a:t>
            </a:r>
            <a:r>
              <a:rPr sz="2400" spc="-95" dirty="0">
                <a:solidFill>
                  <a:srgbClr val="273139"/>
                </a:solidFill>
                <a:latin typeface="Times New Roman"/>
                <a:cs typeface="Times New Roman"/>
              </a:rPr>
              <a:t>namely,</a:t>
            </a:r>
            <a:r>
              <a:rPr sz="2400" spc="-55" dirty="0">
                <a:solidFill>
                  <a:srgbClr val="273139"/>
                </a:solidFill>
                <a:latin typeface="Times New Roman"/>
                <a:cs typeface="Times New Roman"/>
              </a:rPr>
              <a:t> </a:t>
            </a:r>
            <a:r>
              <a:rPr sz="2400" dirty="0">
                <a:solidFill>
                  <a:srgbClr val="273139"/>
                </a:solidFill>
                <a:latin typeface="Times New Roman"/>
                <a:cs typeface="Times New Roman"/>
              </a:rPr>
              <a:t>object</a:t>
            </a:r>
            <a:r>
              <a:rPr sz="2400" spc="-10" dirty="0">
                <a:solidFill>
                  <a:srgbClr val="273139"/>
                </a:solidFill>
                <a:latin typeface="Times New Roman"/>
                <a:cs typeface="Times New Roman"/>
              </a:rPr>
              <a:t> </a:t>
            </a:r>
            <a:r>
              <a:rPr sz="2400" spc="-35" dirty="0">
                <a:solidFill>
                  <a:srgbClr val="273139"/>
                </a:solidFill>
                <a:latin typeface="Times New Roman"/>
                <a:cs typeface="Times New Roman"/>
              </a:rPr>
              <a:t>storage,</a:t>
            </a:r>
            <a:r>
              <a:rPr sz="2400" spc="-65" dirty="0">
                <a:solidFill>
                  <a:srgbClr val="273139"/>
                </a:solidFill>
                <a:latin typeface="Times New Roman"/>
                <a:cs typeface="Times New Roman"/>
              </a:rPr>
              <a:t> </a:t>
            </a:r>
            <a:r>
              <a:rPr sz="2400" spc="-25" dirty="0">
                <a:solidFill>
                  <a:srgbClr val="273139"/>
                </a:solidFill>
                <a:latin typeface="Times New Roman"/>
                <a:cs typeface="Times New Roman"/>
              </a:rPr>
              <a:t>file </a:t>
            </a:r>
            <a:r>
              <a:rPr sz="2400" spc="-110" dirty="0">
                <a:solidFill>
                  <a:srgbClr val="273139"/>
                </a:solidFill>
                <a:latin typeface="Times New Roman"/>
                <a:cs typeface="Times New Roman"/>
              </a:rPr>
              <a:t>storage,</a:t>
            </a:r>
            <a:r>
              <a:rPr sz="2400" spc="-40" dirty="0">
                <a:solidFill>
                  <a:srgbClr val="273139"/>
                </a:solidFill>
                <a:latin typeface="Times New Roman"/>
                <a:cs typeface="Times New Roman"/>
              </a:rPr>
              <a:t> </a:t>
            </a:r>
            <a:r>
              <a:rPr sz="2400" spc="-135" dirty="0">
                <a:solidFill>
                  <a:srgbClr val="273139"/>
                </a:solidFill>
                <a:latin typeface="Times New Roman"/>
                <a:cs typeface="Times New Roman"/>
              </a:rPr>
              <a:t>block</a:t>
            </a:r>
            <a:r>
              <a:rPr sz="2400" spc="-15" dirty="0">
                <a:solidFill>
                  <a:srgbClr val="273139"/>
                </a:solidFill>
                <a:latin typeface="Times New Roman"/>
                <a:cs typeface="Times New Roman"/>
              </a:rPr>
              <a:t> </a:t>
            </a:r>
            <a:r>
              <a:rPr sz="2400" spc="-120" dirty="0">
                <a:solidFill>
                  <a:srgbClr val="273139"/>
                </a:solidFill>
                <a:latin typeface="Times New Roman"/>
                <a:cs typeface="Times New Roman"/>
              </a:rPr>
              <a:t>storage</a:t>
            </a:r>
            <a:r>
              <a:rPr sz="2400" spc="40" dirty="0">
                <a:solidFill>
                  <a:srgbClr val="273139"/>
                </a:solidFill>
                <a:latin typeface="Times New Roman"/>
                <a:cs typeface="Times New Roman"/>
              </a:rPr>
              <a:t> </a:t>
            </a:r>
            <a:r>
              <a:rPr sz="2400" spc="-110" dirty="0">
                <a:solidFill>
                  <a:srgbClr val="273139"/>
                </a:solidFill>
                <a:latin typeface="Times New Roman"/>
                <a:cs typeface="Times New Roman"/>
              </a:rPr>
              <a:t>services,</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backups,,</a:t>
            </a:r>
            <a:r>
              <a:rPr sz="2400" spc="-45" dirty="0">
                <a:solidFill>
                  <a:srgbClr val="273139"/>
                </a:solidFill>
                <a:latin typeface="Times New Roman"/>
                <a:cs typeface="Times New Roman"/>
              </a:rPr>
              <a:t> </a:t>
            </a:r>
            <a:r>
              <a:rPr sz="2400" spc="-170" dirty="0">
                <a:solidFill>
                  <a:srgbClr val="273139"/>
                </a:solidFill>
                <a:latin typeface="Times New Roman"/>
                <a:cs typeface="Times New Roman"/>
              </a:rPr>
              <a:t>and</a:t>
            </a:r>
            <a:r>
              <a:rPr sz="2400" spc="65" dirty="0">
                <a:solidFill>
                  <a:srgbClr val="273139"/>
                </a:solidFill>
                <a:latin typeface="Times New Roman"/>
                <a:cs typeface="Times New Roman"/>
              </a:rPr>
              <a:t> </a:t>
            </a:r>
            <a:r>
              <a:rPr sz="2400" spc="-140" dirty="0">
                <a:solidFill>
                  <a:srgbClr val="273139"/>
                </a:solidFill>
                <a:latin typeface="Times New Roman"/>
                <a:cs typeface="Times New Roman"/>
              </a:rPr>
              <a:t>data</a:t>
            </a:r>
            <a:r>
              <a:rPr sz="2400" spc="55" dirty="0">
                <a:solidFill>
                  <a:srgbClr val="273139"/>
                </a:solidFill>
                <a:latin typeface="Times New Roman"/>
                <a:cs typeface="Times New Roman"/>
              </a:rPr>
              <a:t> </a:t>
            </a:r>
            <a:r>
              <a:rPr sz="2400" spc="-110" dirty="0">
                <a:solidFill>
                  <a:srgbClr val="273139"/>
                </a:solidFill>
                <a:latin typeface="Times New Roman"/>
                <a:cs typeface="Times New Roman"/>
              </a:rPr>
              <a:t>migration</a:t>
            </a:r>
            <a:r>
              <a:rPr sz="2400" spc="65" dirty="0">
                <a:solidFill>
                  <a:srgbClr val="273139"/>
                </a:solidFill>
                <a:latin typeface="Times New Roman"/>
                <a:cs typeface="Times New Roman"/>
              </a:rPr>
              <a:t> </a:t>
            </a:r>
            <a:r>
              <a:rPr sz="2400" spc="-100" dirty="0">
                <a:solidFill>
                  <a:srgbClr val="273139"/>
                </a:solidFill>
                <a:latin typeface="Times New Roman"/>
                <a:cs typeface="Times New Roman"/>
              </a:rPr>
              <a:t>options.</a:t>
            </a:r>
            <a:r>
              <a:rPr sz="2400" spc="-50" dirty="0">
                <a:solidFill>
                  <a:srgbClr val="273139"/>
                </a:solidFill>
                <a:latin typeface="Times New Roman"/>
                <a:cs typeface="Times New Roman"/>
              </a:rPr>
              <a:t> </a:t>
            </a:r>
            <a:r>
              <a:rPr sz="2400" spc="-204" dirty="0">
                <a:solidFill>
                  <a:srgbClr val="273139"/>
                </a:solidFill>
                <a:latin typeface="Times New Roman"/>
                <a:cs typeface="Times New Roman"/>
              </a:rPr>
              <a:t>All</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of </a:t>
            </a:r>
            <a:r>
              <a:rPr sz="2400" spc="-140" dirty="0">
                <a:solidFill>
                  <a:srgbClr val="273139"/>
                </a:solidFill>
                <a:latin typeface="Times New Roman"/>
                <a:cs typeface="Times New Roman"/>
              </a:rPr>
              <a:t>which</a:t>
            </a:r>
            <a:r>
              <a:rPr sz="2400" spc="-60" dirty="0">
                <a:solidFill>
                  <a:srgbClr val="273139"/>
                </a:solidFill>
                <a:latin typeface="Times New Roman"/>
                <a:cs typeface="Times New Roman"/>
              </a:rPr>
              <a:t> </a:t>
            </a:r>
            <a:r>
              <a:rPr sz="2400" spc="-150" dirty="0">
                <a:solidFill>
                  <a:srgbClr val="273139"/>
                </a:solidFill>
                <a:latin typeface="Times New Roman"/>
                <a:cs typeface="Times New Roman"/>
              </a:rPr>
              <a:t>fall</a:t>
            </a:r>
            <a:r>
              <a:rPr sz="2400" spc="-35" dirty="0">
                <a:solidFill>
                  <a:srgbClr val="273139"/>
                </a:solidFill>
                <a:latin typeface="Times New Roman"/>
                <a:cs typeface="Times New Roman"/>
              </a:rPr>
              <a:t> </a:t>
            </a:r>
            <a:r>
              <a:rPr sz="2400" spc="-85" dirty="0">
                <a:solidFill>
                  <a:srgbClr val="273139"/>
                </a:solidFill>
                <a:latin typeface="Times New Roman"/>
                <a:cs typeface="Times New Roman"/>
              </a:rPr>
              <a:t>under</a:t>
            </a:r>
            <a:r>
              <a:rPr sz="2400" spc="-40" dirty="0">
                <a:solidFill>
                  <a:srgbClr val="273139"/>
                </a:solidFill>
                <a:latin typeface="Times New Roman"/>
                <a:cs typeface="Times New Roman"/>
              </a:rPr>
              <a:t> </a:t>
            </a:r>
            <a:r>
              <a:rPr sz="2400" spc="-75" dirty="0">
                <a:solidFill>
                  <a:srgbClr val="273139"/>
                </a:solidFill>
                <a:latin typeface="Times New Roman"/>
                <a:cs typeface="Times New Roman"/>
              </a:rPr>
              <a:t>the</a:t>
            </a:r>
            <a:r>
              <a:rPr sz="2400" spc="-23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35" dirty="0">
                <a:solidFill>
                  <a:srgbClr val="273139"/>
                </a:solidFill>
                <a:latin typeface="Times New Roman"/>
                <a:cs typeface="Times New Roman"/>
              </a:rPr>
              <a:t> </a:t>
            </a:r>
            <a:r>
              <a:rPr sz="2400" spc="-135" dirty="0">
                <a:solidFill>
                  <a:srgbClr val="273139"/>
                </a:solidFill>
                <a:latin typeface="Times New Roman"/>
                <a:cs typeface="Times New Roman"/>
              </a:rPr>
              <a:t>Storage</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Services</a:t>
            </a:r>
            <a:r>
              <a:rPr sz="2400" spc="-25" dirty="0">
                <a:solidFill>
                  <a:srgbClr val="273139"/>
                </a:solidFill>
                <a:latin typeface="Times New Roman"/>
                <a:cs typeface="Times New Roman"/>
              </a:rPr>
              <a:t> </a:t>
            </a:r>
            <a:r>
              <a:rPr sz="2400" spc="-10" dirty="0">
                <a:solidFill>
                  <a:srgbClr val="273139"/>
                </a:solidFill>
                <a:latin typeface="Times New Roman"/>
                <a:cs typeface="Times New Roman"/>
              </a:rPr>
              <a:t>list.</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55</a:t>
            </a:fld>
            <a:endParaRPr spc="-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42417" y="1209802"/>
            <a:ext cx="8313420" cy="4592320"/>
          </a:xfrm>
          <a:prstGeom prst="rect">
            <a:avLst/>
          </a:prstGeom>
        </p:spPr>
        <p:txBody>
          <a:bodyPr vert="horz" wrap="square" lIns="0" tIns="12700" rIns="0" bIns="0" rtlCol="0">
            <a:spAutoFit/>
          </a:bodyPr>
          <a:lstStyle/>
          <a:p>
            <a:pPr marL="287020" marR="15875" indent="-274320" algn="just">
              <a:lnSpc>
                <a:spcPct val="100000"/>
              </a:lnSpc>
              <a:spcBef>
                <a:spcPts val="100"/>
              </a:spcBef>
              <a:buClr>
                <a:srgbClr val="D24717"/>
              </a:buClr>
              <a:buSzPct val="85416"/>
              <a:buFont typeface="Segoe UI Symbol"/>
              <a:buChar char="⚫"/>
              <a:tabLst>
                <a:tab pos="287020" algn="l"/>
              </a:tabLst>
            </a:pPr>
            <a:r>
              <a:rPr sz="2400" b="1" spc="-40" dirty="0">
                <a:solidFill>
                  <a:srgbClr val="273139"/>
                </a:solidFill>
                <a:latin typeface="Times New Roman"/>
                <a:cs typeface="Times New Roman"/>
              </a:rPr>
              <a:t>Elastic</a:t>
            </a:r>
            <a:r>
              <a:rPr sz="2400" b="1" spc="-110" dirty="0">
                <a:solidFill>
                  <a:srgbClr val="273139"/>
                </a:solidFill>
                <a:latin typeface="Times New Roman"/>
                <a:cs typeface="Times New Roman"/>
              </a:rPr>
              <a:t> </a:t>
            </a:r>
            <a:r>
              <a:rPr sz="2400" b="1" dirty="0">
                <a:solidFill>
                  <a:srgbClr val="273139"/>
                </a:solidFill>
                <a:latin typeface="Times New Roman"/>
                <a:cs typeface="Times New Roman"/>
              </a:rPr>
              <a:t>Block</a:t>
            </a:r>
            <a:r>
              <a:rPr sz="2400" b="1" spc="-140" dirty="0">
                <a:solidFill>
                  <a:srgbClr val="273139"/>
                </a:solidFill>
                <a:latin typeface="Times New Roman"/>
                <a:cs typeface="Times New Roman"/>
              </a:rPr>
              <a:t> </a:t>
            </a:r>
            <a:r>
              <a:rPr sz="2400" b="1" spc="-10" dirty="0">
                <a:solidFill>
                  <a:srgbClr val="273139"/>
                </a:solidFill>
                <a:latin typeface="Times New Roman"/>
                <a:cs typeface="Times New Roman"/>
              </a:rPr>
              <a:t>Storage</a:t>
            </a:r>
            <a:r>
              <a:rPr sz="2400" b="1" spc="5" dirty="0">
                <a:solidFill>
                  <a:srgbClr val="273139"/>
                </a:solidFill>
                <a:latin typeface="Times New Roman"/>
                <a:cs typeface="Times New Roman"/>
              </a:rPr>
              <a:t> </a:t>
            </a:r>
            <a:r>
              <a:rPr sz="2400" b="1" spc="-140" dirty="0">
                <a:solidFill>
                  <a:srgbClr val="273139"/>
                </a:solidFill>
                <a:latin typeface="Times New Roman"/>
                <a:cs typeface="Times New Roman"/>
              </a:rPr>
              <a:t>(EBS):</a:t>
            </a:r>
            <a:r>
              <a:rPr sz="2400" b="1" spc="-10" dirty="0">
                <a:solidFill>
                  <a:srgbClr val="273139"/>
                </a:solidFill>
                <a:latin typeface="Times New Roman"/>
                <a:cs typeface="Times New Roman"/>
              </a:rPr>
              <a:t> </a:t>
            </a:r>
            <a:r>
              <a:rPr sz="2400" spc="-95" dirty="0">
                <a:solidFill>
                  <a:srgbClr val="273139"/>
                </a:solidFill>
                <a:latin typeface="Times New Roman"/>
                <a:cs typeface="Times New Roman"/>
              </a:rPr>
              <a:t>From</a:t>
            </a:r>
            <a:r>
              <a:rPr sz="2400" spc="20" dirty="0">
                <a:solidFill>
                  <a:srgbClr val="273139"/>
                </a:solidFill>
                <a:latin typeface="Times New Roman"/>
                <a:cs typeface="Times New Roman"/>
              </a:rPr>
              <a:t> </a:t>
            </a:r>
            <a:r>
              <a:rPr sz="2400" spc="-10" dirty="0">
                <a:solidFill>
                  <a:srgbClr val="273139"/>
                </a:solidFill>
                <a:latin typeface="Times New Roman"/>
                <a:cs typeface="Times New Roman"/>
              </a:rPr>
              <a:t>the</a:t>
            </a:r>
            <a:r>
              <a:rPr sz="2400" spc="10" dirty="0">
                <a:solidFill>
                  <a:srgbClr val="273139"/>
                </a:solidFill>
                <a:latin typeface="Times New Roman"/>
                <a:cs typeface="Times New Roman"/>
              </a:rPr>
              <a:t> </a:t>
            </a:r>
            <a:r>
              <a:rPr sz="2400" spc="-100" dirty="0">
                <a:solidFill>
                  <a:srgbClr val="273139"/>
                </a:solidFill>
                <a:latin typeface="Times New Roman"/>
                <a:cs typeface="Times New Roman"/>
              </a:rPr>
              <a:t>aforementioned</a:t>
            </a:r>
            <a:r>
              <a:rPr sz="2400" spc="-5" dirty="0">
                <a:solidFill>
                  <a:srgbClr val="273139"/>
                </a:solidFill>
                <a:latin typeface="Times New Roman"/>
                <a:cs typeface="Times New Roman"/>
              </a:rPr>
              <a:t> </a:t>
            </a:r>
            <a:r>
              <a:rPr sz="2400" spc="-40" dirty="0">
                <a:solidFill>
                  <a:srgbClr val="273139"/>
                </a:solidFill>
                <a:latin typeface="Times New Roman"/>
                <a:cs typeface="Times New Roman"/>
              </a:rPr>
              <a:t>list,</a:t>
            </a:r>
            <a:r>
              <a:rPr sz="2400" spc="-80" dirty="0">
                <a:solidFill>
                  <a:srgbClr val="273139"/>
                </a:solidFill>
                <a:latin typeface="Times New Roman"/>
                <a:cs typeface="Times New Roman"/>
              </a:rPr>
              <a:t> </a:t>
            </a:r>
            <a:r>
              <a:rPr sz="2400" spc="-370" dirty="0">
                <a:solidFill>
                  <a:srgbClr val="273139"/>
                </a:solidFill>
                <a:latin typeface="Times New Roman"/>
                <a:cs typeface="Times New Roman"/>
              </a:rPr>
              <a:t>EBS</a:t>
            </a:r>
            <a:r>
              <a:rPr sz="2400" spc="220" dirty="0">
                <a:solidFill>
                  <a:srgbClr val="273139"/>
                </a:solidFill>
                <a:latin typeface="Times New Roman"/>
                <a:cs typeface="Times New Roman"/>
              </a:rPr>
              <a:t> </a:t>
            </a:r>
            <a:r>
              <a:rPr sz="2400" spc="-75" dirty="0">
                <a:solidFill>
                  <a:srgbClr val="273139"/>
                </a:solidFill>
                <a:latin typeface="Times New Roman"/>
                <a:cs typeface="Times New Roman"/>
              </a:rPr>
              <a:t>is</a:t>
            </a:r>
            <a:r>
              <a:rPr sz="2400" spc="10" dirty="0">
                <a:solidFill>
                  <a:srgbClr val="273139"/>
                </a:solidFill>
                <a:latin typeface="Times New Roman"/>
                <a:cs typeface="Times New Roman"/>
              </a:rPr>
              <a:t> </a:t>
            </a:r>
            <a:r>
              <a:rPr sz="2400" spc="-50" dirty="0">
                <a:solidFill>
                  <a:srgbClr val="273139"/>
                </a:solidFill>
                <a:latin typeface="Times New Roman"/>
                <a:cs typeface="Times New Roman"/>
              </a:rPr>
              <a:t>a </a:t>
            </a:r>
            <a:r>
              <a:rPr sz="2400" spc="-65" dirty="0">
                <a:solidFill>
                  <a:srgbClr val="273139"/>
                </a:solidFill>
                <a:latin typeface="Times New Roman"/>
                <a:cs typeface="Times New Roman"/>
              </a:rPr>
              <a:t>block</a:t>
            </a:r>
            <a:r>
              <a:rPr sz="2400" spc="-50" dirty="0">
                <a:solidFill>
                  <a:srgbClr val="273139"/>
                </a:solidFill>
                <a:latin typeface="Times New Roman"/>
                <a:cs typeface="Times New Roman"/>
              </a:rPr>
              <a:t> </a:t>
            </a:r>
            <a:r>
              <a:rPr sz="2400" spc="-10" dirty="0">
                <a:solidFill>
                  <a:srgbClr val="273139"/>
                </a:solidFill>
                <a:latin typeface="Times New Roman"/>
                <a:cs typeface="Times New Roman"/>
              </a:rPr>
              <a:t>type</a:t>
            </a:r>
            <a:r>
              <a:rPr sz="2400" spc="-55" dirty="0">
                <a:solidFill>
                  <a:srgbClr val="273139"/>
                </a:solidFill>
                <a:latin typeface="Times New Roman"/>
                <a:cs typeface="Times New Roman"/>
              </a:rPr>
              <a:t> </a:t>
            </a:r>
            <a:r>
              <a:rPr sz="2400" spc="-65" dirty="0">
                <a:solidFill>
                  <a:srgbClr val="273139"/>
                </a:solidFill>
                <a:latin typeface="Times New Roman"/>
                <a:cs typeface="Times New Roman"/>
              </a:rPr>
              <a:t>durable</a:t>
            </a:r>
            <a:r>
              <a:rPr sz="2400" spc="-50" dirty="0">
                <a:solidFill>
                  <a:srgbClr val="273139"/>
                </a:solidFill>
                <a:latin typeface="Times New Roman"/>
                <a:cs typeface="Times New Roman"/>
              </a:rPr>
              <a:t> </a:t>
            </a:r>
            <a:r>
              <a:rPr sz="2400" spc="-30" dirty="0">
                <a:solidFill>
                  <a:srgbClr val="273139"/>
                </a:solidFill>
                <a:latin typeface="Times New Roman"/>
                <a:cs typeface="Times New Roman"/>
              </a:rPr>
              <a:t>and</a:t>
            </a:r>
            <a:r>
              <a:rPr sz="2400" spc="-50" dirty="0">
                <a:solidFill>
                  <a:srgbClr val="273139"/>
                </a:solidFill>
                <a:latin typeface="Times New Roman"/>
                <a:cs typeface="Times New Roman"/>
              </a:rPr>
              <a:t> </a:t>
            </a:r>
            <a:r>
              <a:rPr sz="2400" spc="-45" dirty="0">
                <a:solidFill>
                  <a:srgbClr val="273139"/>
                </a:solidFill>
                <a:latin typeface="Times New Roman"/>
                <a:cs typeface="Times New Roman"/>
              </a:rPr>
              <a:t>persistent </a:t>
            </a:r>
            <a:r>
              <a:rPr sz="2400" spc="-75" dirty="0">
                <a:solidFill>
                  <a:srgbClr val="273139"/>
                </a:solidFill>
                <a:latin typeface="Times New Roman"/>
                <a:cs typeface="Times New Roman"/>
              </a:rPr>
              <a:t>storage</a:t>
            </a:r>
            <a:r>
              <a:rPr sz="2400" spc="-50" dirty="0">
                <a:solidFill>
                  <a:srgbClr val="273139"/>
                </a:solidFill>
                <a:latin typeface="Times New Roman"/>
                <a:cs typeface="Times New Roman"/>
              </a:rPr>
              <a:t> </a:t>
            </a:r>
            <a:r>
              <a:rPr sz="2400" dirty="0">
                <a:solidFill>
                  <a:srgbClr val="273139"/>
                </a:solidFill>
                <a:latin typeface="Times New Roman"/>
                <a:cs typeface="Times New Roman"/>
              </a:rPr>
              <a:t>that</a:t>
            </a:r>
            <a:r>
              <a:rPr sz="2400" spc="-60" dirty="0">
                <a:solidFill>
                  <a:srgbClr val="273139"/>
                </a:solidFill>
                <a:latin typeface="Times New Roman"/>
                <a:cs typeface="Times New Roman"/>
              </a:rPr>
              <a:t> </a:t>
            </a:r>
            <a:r>
              <a:rPr sz="2400" spc="-35" dirty="0">
                <a:solidFill>
                  <a:srgbClr val="273139"/>
                </a:solidFill>
                <a:latin typeface="Times New Roman"/>
                <a:cs typeface="Times New Roman"/>
              </a:rPr>
              <a:t>can</a:t>
            </a:r>
            <a:r>
              <a:rPr sz="2400" spc="-45" dirty="0">
                <a:solidFill>
                  <a:srgbClr val="273139"/>
                </a:solidFill>
                <a:latin typeface="Times New Roman"/>
                <a:cs typeface="Times New Roman"/>
              </a:rPr>
              <a:t> </a:t>
            </a:r>
            <a:r>
              <a:rPr sz="2400" dirty="0">
                <a:solidFill>
                  <a:srgbClr val="273139"/>
                </a:solidFill>
                <a:latin typeface="Times New Roman"/>
                <a:cs typeface="Times New Roman"/>
              </a:rPr>
              <a:t>be</a:t>
            </a:r>
            <a:r>
              <a:rPr sz="2400" spc="-50" dirty="0">
                <a:solidFill>
                  <a:srgbClr val="273139"/>
                </a:solidFill>
                <a:latin typeface="Times New Roman"/>
                <a:cs typeface="Times New Roman"/>
              </a:rPr>
              <a:t> </a:t>
            </a:r>
            <a:r>
              <a:rPr sz="2400" spc="-60" dirty="0">
                <a:solidFill>
                  <a:srgbClr val="273139"/>
                </a:solidFill>
                <a:latin typeface="Times New Roman"/>
                <a:cs typeface="Times New Roman"/>
              </a:rPr>
              <a:t>attached</a:t>
            </a:r>
            <a:r>
              <a:rPr sz="2400" spc="-45" dirty="0">
                <a:solidFill>
                  <a:srgbClr val="273139"/>
                </a:solidFill>
                <a:latin typeface="Times New Roman"/>
                <a:cs typeface="Times New Roman"/>
              </a:rPr>
              <a:t> </a:t>
            </a:r>
            <a:r>
              <a:rPr sz="2400" dirty="0">
                <a:solidFill>
                  <a:srgbClr val="273139"/>
                </a:solidFill>
                <a:latin typeface="Times New Roman"/>
                <a:cs typeface="Times New Roman"/>
              </a:rPr>
              <a:t>to</a:t>
            </a:r>
            <a:r>
              <a:rPr sz="2400" spc="-40" dirty="0">
                <a:solidFill>
                  <a:srgbClr val="273139"/>
                </a:solidFill>
                <a:latin typeface="Times New Roman"/>
                <a:cs typeface="Times New Roman"/>
              </a:rPr>
              <a:t> </a:t>
            </a:r>
            <a:r>
              <a:rPr sz="2400" spc="-45" dirty="0">
                <a:solidFill>
                  <a:srgbClr val="273139"/>
                </a:solidFill>
                <a:latin typeface="Times New Roman"/>
                <a:cs typeface="Times New Roman"/>
              </a:rPr>
              <a:t>EC2 </a:t>
            </a:r>
            <a:r>
              <a:rPr sz="2400" spc="-75" dirty="0">
                <a:solidFill>
                  <a:srgbClr val="273139"/>
                </a:solidFill>
                <a:latin typeface="Times New Roman"/>
                <a:cs typeface="Times New Roman"/>
              </a:rPr>
              <a:t>instances</a:t>
            </a:r>
            <a:r>
              <a:rPr sz="2400" spc="-50" dirty="0">
                <a:solidFill>
                  <a:srgbClr val="273139"/>
                </a:solidFill>
                <a:latin typeface="Times New Roman"/>
                <a:cs typeface="Times New Roman"/>
              </a:rPr>
              <a:t> </a:t>
            </a:r>
            <a:r>
              <a:rPr sz="2400" dirty="0">
                <a:solidFill>
                  <a:srgbClr val="273139"/>
                </a:solidFill>
                <a:latin typeface="Times New Roman"/>
                <a:cs typeface="Times New Roman"/>
              </a:rPr>
              <a:t>for</a:t>
            </a:r>
            <a:r>
              <a:rPr sz="2400" spc="-45" dirty="0">
                <a:solidFill>
                  <a:srgbClr val="273139"/>
                </a:solidFill>
                <a:latin typeface="Times New Roman"/>
                <a:cs typeface="Times New Roman"/>
              </a:rPr>
              <a:t> </a:t>
            </a:r>
            <a:r>
              <a:rPr sz="2400" spc="-75" dirty="0">
                <a:solidFill>
                  <a:srgbClr val="273139"/>
                </a:solidFill>
                <a:latin typeface="Times New Roman"/>
                <a:cs typeface="Times New Roman"/>
              </a:rPr>
              <a:t>additional</a:t>
            </a:r>
            <a:r>
              <a:rPr sz="2400" spc="-50" dirty="0">
                <a:solidFill>
                  <a:srgbClr val="273139"/>
                </a:solidFill>
                <a:latin typeface="Times New Roman"/>
                <a:cs typeface="Times New Roman"/>
              </a:rPr>
              <a:t> </a:t>
            </a:r>
            <a:r>
              <a:rPr sz="2400" spc="-45" dirty="0">
                <a:solidFill>
                  <a:srgbClr val="273139"/>
                </a:solidFill>
                <a:latin typeface="Times New Roman"/>
                <a:cs typeface="Times New Roman"/>
              </a:rPr>
              <a:t>storage.</a:t>
            </a:r>
            <a:r>
              <a:rPr sz="2400" spc="-105" dirty="0">
                <a:solidFill>
                  <a:srgbClr val="273139"/>
                </a:solidFill>
                <a:latin typeface="Times New Roman"/>
                <a:cs typeface="Times New Roman"/>
              </a:rPr>
              <a:t> </a:t>
            </a:r>
            <a:r>
              <a:rPr sz="2400" spc="-60" dirty="0">
                <a:solidFill>
                  <a:srgbClr val="273139"/>
                </a:solidFill>
                <a:latin typeface="Times New Roman"/>
                <a:cs typeface="Times New Roman"/>
              </a:rPr>
              <a:t>Unlike</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EC2</a:t>
            </a:r>
            <a:r>
              <a:rPr sz="2400" spc="-45" dirty="0">
                <a:solidFill>
                  <a:srgbClr val="273139"/>
                </a:solidFill>
                <a:latin typeface="Times New Roman"/>
                <a:cs typeface="Times New Roman"/>
              </a:rPr>
              <a:t> </a:t>
            </a:r>
            <a:r>
              <a:rPr sz="2400" spc="-75" dirty="0">
                <a:solidFill>
                  <a:srgbClr val="273139"/>
                </a:solidFill>
                <a:latin typeface="Times New Roman"/>
                <a:cs typeface="Times New Roman"/>
              </a:rPr>
              <a:t>instance</a:t>
            </a:r>
            <a:r>
              <a:rPr sz="2400" spc="-55" dirty="0">
                <a:solidFill>
                  <a:srgbClr val="273139"/>
                </a:solidFill>
                <a:latin typeface="Times New Roman"/>
                <a:cs typeface="Times New Roman"/>
              </a:rPr>
              <a:t> </a:t>
            </a:r>
            <a:r>
              <a:rPr sz="2400" spc="-40" dirty="0">
                <a:solidFill>
                  <a:srgbClr val="273139"/>
                </a:solidFill>
                <a:latin typeface="Times New Roman"/>
                <a:cs typeface="Times New Roman"/>
              </a:rPr>
              <a:t>storage</a:t>
            </a:r>
            <a:r>
              <a:rPr sz="2400" spc="-55" dirty="0">
                <a:solidFill>
                  <a:srgbClr val="273139"/>
                </a:solidFill>
                <a:latin typeface="Times New Roman"/>
                <a:cs typeface="Times New Roman"/>
              </a:rPr>
              <a:t> </a:t>
            </a:r>
            <a:r>
              <a:rPr sz="2400" spc="-110" dirty="0">
                <a:solidFill>
                  <a:srgbClr val="273139"/>
                </a:solidFill>
                <a:latin typeface="Times New Roman"/>
                <a:cs typeface="Times New Roman"/>
              </a:rPr>
              <a:t>volumes </a:t>
            </a:r>
            <a:r>
              <a:rPr sz="2400" spc="-75" dirty="0">
                <a:solidFill>
                  <a:srgbClr val="273139"/>
                </a:solidFill>
                <a:latin typeface="Times New Roman"/>
                <a:cs typeface="Times New Roman"/>
              </a:rPr>
              <a:t>which </a:t>
            </a:r>
            <a:r>
              <a:rPr sz="2400" dirty="0">
                <a:solidFill>
                  <a:srgbClr val="273139"/>
                </a:solidFill>
                <a:latin typeface="Times New Roman"/>
                <a:cs typeface="Times New Roman"/>
              </a:rPr>
              <a:t>are</a:t>
            </a:r>
            <a:r>
              <a:rPr sz="2400" spc="-150" dirty="0">
                <a:solidFill>
                  <a:srgbClr val="273139"/>
                </a:solidFill>
                <a:latin typeface="Times New Roman"/>
                <a:cs typeface="Times New Roman"/>
              </a:rPr>
              <a:t> </a:t>
            </a:r>
            <a:r>
              <a:rPr sz="2400" spc="-90" dirty="0">
                <a:solidFill>
                  <a:srgbClr val="273139"/>
                </a:solidFill>
                <a:latin typeface="Times New Roman"/>
                <a:cs typeface="Times New Roman"/>
              </a:rPr>
              <a:t>suitable</a:t>
            </a:r>
            <a:r>
              <a:rPr sz="2400" spc="-20" dirty="0">
                <a:solidFill>
                  <a:srgbClr val="273139"/>
                </a:solidFill>
                <a:latin typeface="Times New Roman"/>
                <a:cs typeface="Times New Roman"/>
              </a:rPr>
              <a:t> </a:t>
            </a:r>
            <a:r>
              <a:rPr sz="2400" dirty="0">
                <a:solidFill>
                  <a:srgbClr val="273139"/>
                </a:solidFill>
                <a:latin typeface="Times New Roman"/>
                <a:cs typeface="Times New Roman"/>
              </a:rPr>
              <a:t>for</a:t>
            </a:r>
            <a:r>
              <a:rPr sz="2400" spc="-10" dirty="0">
                <a:solidFill>
                  <a:srgbClr val="273139"/>
                </a:solidFill>
                <a:latin typeface="Times New Roman"/>
                <a:cs typeface="Times New Roman"/>
              </a:rPr>
              <a:t> </a:t>
            </a:r>
            <a:r>
              <a:rPr sz="2400" spc="-90" dirty="0">
                <a:solidFill>
                  <a:srgbClr val="273139"/>
                </a:solidFill>
                <a:latin typeface="Times New Roman"/>
                <a:cs typeface="Times New Roman"/>
              </a:rPr>
              <a:t>holding</a:t>
            </a:r>
            <a:r>
              <a:rPr sz="2400" spc="-20" dirty="0">
                <a:solidFill>
                  <a:srgbClr val="273139"/>
                </a:solidFill>
                <a:latin typeface="Times New Roman"/>
                <a:cs typeface="Times New Roman"/>
              </a:rPr>
              <a:t> </a:t>
            </a:r>
            <a:r>
              <a:rPr sz="2400" spc="-55" dirty="0">
                <a:solidFill>
                  <a:srgbClr val="273139"/>
                </a:solidFill>
                <a:latin typeface="Times New Roman"/>
                <a:cs typeface="Times New Roman"/>
              </a:rPr>
              <a:t>temporary</a:t>
            </a:r>
            <a:r>
              <a:rPr sz="2400" spc="-15" dirty="0">
                <a:solidFill>
                  <a:srgbClr val="273139"/>
                </a:solidFill>
                <a:latin typeface="Times New Roman"/>
                <a:cs typeface="Times New Roman"/>
              </a:rPr>
              <a:t> </a:t>
            </a:r>
            <a:r>
              <a:rPr sz="2400" spc="-40" dirty="0">
                <a:solidFill>
                  <a:srgbClr val="273139"/>
                </a:solidFill>
                <a:latin typeface="Times New Roman"/>
                <a:cs typeface="Times New Roman"/>
              </a:rPr>
              <a:t>data</a:t>
            </a:r>
            <a:r>
              <a:rPr sz="2400" spc="-15" dirty="0">
                <a:solidFill>
                  <a:srgbClr val="273139"/>
                </a:solidFill>
                <a:latin typeface="Times New Roman"/>
                <a:cs typeface="Times New Roman"/>
              </a:rPr>
              <a:t> </a:t>
            </a:r>
            <a:r>
              <a:rPr sz="2400" spc="-325" dirty="0">
                <a:solidFill>
                  <a:srgbClr val="273139"/>
                </a:solidFill>
                <a:latin typeface="Times New Roman"/>
                <a:cs typeface="Times New Roman"/>
              </a:rPr>
              <a:t>EBS</a:t>
            </a:r>
            <a:r>
              <a:rPr sz="2400" spc="175" dirty="0">
                <a:solidFill>
                  <a:srgbClr val="273139"/>
                </a:solidFill>
                <a:latin typeface="Times New Roman"/>
                <a:cs typeface="Times New Roman"/>
              </a:rPr>
              <a:t> </a:t>
            </a:r>
            <a:r>
              <a:rPr sz="2400" spc="-100" dirty="0">
                <a:solidFill>
                  <a:srgbClr val="273139"/>
                </a:solidFill>
                <a:latin typeface="Times New Roman"/>
                <a:cs typeface="Times New Roman"/>
              </a:rPr>
              <a:t>volumes</a:t>
            </a:r>
            <a:r>
              <a:rPr sz="2400" spc="-15" dirty="0">
                <a:solidFill>
                  <a:srgbClr val="273139"/>
                </a:solidFill>
                <a:latin typeface="Times New Roman"/>
                <a:cs typeface="Times New Roman"/>
              </a:rPr>
              <a:t> </a:t>
            </a:r>
            <a:r>
              <a:rPr sz="2400" dirty="0">
                <a:solidFill>
                  <a:srgbClr val="273139"/>
                </a:solidFill>
                <a:latin typeface="Times New Roman"/>
                <a:cs typeface="Times New Roman"/>
              </a:rPr>
              <a:t>are</a:t>
            </a:r>
            <a:r>
              <a:rPr sz="2400" spc="-15" dirty="0">
                <a:solidFill>
                  <a:srgbClr val="273139"/>
                </a:solidFill>
                <a:latin typeface="Times New Roman"/>
                <a:cs typeface="Times New Roman"/>
              </a:rPr>
              <a:t> </a:t>
            </a:r>
            <a:r>
              <a:rPr sz="2400" spc="-105" dirty="0">
                <a:solidFill>
                  <a:srgbClr val="273139"/>
                </a:solidFill>
                <a:latin typeface="Times New Roman"/>
                <a:cs typeface="Times New Roman"/>
              </a:rPr>
              <a:t>highly </a:t>
            </a:r>
            <a:r>
              <a:rPr sz="2400" spc="-65" dirty="0">
                <a:solidFill>
                  <a:srgbClr val="273139"/>
                </a:solidFill>
                <a:latin typeface="Times New Roman"/>
                <a:cs typeface="Times New Roman"/>
              </a:rPr>
              <a:t>suitable</a:t>
            </a:r>
            <a:r>
              <a:rPr sz="2400" spc="-85" dirty="0">
                <a:solidFill>
                  <a:srgbClr val="273139"/>
                </a:solidFill>
                <a:latin typeface="Times New Roman"/>
                <a:cs typeface="Times New Roman"/>
              </a:rPr>
              <a:t> </a:t>
            </a:r>
            <a:r>
              <a:rPr sz="2400" dirty="0">
                <a:solidFill>
                  <a:srgbClr val="273139"/>
                </a:solidFill>
                <a:latin typeface="Times New Roman"/>
                <a:cs typeface="Times New Roman"/>
              </a:rPr>
              <a:t>for </a:t>
            </a:r>
            <a:r>
              <a:rPr sz="2400" spc="-85" dirty="0">
                <a:solidFill>
                  <a:srgbClr val="273139"/>
                </a:solidFill>
                <a:latin typeface="Times New Roman"/>
                <a:cs typeface="Times New Roman"/>
              </a:rPr>
              <a:t>essential</a:t>
            </a:r>
            <a:r>
              <a:rPr sz="2400" spc="40" dirty="0">
                <a:solidFill>
                  <a:srgbClr val="273139"/>
                </a:solidFill>
                <a:latin typeface="Times New Roman"/>
                <a:cs typeface="Times New Roman"/>
              </a:rPr>
              <a:t> </a:t>
            </a:r>
            <a:r>
              <a:rPr sz="2400" dirty="0">
                <a:solidFill>
                  <a:srgbClr val="273139"/>
                </a:solidFill>
                <a:latin typeface="Times New Roman"/>
                <a:cs typeface="Times New Roman"/>
              </a:rPr>
              <a:t>and</a:t>
            </a:r>
            <a:r>
              <a:rPr sz="2400" spc="40" dirty="0">
                <a:solidFill>
                  <a:srgbClr val="273139"/>
                </a:solidFill>
                <a:latin typeface="Times New Roman"/>
                <a:cs typeface="Times New Roman"/>
              </a:rPr>
              <a:t> </a:t>
            </a:r>
            <a:r>
              <a:rPr sz="2400" spc="-125" dirty="0">
                <a:solidFill>
                  <a:srgbClr val="273139"/>
                </a:solidFill>
                <a:latin typeface="Times New Roman"/>
                <a:cs typeface="Times New Roman"/>
              </a:rPr>
              <a:t>long-</a:t>
            </a:r>
            <a:r>
              <a:rPr sz="2400" dirty="0">
                <a:solidFill>
                  <a:srgbClr val="273139"/>
                </a:solidFill>
                <a:latin typeface="Times New Roman"/>
                <a:cs typeface="Times New Roman"/>
              </a:rPr>
              <a:t>term</a:t>
            </a:r>
            <a:r>
              <a:rPr sz="2400" spc="35" dirty="0">
                <a:solidFill>
                  <a:srgbClr val="273139"/>
                </a:solidFill>
                <a:latin typeface="Times New Roman"/>
                <a:cs typeface="Times New Roman"/>
              </a:rPr>
              <a:t> </a:t>
            </a:r>
            <a:r>
              <a:rPr sz="2400" spc="-20" dirty="0">
                <a:solidFill>
                  <a:srgbClr val="273139"/>
                </a:solidFill>
                <a:latin typeface="Times New Roman"/>
                <a:cs typeface="Times New Roman"/>
              </a:rPr>
              <a:t>data.</a:t>
            </a:r>
            <a:r>
              <a:rPr sz="2400" spc="-35" dirty="0">
                <a:solidFill>
                  <a:srgbClr val="273139"/>
                </a:solidFill>
                <a:latin typeface="Times New Roman"/>
                <a:cs typeface="Times New Roman"/>
              </a:rPr>
              <a:t> </a:t>
            </a:r>
            <a:r>
              <a:rPr sz="2400" spc="-325" dirty="0">
                <a:solidFill>
                  <a:srgbClr val="273139"/>
                </a:solidFill>
                <a:latin typeface="Times New Roman"/>
                <a:cs typeface="Times New Roman"/>
              </a:rPr>
              <a:t>EBS</a:t>
            </a:r>
            <a:r>
              <a:rPr sz="2400" spc="175" dirty="0">
                <a:solidFill>
                  <a:srgbClr val="273139"/>
                </a:solidFill>
                <a:latin typeface="Times New Roman"/>
                <a:cs typeface="Times New Roman"/>
              </a:rPr>
              <a:t> </a:t>
            </a:r>
            <a:r>
              <a:rPr sz="2400" spc="-90" dirty="0">
                <a:solidFill>
                  <a:srgbClr val="273139"/>
                </a:solidFill>
                <a:latin typeface="Times New Roman"/>
                <a:cs typeface="Times New Roman"/>
              </a:rPr>
              <a:t>volumes</a:t>
            </a:r>
            <a:r>
              <a:rPr sz="2400" spc="35" dirty="0">
                <a:solidFill>
                  <a:srgbClr val="273139"/>
                </a:solidFill>
                <a:latin typeface="Times New Roman"/>
                <a:cs typeface="Times New Roman"/>
              </a:rPr>
              <a:t> </a:t>
            </a:r>
            <a:r>
              <a:rPr sz="2400" dirty="0">
                <a:solidFill>
                  <a:srgbClr val="273139"/>
                </a:solidFill>
                <a:latin typeface="Times New Roman"/>
                <a:cs typeface="Times New Roman"/>
              </a:rPr>
              <a:t>are</a:t>
            </a:r>
            <a:r>
              <a:rPr sz="2400" spc="35" dirty="0">
                <a:solidFill>
                  <a:srgbClr val="273139"/>
                </a:solidFill>
                <a:latin typeface="Times New Roman"/>
                <a:cs typeface="Times New Roman"/>
              </a:rPr>
              <a:t> </a:t>
            </a:r>
            <a:r>
              <a:rPr sz="2400" spc="-95" dirty="0">
                <a:solidFill>
                  <a:srgbClr val="273139"/>
                </a:solidFill>
                <a:latin typeface="Times New Roman"/>
                <a:cs typeface="Times New Roman"/>
              </a:rPr>
              <a:t>specific</a:t>
            </a:r>
            <a:r>
              <a:rPr sz="2400" spc="35" dirty="0">
                <a:solidFill>
                  <a:srgbClr val="273139"/>
                </a:solidFill>
                <a:latin typeface="Times New Roman"/>
                <a:cs typeface="Times New Roman"/>
              </a:rPr>
              <a:t> </a:t>
            </a:r>
            <a:r>
              <a:rPr sz="2400" spc="-25" dirty="0">
                <a:solidFill>
                  <a:srgbClr val="273139"/>
                </a:solidFill>
                <a:latin typeface="Times New Roman"/>
                <a:cs typeface="Times New Roman"/>
              </a:rPr>
              <a:t>to </a:t>
            </a:r>
            <a:r>
              <a:rPr sz="2400" spc="-135" dirty="0">
                <a:solidFill>
                  <a:srgbClr val="273139"/>
                </a:solidFill>
                <a:latin typeface="Times New Roman"/>
                <a:cs typeface="Times New Roman"/>
              </a:rPr>
              <a:t>availability</a:t>
            </a:r>
            <a:r>
              <a:rPr sz="2400" spc="-15" dirty="0">
                <a:solidFill>
                  <a:srgbClr val="273139"/>
                </a:solidFill>
                <a:latin typeface="Times New Roman"/>
                <a:cs typeface="Times New Roman"/>
              </a:rPr>
              <a:t> </a:t>
            </a:r>
            <a:r>
              <a:rPr sz="2400" spc="-110" dirty="0">
                <a:solidFill>
                  <a:srgbClr val="273139"/>
                </a:solidFill>
                <a:latin typeface="Times New Roman"/>
                <a:cs typeface="Times New Roman"/>
              </a:rPr>
              <a:t>zones</a:t>
            </a:r>
            <a:r>
              <a:rPr sz="2400" spc="-40" dirty="0">
                <a:solidFill>
                  <a:srgbClr val="273139"/>
                </a:solidFill>
                <a:latin typeface="Times New Roman"/>
                <a:cs typeface="Times New Roman"/>
              </a:rPr>
              <a:t> </a:t>
            </a:r>
            <a:r>
              <a:rPr sz="2400" spc="-80" dirty="0">
                <a:solidFill>
                  <a:srgbClr val="273139"/>
                </a:solidFill>
                <a:latin typeface="Times New Roman"/>
                <a:cs typeface="Times New Roman"/>
              </a:rPr>
              <a:t>and</a:t>
            </a:r>
            <a:r>
              <a:rPr sz="2400" spc="-35" dirty="0">
                <a:solidFill>
                  <a:srgbClr val="273139"/>
                </a:solidFill>
                <a:latin typeface="Times New Roman"/>
                <a:cs typeface="Times New Roman"/>
              </a:rPr>
              <a:t> </a:t>
            </a:r>
            <a:r>
              <a:rPr sz="2400" spc="-95" dirty="0">
                <a:solidFill>
                  <a:srgbClr val="273139"/>
                </a:solidFill>
                <a:latin typeface="Times New Roman"/>
                <a:cs typeface="Times New Roman"/>
              </a:rPr>
              <a:t>can</a:t>
            </a:r>
            <a:r>
              <a:rPr sz="2400" spc="-20" dirty="0">
                <a:solidFill>
                  <a:srgbClr val="273139"/>
                </a:solidFill>
                <a:latin typeface="Times New Roman"/>
                <a:cs typeface="Times New Roman"/>
              </a:rPr>
              <a:t> </a:t>
            </a:r>
            <a:r>
              <a:rPr sz="2400" spc="-110" dirty="0">
                <a:solidFill>
                  <a:srgbClr val="273139"/>
                </a:solidFill>
                <a:latin typeface="Times New Roman"/>
                <a:cs typeface="Times New Roman"/>
              </a:rPr>
              <a:t>only</a:t>
            </a:r>
            <a:r>
              <a:rPr sz="2400" spc="-30" dirty="0">
                <a:solidFill>
                  <a:srgbClr val="273139"/>
                </a:solidFill>
                <a:latin typeface="Times New Roman"/>
                <a:cs typeface="Times New Roman"/>
              </a:rPr>
              <a:t> </a:t>
            </a:r>
            <a:r>
              <a:rPr sz="2400" dirty="0">
                <a:solidFill>
                  <a:srgbClr val="273139"/>
                </a:solidFill>
                <a:latin typeface="Times New Roman"/>
                <a:cs typeface="Times New Roman"/>
              </a:rPr>
              <a:t>be</a:t>
            </a:r>
            <a:r>
              <a:rPr sz="2400" spc="-25" dirty="0">
                <a:solidFill>
                  <a:srgbClr val="273139"/>
                </a:solidFill>
                <a:latin typeface="Times New Roman"/>
                <a:cs typeface="Times New Roman"/>
              </a:rPr>
              <a:t> </a:t>
            </a:r>
            <a:r>
              <a:rPr sz="2400" spc="-85" dirty="0">
                <a:solidFill>
                  <a:srgbClr val="273139"/>
                </a:solidFill>
                <a:latin typeface="Times New Roman"/>
                <a:cs typeface="Times New Roman"/>
              </a:rPr>
              <a:t>attached</a:t>
            </a:r>
            <a:r>
              <a:rPr sz="2400" spc="-20" dirty="0">
                <a:solidFill>
                  <a:srgbClr val="273139"/>
                </a:solidFill>
                <a:latin typeface="Times New Roman"/>
                <a:cs typeface="Times New Roman"/>
              </a:rPr>
              <a:t> </a:t>
            </a:r>
            <a:r>
              <a:rPr sz="2400" dirty="0">
                <a:solidFill>
                  <a:srgbClr val="273139"/>
                </a:solidFill>
                <a:latin typeface="Times New Roman"/>
                <a:cs typeface="Times New Roman"/>
              </a:rPr>
              <a:t>to</a:t>
            </a:r>
            <a:r>
              <a:rPr sz="2400" spc="-25" dirty="0">
                <a:solidFill>
                  <a:srgbClr val="273139"/>
                </a:solidFill>
                <a:latin typeface="Times New Roman"/>
                <a:cs typeface="Times New Roman"/>
              </a:rPr>
              <a:t> </a:t>
            </a:r>
            <a:r>
              <a:rPr sz="2400" spc="-114" dirty="0">
                <a:solidFill>
                  <a:srgbClr val="273139"/>
                </a:solidFill>
                <a:latin typeface="Times New Roman"/>
                <a:cs typeface="Times New Roman"/>
              </a:rPr>
              <a:t>instances</a:t>
            </a:r>
            <a:r>
              <a:rPr sz="2400" spc="-30" dirty="0">
                <a:solidFill>
                  <a:srgbClr val="273139"/>
                </a:solidFill>
                <a:latin typeface="Times New Roman"/>
                <a:cs typeface="Times New Roman"/>
              </a:rPr>
              <a:t> </a:t>
            </a:r>
            <a:r>
              <a:rPr sz="2400" spc="-70" dirty="0">
                <a:solidFill>
                  <a:srgbClr val="273139"/>
                </a:solidFill>
                <a:latin typeface="Times New Roman"/>
                <a:cs typeface="Times New Roman"/>
              </a:rPr>
              <a:t>within</a:t>
            </a:r>
            <a:r>
              <a:rPr sz="2400" spc="-20" dirty="0">
                <a:solidFill>
                  <a:srgbClr val="273139"/>
                </a:solidFill>
                <a:latin typeface="Times New Roman"/>
                <a:cs typeface="Times New Roman"/>
              </a:rPr>
              <a:t> </a:t>
            </a:r>
            <a:r>
              <a:rPr sz="2400" dirty="0">
                <a:solidFill>
                  <a:srgbClr val="273139"/>
                </a:solidFill>
                <a:latin typeface="Times New Roman"/>
                <a:cs typeface="Times New Roman"/>
              </a:rPr>
              <a:t>the</a:t>
            </a:r>
            <a:r>
              <a:rPr sz="2400" spc="-25" dirty="0">
                <a:solidFill>
                  <a:srgbClr val="273139"/>
                </a:solidFill>
                <a:latin typeface="Times New Roman"/>
                <a:cs typeface="Times New Roman"/>
              </a:rPr>
              <a:t> </a:t>
            </a:r>
            <a:r>
              <a:rPr sz="2400" spc="-60" dirty="0">
                <a:solidFill>
                  <a:srgbClr val="273139"/>
                </a:solidFill>
                <a:latin typeface="Times New Roman"/>
                <a:cs typeface="Times New Roman"/>
              </a:rPr>
              <a:t>same </a:t>
            </a:r>
            <a:r>
              <a:rPr sz="2400" spc="-145" dirty="0">
                <a:solidFill>
                  <a:srgbClr val="273139"/>
                </a:solidFill>
                <a:latin typeface="Times New Roman"/>
                <a:cs typeface="Times New Roman"/>
              </a:rPr>
              <a:t>availability</a:t>
            </a:r>
            <a:r>
              <a:rPr sz="2400" spc="-50" dirty="0">
                <a:solidFill>
                  <a:srgbClr val="273139"/>
                </a:solidFill>
                <a:latin typeface="Times New Roman"/>
                <a:cs typeface="Times New Roman"/>
              </a:rPr>
              <a:t> </a:t>
            </a:r>
            <a:r>
              <a:rPr sz="2400" spc="-20" dirty="0">
                <a:solidFill>
                  <a:srgbClr val="273139"/>
                </a:solidFill>
                <a:latin typeface="Times New Roman"/>
                <a:cs typeface="Times New Roman"/>
              </a:rPr>
              <a:t>zone.</a:t>
            </a:r>
            <a:endParaRPr sz="2400">
              <a:latin typeface="Times New Roman"/>
              <a:cs typeface="Times New Roman"/>
            </a:endParaRPr>
          </a:p>
          <a:p>
            <a:pPr marL="287020" marR="5080" indent="-274320" algn="just">
              <a:lnSpc>
                <a:spcPct val="100000"/>
              </a:lnSpc>
              <a:spcBef>
                <a:spcPts val="1395"/>
              </a:spcBef>
              <a:buClr>
                <a:srgbClr val="D24717"/>
              </a:buClr>
              <a:buSzPct val="85416"/>
              <a:buFont typeface="Segoe UI Symbol"/>
              <a:buChar char="⚫"/>
              <a:tabLst>
                <a:tab pos="287020" algn="l"/>
              </a:tabLst>
            </a:pPr>
            <a:r>
              <a:rPr sz="2400" spc="-390" dirty="0">
                <a:solidFill>
                  <a:srgbClr val="273139"/>
                </a:solidFill>
                <a:latin typeface="Times New Roman"/>
                <a:cs typeface="Times New Roman"/>
              </a:rPr>
              <a:t>EBS</a:t>
            </a:r>
            <a:r>
              <a:rPr sz="2400" spc="240" dirty="0">
                <a:solidFill>
                  <a:srgbClr val="273139"/>
                </a:solidFill>
                <a:latin typeface="Times New Roman"/>
                <a:cs typeface="Times New Roman"/>
              </a:rPr>
              <a:t> </a:t>
            </a:r>
            <a:r>
              <a:rPr sz="2400" spc="-114" dirty="0">
                <a:solidFill>
                  <a:srgbClr val="273139"/>
                </a:solidFill>
                <a:latin typeface="Times New Roman"/>
                <a:cs typeface="Times New Roman"/>
              </a:rPr>
              <a:t>can</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be</a:t>
            </a:r>
            <a:r>
              <a:rPr sz="2400" spc="-140" dirty="0">
                <a:solidFill>
                  <a:srgbClr val="273139"/>
                </a:solidFill>
                <a:latin typeface="Times New Roman"/>
                <a:cs typeface="Times New Roman"/>
              </a:rPr>
              <a:t> </a:t>
            </a:r>
            <a:r>
              <a:rPr sz="2400" spc="-80" dirty="0">
                <a:solidFill>
                  <a:srgbClr val="273139"/>
                </a:solidFill>
                <a:latin typeface="Times New Roman"/>
                <a:cs typeface="Times New Roman"/>
              </a:rPr>
              <a:t>created</a:t>
            </a:r>
            <a:r>
              <a:rPr sz="2400" spc="-70" dirty="0">
                <a:solidFill>
                  <a:srgbClr val="273139"/>
                </a:solidFill>
                <a:latin typeface="Times New Roman"/>
                <a:cs typeface="Times New Roman"/>
              </a:rPr>
              <a:t> </a:t>
            </a:r>
            <a:r>
              <a:rPr sz="2400" spc="-80" dirty="0">
                <a:solidFill>
                  <a:srgbClr val="273139"/>
                </a:solidFill>
                <a:latin typeface="Times New Roman"/>
                <a:cs typeface="Times New Roman"/>
              </a:rPr>
              <a:t>from</a:t>
            </a:r>
            <a:r>
              <a:rPr sz="2400" spc="-70" dirty="0">
                <a:solidFill>
                  <a:srgbClr val="273139"/>
                </a:solidFill>
                <a:latin typeface="Times New Roman"/>
                <a:cs typeface="Times New Roman"/>
              </a:rPr>
              <a:t> </a:t>
            </a:r>
            <a:r>
              <a:rPr sz="2400" spc="-10" dirty="0">
                <a:solidFill>
                  <a:srgbClr val="273139"/>
                </a:solidFill>
                <a:latin typeface="Times New Roman"/>
                <a:cs typeface="Times New Roman"/>
              </a:rPr>
              <a:t>the</a:t>
            </a:r>
            <a:r>
              <a:rPr sz="2400" spc="-140" dirty="0">
                <a:solidFill>
                  <a:srgbClr val="273139"/>
                </a:solidFill>
                <a:latin typeface="Times New Roman"/>
                <a:cs typeface="Times New Roman"/>
              </a:rPr>
              <a:t> EC2</a:t>
            </a:r>
            <a:r>
              <a:rPr sz="2400" spc="-10" dirty="0">
                <a:solidFill>
                  <a:srgbClr val="273139"/>
                </a:solidFill>
                <a:latin typeface="Times New Roman"/>
                <a:cs typeface="Times New Roman"/>
              </a:rPr>
              <a:t> </a:t>
            </a:r>
            <a:r>
              <a:rPr sz="2400" spc="-125" dirty="0">
                <a:solidFill>
                  <a:srgbClr val="273139"/>
                </a:solidFill>
                <a:latin typeface="Times New Roman"/>
                <a:cs typeface="Times New Roman"/>
              </a:rPr>
              <a:t>dashboard</a:t>
            </a:r>
            <a:r>
              <a:rPr sz="2400" spc="-25" dirty="0">
                <a:solidFill>
                  <a:srgbClr val="273139"/>
                </a:solidFill>
                <a:latin typeface="Times New Roman"/>
                <a:cs typeface="Times New Roman"/>
              </a:rPr>
              <a:t> </a:t>
            </a:r>
            <a:r>
              <a:rPr sz="2400" spc="-20"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dirty="0">
                <a:solidFill>
                  <a:srgbClr val="273139"/>
                </a:solidFill>
                <a:latin typeface="Times New Roman"/>
                <a:cs typeface="Times New Roman"/>
              </a:rPr>
              <a:t>the</a:t>
            </a:r>
            <a:r>
              <a:rPr sz="2400" spc="-25" dirty="0">
                <a:solidFill>
                  <a:srgbClr val="273139"/>
                </a:solidFill>
                <a:latin typeface="Times New Roman"/>
                <a:cs typeface="Times New Roman"/>
              </a:rPr>
              <a:t> </a:t>
            </a:r>
            <a:r>
              <a:rPr sz="2400" spc="-114" dirty="0">
                <a:solidFill>
                  <a:srgbClr val="273139"/>
                </a:solidFill>
                <a:latin typeface="Times New Roman"/>
                <a:cs typeface="Times New Roman"/>
              </a:rPr>
              <a:t>console</a:t>
            </a:r>
            <a:r>
              <a:rPr sz="2400" spc="-30" dirty="0">
                <a:solidFill>
                  <a:srgbClr val="273139"/>
                </a:solidFill>
                <a:latin typeface="Times New Roman"/>
                <a:cs typeface="Times New Roman"/>
              </a:rPr>
              <a:t> </a:t>
            </a:r>
            <a:r>
              <a:rPr sz="2400" spc="-175" dirty="0">
                <a:solidFill>
                  <a:srgbClr val="273139"/>
                </a:solidFill>
                <a:latin typeface="Times New Roman"/>
                <a:cs typeface="Times New Roman"/>
              </a:rPr>
              <a:t>as</a:t>
            </a:r>
            <a:r>
              <a:rPr sz="2400" spc="25" dirty="0">
                <a:solidFill>
                  <a:srgbClr val="273139"/>
                </a:solidFill>
                <a:latin typeface="Times New Roman"/>
                <a:cs typeface="Times New Roman"/>
              </a:rPr>
              <a:t> </a:t>
            </a:r>
            <a:r>
              <a:rPr sz="2400" spc="-100" dirty="0">
                <a:solidFill>
                  <a:srgbClr val="273139"/>
                </a:solidFill>
                <a:latin typeface="Times New Roman"/>
                <a:cs typeface="Times New Roman"/>
              </a:rPr>
              <a:t>well</a:t>
            </a:r>
            <a:r>
              <a:rPr sz="2400" spc="-30" dirty="0">
                <a:solidFill>
                  <a:srgbClr val="273139"/>
                </a:solidFill>
                <a:latin typeface="Times New Roman"/>
                <a:cs typeface="Times New Roman"/>
              </a:rPr>
              <a:t> </a:t>
            </a:r>
            <a:r>
              <a:rPr sz="2400" spc="-155" dirty="0">
                <a:solidFill>
                  <a:srgbClr val="273139"/>
                </a:solidFill>
                <a:latin typeface="Times New Roman"/>
                <a:cs typeface="Times New Roman"/>
              </a:rPr>
              <a:t>as</a:t>
            </a:r>
            <a:r>
              <a:rPr sz="2400" spc="5" dirty="0">
                <a:solidFill>
                  <a:srgbClr val="273139"/>
                </a:solidFill>
                <a:latin typeface="Times New Roman"/>
                <a:cs typeface="Times New Roman"/>
              </a:rPr>
              <a:t> </a:t>
            </a:r>
            <a:r>
              <a:rPr sz="2400" spc="-25" dirty="0">
                <a:solidFill>
                  <a:srgbClr val="273139"/>
                </a:solidFill>
                <a:latin typeface="Times New Roman"/>
                <a:cs typeface="Times New Roman"/>
              </a:rPr>
              <a:t>in </a:t>
            </a:r>
            <a:r>
              <a:rPr sz="2400" spc="-75" dirty="0">
                <a:solidFill>
                  <a:srgbClr val="273139"/>
                </a:solidFill>
                <a:latin typeface="Times New Roman"/>
                <a:cs typeface="Times New Roman"/>
              </a:rPr>
              <a:t>Step </a:t>
            </a:r>
            <a:r>
              <a:rPr sz="2400" dirty="0">
                <a:solidFill>
                  <a:srgbClr val="273139"/>
                </a:solidFill>
                <a:latin typeface="Times New Roman"/>
                <a:cs typeface="Times New Roman"/>
              </a:rPr>
              <a:t>4</a:t>
            </a:r>
            <a:r>
              <a:rPr sz="2400" spc="-150" dirty="0">
                <a:solidFill>
                  <a:srgbClr val="273139"/>
                </a:solidFill>
                <a:latin typeface="Times New Roman"/>
                <a:cs typeface="Times New Roman"/>
              </a:rPr>
              <a:t> </a:t>
            </a:r>
            <a:r>
              <a:rPr sz="2400" dirty="0">
                <a:solidFill>
                  <a:srgbClr val="273139"/>
                </a:solidFill>
                <a:latin typeface="Times New Roman"/>
                <a:cs typeface="Times New Roman"/>
              </a:rPr>
              <a:t>of</a:t>
            </a:r>
            <a:r>
              <a:rPr sz="2400" spc="-150" dirty="0">
                <a:solidFill>
                  <a:srgbClr val="273139"/>
                </a:solidFill>
                <a:latin typeface="Times New Roman"/>
                <a:cs typeface="Times New Roman"/>
              </a:rPr>
              <a:t> </a:t>
            </a:r>
            <a:r>
              <a:rPr sz="2400"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100" dirty="0">
                <a:solidFill>
                  <a:srgbClr val="273139"/>
                </a:solidFill>
                <a:latin typeface="Times New Roman"/>
                <a:cs typeface="Times New Roman"/>
              </a:rPr>
              <a:t>EC2</a:t>
            </a:r>
            <a:r>
              <a:rPr sz="2400" spc="-35" dirty="0">
                <a:solidFill>
                  <a:srgbClr val="273139"/>
                </a:solidFill>
                <a:latin typeface="Times New Roman"/>
                <a:cs typeface="Times New Roman"/>
              </a:rPr>
              <a:t> </a:t>
            </a:r>
            <a:r>
              <a:rPr sz="2400" spc="-85" dirty="0">
                <a:solidFill>
                  <a:srgbClr val="273139"/>
                </a:solidFill>
                <a:latin typeface="Times New Roman"/>
                <a:cs typeface="Times New Roman"/>
              </a:rPr>
              <a:t>launch.</a:t>
            </a:r>
            <a:r>
              <a:rPr sz="2400" spc="-65" dirty="0">
                <a:solidFill>
                  <a:srgbClr val="273139"/>
                </a:solidFill>
                <a:latin typeface="Times New Roman"/>
                <a:cs typeface="Times New Roman"/>
              </a:rPr>
              <a:t> </a:t>
            </a:r>
            <a:r>
              <a:rPr sz="2400" spc="-50" dirty="0">
                <a:solidFill>
                  <a:srgbClr val="273139"/>
                </a:solidFill>
                <a:latin typeface="Times New Roman"/>
                <a:cs typeface="Times New Roman"/>
              </a:rPr>
              <a:t>Just</a:t>
            </a:r>
            <a:r>
              <a:rPr sz="2400" spc="-40" dirty="0">
                <a:solidFill>
                  <a:srgbClr val="273139"/>
                </a:solidFill>
                <a:latin typeface="Times New Roman"/>
                <a:cs typeface="Times New Roman"/>
              </a:rPr>
              <a:t> </a:t>
            </a:r>
            <a:r>
              <a:rPr sz="2400" dirty="0">
                <a:solidFill>
                  <a:srgbClr val="273139"/>
                </a:solidFill>
                <a:latin typeface="Times New Roman"/>
                <a:cs typeface="Times New Roman"/>
              </a:rPr>
              <a:t>note</a:t>
            </a:r>
            <a:r>
              <a:rPr sz="2400" spc="-40" dirty="0">
                <a:solidFill>
                  <a:srgbClr val="273139"/>
                </a:solidFill>
                <a:latin typeface="Times New Roman"/>
                <a:cs typeface="Times New Roman"/>
              </a:rPr>
              <a:t> </a:t>
            </a:r>
            <a:r>
              <a:rPr sz="2400" spc="-20" dirty="0">
                <a:solidFill>
                  <a:srgbClr val="273139"/>
                </a:solidFill>
                <a:latin typeface="Times New Roman"/>
                <a:cs typeface="Times New Roman"/>
              </a:rPr>
              <a:t>that</a:t>
            </a:r>
            <a:r>
              <a:rPr sz="2400" spc="-40" dirty="0">
                <a:solidFill>
                  <a:srgbClr val="273139"/>
                </a:solidFill>
                <a:latin typeface="Times New Roman"/>
                <a:cs typeface="Times New Roman"/>
              </a:rPr>
              <a:t> </a:t>
            </a:r>
            <a:r>
              <a:rPr sz="2400" spc="-80" dirty="0">
                <a:solidFill>
                  <a:srgbClr val="273139"/>
                </a:solidFill>
                <a:latin typeface="Times New Roman"/>
                <a:cs typeface="Times New Roman"/>
              </a:rPr>
              <a:t>when</a:t>
            </a:r>
            <a:r>
              <a:rPr sz="2400" spc="-30" dirty="0">
                <a:solidFill>
                  <a:srgbClr val="273139"/>
                </a:solidFill>
                <a:latin typeface="Times New Roman"/>
                <a:cs typeface="Times New Roman"/>
              </a:rPr>
              <a:t> </a:t>
            </a:r>
            <a:r>
              <a:rPr sz="2400" spc="-90" dirty="0">
                <a:solidFill>
                  <a:srgbClr val="273139"/>
                </a:solidFill>
                <a:latin typeface="Times New Roman"/>
                <a:cs typeface="Times New Roman"/>
              </a:rPr>
              <a:t>creating</a:t>
            </a:r>
            <a:r>
              <a:rPr sz="2400" spc="-35" dirty="0">
                <a:solidFill>
                  <a:srgbClr val="273139"/>
                </a:solidFill>
                <a:latin typeface="Times New Roman"/>
                <a:cs typeface="Times New Roman"/>
              </a:rPr>
              <a:t> </a:t>
            </a:r>
            <a:r>
              <a:rPr sz="2400" spc="-345" dirty="0">
                <a:solidFill>
                  <a:srgbClr val="273139"/>
                </a:solidFill>
                <a:latin typeface="Times New Roman"/>
                <a:cs typeface="Times New Roman"/>
              </a:rPr>
              <a:t>EBS</a:t>
            </a:r>
            <a:r>
              <a:rPr sz="2400" spc="195" dirty="0">
                <a:solidFill>
                  <a:srgbClr val="273139"/>
                </a:solidFill>
                <a:latin typeface="Times New Roman"/>
                <a:cs typeface="Times New Roman"/>
              </a:rPr>
              <a:t> </a:t>
            </a:r>
            <a:r>
              <a:rPr sz="2400" spc="-35" dirty="0">
                <a:solidFill>
                  <a:srgbClr val="273139"/>
                </a:solidFill>
                <a:latin typeface="Times New Roman"/>
                <a:cs typeface="Times New Roman"/>
              </a:rPr>
              <a:t>with</a:t>
            </a:r>
            <a:r>
              <a:rPr sz="2400" spc="-25" dirty="0">
                <a:solidFill>
                  <a:srgbClr val="273139"/>
                </a:solidFill>
                <a:latin typeface="Times New Roman"/>
                <a:cs typeface="Times New Roman"/>
              </a:rPr>
              <a:t> </a:t>
            </a:r>
            <a:r>
              <a:rPr sz="2400" spc="-20" dirty="0">
                <a:solidFill>
                  <a:srgbClr val="273139"/>
                </a:solidFill>
                <a:latin typeface="Times New Roman"/>
                <a:cs typeface="Times New Roman"/>
              </a:rPr>
              <a:t>EC2, </a:t>
            </a:r>
            <a:r>
              <a:rPr sz="2400" dirty="0">
                <a:solidFill>
                  <a:srgbClr val="273139"/>
                </a:solidFill>
                <a:latin typeface="Times New Roman"/>
                <a:cs typeface="Times New Roman"/>
              </a:rPr>
              <a:t>the</a:t>
            </a:r>
            <a:r>
              <a:rPr sz="2400" spc="165" dirty="0">
                <a:solidFill>
                  <a:srgbClr val="273139"/>
                </a:solidFill>
                <a:latin typeface="Times New Roman"/>
                <a:cs typeface="Times New Roman"/>
              </a:rPr>
              <a:t> </a:t>
            </a:r>
            <a:r>
              <a:rPr sz="2400" spc="-325" dirty="0">
                <a:solidFill>
                  <a:srgbClr val="273139"/>
                </a:solidFill>
                <a:latin typeface="Times New Roman"/>
                <a:cs typeface="Times New Roman"/>
              </a:rPr>
              <a:t>EBS</a:t>
            </a:r>
            <a:r>
              <a:rPr sz="2400" spc="175" dirty="0">
                <a:solidFill>
                  <a:srgbClr val="273139"/>
                </a:solidFill>
                <a:latin typeface="Times New Roman"/>
                <a:cs typeface="Times New Roman"/>
              </a:rPr>
              <a:t> </a:t>
            </a:r>
            <a:r>
              <a:rPr sz="2400" spc="-45" dirty="0">
                <a:solidFill>
                  <a:srgbClr val="273139"/>
                </a:solidFill>
                <a:latin typeface="Times New Roman"/>
                <a:cs typeface="Times New Roman"/>
              </a:rPr>
              <a:t>volumes</a:t>
            </a:r>
            <a:r>
              <a:rPr sz="2400" spc="180" dirty="0">
                <a:solidFill>
                  <a:srgbClr val="273139"/>
                </a:solidFill>
                <a:latin typeface="Times New Roman"/>
                <a:cs typeface="Times New Roman"/>
              </a:rPr>
              <a:t> </a:t>
            </a:r>
            <a:r>
              <a:rPr sz="2400" dirty="0">
                <a:solidFill>
                  <a:srgbClr val="273139"/>
                </a:solidFill>
                <a:latin typeface="Times New Roman"/>
                <a:cs typeface="Times New Roman"/>
              </a:rPr>
              <a:t>are</a:t>
            </a:r>
            <a:r>
              <a:rPr sz="2400" spc="170" dirty="0">
                <a:solidFill>
                  <a:srgbClr val="273139"/>
                </a:solidFill>
                <a:latin typeface="Times New Roman"/>
                <a:cs typeface="Times New Roman"/>
              </a:rPr>
              <a:t> </a:t>
            </a:r>
            <a:r>
              <a:rPr sz="2400" dirty="0">
                <a:solidFill>
                  <a:srgbClr val="273139"/>
                </a:solidFill>
                <a:latin typeface="Times New Roman"/>
                <a:cs typeface="Times New Roman"/>
              </a:rPr>
              <a:t>created</a:t>
            </a:r>
            <a:r>
              <a:rPr sz="2400" spc="175" dirty="0">
                <a:solidFill>
                  <a:srgbClr val="273139"/>
                </a:solidFill>
                <a:latin typeface="Times New Roman"/>
                <a:cs typeface="Times New Roman"/>
              </a:rPr>
              <a:t> </a:t>
            </a:r>
            <a:r>
              <a:rPr sz="2400" dirty="0">
                <a:solidFill>
                  <a:srgbClr val="273139"/>
                </a:solidFill>
                <a:latin typeface="Times New Roman"/>
                <a:cs typeface="Times New Roman"/>
              </a:rPr>
              <a:t>in</a:t>
            </a:r>
            <a:r>
              <a:rPr sz="2400" spc="175" dirty="0">
                <a:solidFill>
                  <a:srgbClr val="273139"/>
                </a:solidFill>
                <a:latin typeface="Times New Roman"/>
                <a:cs typeface="Times New Roman"/>
              </a:rPr>
              <a:t> </a:t>
            </a:r>
            <a:r>
              <a:rPr sz="2400" dirty="0">
                <a:solidFill>
                  <a:srgbClr val="273139"/>
                </a:solidFill>
                <a:latin typeface="Times New Roman"/>
                <a:cs typeface="Times New Roman"/>
              </a:rPr>
              <a:t>the</a:t>
            </a:r>
            <a:r>
              <a:rPr sz="2400" spc="175" dirty="0">
                <a:solidFill>
                  <a:srgbClr val="273139"/>
                </a:solidFill>
                <a:latin typeface="Times New Roman"/>
                <a:cs typeface="Times New Roman"/>
              </a:rPr>
              <a:t> </a:t>
            </a:r>
            <a:r>
              <a:rPr sz="2400" dirty="0">
                <a:solidFill>
                  <a:srgbClr val="273139"/>
                </a:solidFill>
                <a:latin typeface="Times New Roman"/>
                <a:cs typeface="Times New Roman"/>
              </a:rPr>
              <a:t>same</a:t>
            </a:r>
            <a:r>
              <a:rPr sz="2400" spc="175" dirty="0">
                <a:solidFill>
                  <a:srgbClr val="273139"/>
                </a:solidFill>
                <a:latin typeface="Times New Roman"/>
                <a:cs typeface="Times New Roman"/>
              </a:rPr>
              <a:t> </a:t>
            </a:r>
            <a:r>
              <a:rPr sz="2400" spc="-100" dirty="0">
                <a:solidFill>
                  <a:srgbClr val="273139"/>
                </a:solidFill>
                <a:latin typeface="Times New Roman"/>
                <a:cs typeface="Times New Roman"/>
              </a:rPr>
              <a:t>availability</a:t>
            </a:r>
            <a:r>
              <a:rPr sz="2400" spc="165" dirty="0">
                <a:solidFill>
                  <a:srgbClr val="273139"/>
                </a:solidFill>
                <a:latin typeface="Times New Roman"/>
                <a:cs typeface="Times New Roman"/>
              </a:rPr>
              <a:t> </a:t>
            </a:r>
            <a:r>
              <a:rPr sz="2400" dirty="0">
                <a:solidFill>
                  <a:srgbClr val="273139"/>
                </a:solidFill>
                <a:latin typeface="Times New Roman"/>
                <a:cs typeface="Times New Roman"/>
              </a:rPr>
              <a:t>zone</a:t>
            </a:r>
            <a:r>
              <a:rPr sz="2400" spc="180" dirty="0">
                <a:solidFill>
                  <a:srgbClr val="273139"/>
                </a:solidFill>
                <a:latin typeface="Times New Roman"/>
                <a:cs typeface="Times New Roman"/>
              </a:rPr>
              <a:t> </a:t>
            </a:r>
            <a:r>
              <a:rPr sz="2400" dirty="0">
                <a:solidFill>
                  <a:srgbClr val="273139"/>
                </a:solidFill>
                <a:latin typeface="Times New Roman"/>
                <a:cs typeface="Times New Roman"/>
              </a:rPr>
              <a:t>as</a:t>
            </a:r>
            <a:r>
              <a:rPr sz="2400" spc="175" dirty="0">
                <a:solidFill>
                  <a:srgbClr val="273139"/>
                </a:solidFill>
                <a:latin typeface="Times New Roman"/>
                <a:cs typeface="Times New Roman"/>
              </a:rPr>
              <a:t> </a:t>
            </a:r>
            <a:r>
              <a:rPr sz="2400" spc="-35" dirty="0">
                <a:solidFill>
                  <a:srgbClr val="273139"/>
                </a:solidFill>
                <a:latin typeface="Times New Roman"/>
                <a:cs typeface="Times New Roman"/>
              </a:rPr>
              <a:t>EC2, </a:t>
            </a:r>
            <a:r>
              <a:rPr sz="2400" spc="-100" dirty="0">
                <a:solidFill>
                  <a:srgbClr val="273139"/>
                </a:solidFill>
                <a:latin typeface="Times New Roman"/>
                <a:cs typeface="Times New Roman"/>
              </a:rPr>
              <a:t>however</a:t>
            </a:r>
            <a:r>
              <a:rPr sz="2400" spc="-45" dirty="0">
                <a:solidFill>
                  <a:srgbClr val="273139"/>
                </a:solidFill>
                <a:latin typeface="Times New Roman"/>
                <a:cs typeface="Times New Roman"/>
              </a:rPr>
              <a:t> </a:t>
            </a:r>
            <a:r>
              <a:rPr sz="2400" spc="-25" dirty="0">
                <a:solidFill>
                  <a:srgbClr val="273139"/>
                </a:solidFill>
                <a:latin typeface="Times New Roman"/>
                <a:cs typeface="Times New Roman"/>
              </a:rPr>
              <a:t>when</a:t>
            </a:r>
            <a:r>
              <a:rPr sz="2400" spc="-40" dirty="0">
                <a:solidFill>
                  <a:srgbClr val="273139"/>
                </a:solidFill>
                <a:latin typeface="Times New Roman"/>
                <a:cs typeface="Times New Roman"/>
              </a:rPr>
              <a:t> </a:t>
            </a:r>
            <a:r>
              <a:rPr sz="2400" spc="-95" dirty="0">
                <a:solidFill>
                  <a:srgbClr val="273139"/>
                </a:solidFill>
                <a:latin typeface="Times New Roman"/>
                <a:cs typeface="Times New Roman"/>
              </a:rPr>
              <a:t>provisioned</a:t>
            </a:r>
            <a:r>
              <a:rPr sz="2400" spc="-40" dirty="0">
                <a:solidFill>
                  <a:srgbClr val="273139"/>
                </a:solidFill>
                <a:latin typeface="Times New Roman"/>
                <a:cs typeface="Times New Roman"/>
              </a:rPr>
              <a:t> </a:t>
            </a:r>
            <a:r>
              <a:rPr sz="2400" spc="-85" dirty="0">
                <a:solidFill>
                  <a:srgbClr val="273139"/>
                </a:solidFill>
                <a:latin typeface="Times New Roman"/>
                <a:cs typeface="Times New Roman"/>
              </a:rPr>
              <a:t>independently</a:t>
            </a:r>
            <a:r>
              <a:rPr sz="2400" spc="-45" dirty="0">
                <a:solidFill>
                  <a:srgbClr val="273139"/>
                </a:solidFill>
                <a:latin typeface="Times New Roman"/>
                <a:cs typeface="Times New Roman"/>
              </a:rPr>
              <a:t> </a:t>
            </a:r>
            <a:r>
              <a:rPr sz="2400" spc="-20" dirty="0">
                <a:solidFill>
                  <a:srgbClr val="273139"/>
                </a:solidFill>
                <a:latin typeface="Times New Roman"/>
                <a:cs typeface="Times New Roman"/>
              </a:rPr>
              <a:t>users</a:t>
            </a:r>
            <a:r>
              <a:rPr sz="2400" spc="-45" dirty="0">
                <a:solidFill>
                  <a:srgbClr val="273139"/>
                </a:solidFill>
                <a:latin typeface="Times New Roman"/>
                <a:cs typeface="Times New Roman"/>
              </a:rPr>
              <a:t> </a:t>
            </a:r>
            <a:r>
              <a:rPr sz="2400" dirty="0">
                <a:solidFill>
                  <a:srgbClr val="273139"/>
                </a:solidFill>
                <a:latin typeface="Times New Roman"/>
                <a:cs typeface="Times New Roman"/>
              </a:rPr>
              <a:t>can</a:t>
            </a:r>
            <a:r>
              <a:rPr sz="2400" spc="-35" dirty="0">
                <a:solidFill>
                  <a:srgbClr val="273139"/>
                </a:solidFill>
                <a:latin typeface="Times New Roman"/>
                <a:cs typeface="Times New Roman"/>
              </a:rPr>
              <a:t> </a:t>
            </a:r>
            <a:r>
              <a:rPr sz="2400" spc="-70" dirty="0">
                <a:solidFill>
                  <a:srgbClr val="273139"/>
                </a:solidFill>
                <a:latin typeface="Times New Roman"/>
                <a:cs typeface="Times New Roman"/>
              </a:rPr>
              <a:t>choose</a:t>
            </a:r>
            <a:r>
              <a:rPr sz="2400" spc="-40" dirty="0">
                <a:solidFill>
                  <a:srgbClr val="273139"/>
                </a:solidFill>
                <a:latin typeface="Times New Roman"/>
                <a:cs typeface="Times New Roman"/>
              </a:rPr>
              <a:t> </a:t>
            </a:r>
            <a:r>
              <a:rPr sz="2400"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10" dirty="0">
                <a:solidFill>
                  <a:srgbClr val="273139"/>
                </a:solidFill>
                <a:latin typeface="Times New Roman"/>
                <a:cs typeface="Times New Roman"/>
              </a:rPr>
              <a:t>AZ</a:t>
            </a:r>
            <a:r>
              <a:rPr sz="2400" spc="-40" dirty="0">
                <a:solidFill>
                  <a:srgbClr val="273139"/>
                </a:solidFill>
                <a:latin typeface="Times New Roman"/>
                <a:cs typeface="Times New Roman"/>
              </a:rPr>
              <a:t> </a:t>
            </a:r>
            <a:r>
              <a:rPr sz="2400" spc="-25" dirty="0">
                <a:solidFill>
                  <a:srgbClr val="273139"/>
                </a:solidFill>
                <a:latin typeface="Times New Roman"/>
                <a:cs typeface="Times New Roman"/>
              </a:rPr>
              <a:t>in </a:t>
            </a:r>
            <a:r>
              <a:rPr sz="2400" spc="-140" dirty="0">
                <a:solidFill>
                  <a:srgbClr val="273139"/>
                </a:solidFill>
                <a:latin typeface="Times New Roman"/>
                <a:cs typeface="Times New Roman"/>
              </a:rPr>
              <a:t>which</a:t>
            </a:r>
            <a:r>
              <a:rPr sz="2400" spc="-55" dirty="0">
                <a:solidFill>
                  <a:srgbClr val="273139"/>
                </a:solidFill>
                <a:latin typeface="Times New Roman"/>
                <a:cs typeface="Times New Roman"/>
              </a:rPr>
              <a:t> </a:t>
            </a:r>
            <a:r>
              <a:rPr sz="2400" spc="-325" dirty="0">
                <a:solidFill>
                  <a:srgbClr val="273139"/>
                </a:solidFill>
                <a:latin typeface="Times New Roman"/>
                <a:cs typeface="Times New Roman"/>
              </a:rPr>
              <a:t>EBS</a:t>
            </a:r>
            <a:r>
              <a:rPr sz="2400" spc="-50"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55" dirty="0">
                <a:solidFill>
                  <a:srgbClr val="273139"/>
                </a:solidFill>
                <a:latin typeface="Times New Roman"/>
                <a:cs typeface="Times New Roman"/>
              </a:rPr>
              <a:t> </a:t>
            </a:r>
            <a:r>
              <a:rPr sz="2400" spc="-10" dirty="0">
                <a:solidFill>
                  <a:srgbClr val="273139"/>
                </a:solidFill>
                <a:latin typeface="Times New Roman"/>
                <a:cs typeface="Times New Roman"/>
              </a:rPr>
              <a:t>required.</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415033"/>
            <a:ext cx="8285480" cy="3002280"/>
          </a:xfrm>
          <a:prstGeom prst="rect">
            <a:avLst/>
          </a:prstGeom>
        </p:spPr>
        <p:txBody>
          <a:bodyPr vert="horz" wrap="square" lIns="0" tIns="13335" rIns="0" bIns="0" rtlCol="0">
            <a:spAutoFit/>
          </a:bodyPr>
          <a:lstStyle/>
          <a:p>
            <a:pPr marL="285750" indent="-273050">
              <a:lnSpc>
                <a:spcPct val="100000"/>
              </a:lnSpc>
              <a:spcBef>
                <a:spcPts val="105"/>
              </a:spcBef>
              <a:buClr>
                <a:srgbClr val="D24717"/>
              </a:buClr>
              <a:buSzPct val="84615"/>
              <a:buFont typeface="Segoe UI Symbol"/>
              <a:buChar char="⚫"/>
              <a:tabLst>
                <a:tab pos="285750" algn="l"/>
              </a:tabLst>
            </a:pPr>
            <a:r>
              <a:rPr sz="2600" b="1" spc="-60" dirty="0">
                <a:solidFill>
                  <a:srgbClr val="273139"/>
                </a:solidFill>
                <a:latin typeface="Times New Roman"/>
                <a:cs typeface="Times New Roman"/>
              </a:rPr>
              <a:t>Features</a:t>
            </a:r>
            <a:r>
              <a:rPr sz="2600" b="1" spc="-55" dirty="0">
                <a:solidFill>
                  <a:srgbClr val="273139"/>
                </a:solidFill>
                <a:latin typeface="Times New Roman"/>
                <a:cs typeface="Times New Roman"/>
              </a:rPr>
              <a:t> </a:t>
            </a:r>
            <a:r>
              <a:rPr sz="2600" b="1" dirty="0">
                <a:solidFill>
                  <a:srgbClr val="273139"/>
                </a:solidFill>
                <a:latin typeface="Times New Roman"/>
                <a:cs typeface="Times New Roman"/>
              </a:rPr>
              <a:t>of</a:t>
            </a:r>
            <a:r>
              <a:rPr sz="2600" b="1" spc="-60" dirty="0">
                <a:solidFill>
                  <a:srgbClr val="273139"/>
                </a:solidFill>
                <a:latin typeface="Times New Roman"/>
                <a:cs typeface="Times New Roman"/>
              </a:rPr>
              <a:t> </a:t>
            </a:r>
            <a:r>
              <a:rPr sz="2600" b="1" spc="-275" dirty="0">
                <a:solidFill>
                  <a:srgbClr val="273139"/>
                </a:solidFill>
                <a:latin typeface="Times New Roman"/>
                <a:cs typeface="Times New Roman"/>
              </a:rPr>
              <a:t>EBS:</a:t>
            </a:r>
            <a:endParaRPr sz="2600">
              <a:latin typeface="Times New Roman"/>
              <a:cs typeface="Times New Roman"/>
            </a:endParaRPr>
          </a:p>
          <a:p>
            <a:pPr marL="286385" marR="5080" indent="-274320">
              <a:lnSpc>
                <a:spcPct val="100000"/>
              </a:lnSpc>
              <a:spcBef>
                <a:spcPts val="2400"/>
              </a:spcBef>
              <a:buClr>
                <a:srgbClr val="D24717"/>
              </a:buClr>
              <a:buSzPct val="84615"/>
              <a:buFont typeface="Arial MT"/>
              <a:buChar char="•"/>
              <a:tabLst>
                <a:tab pos="286385" algn="l"/>
              </a:tabLst>
            </a:pPr>
            <a:r>
              <a:rPr sz="2600" b="1" spc="-55" dirty="0">
                <a:solidFill>
                  <a:srgbClr val="273139"/>
                </a:solidFill>
                <a:latin typeface="Times New Roman"/>
                <a:cs typeface="Times New Roman"/>
              </a:rPr>
              <a:t>Scalability:</a:t>
            </a:r>
            <a:r>
              <a:rPr sz="2600" b="1" spc="-125" dirty="0">
                <a:solidFill>
                  <a:srgbClr val="273139"/>
                </a:solidFill>
                <a:latin typeface="Times New Roman"/>
                <a:cs typeface="Times New Roman"/>
              </a:rPr>
              <a:t> </a:t>
            </a:r>
            <a:r>
              <a:rPr sz="2600" spc="-360" dirty="0">
                <a:solidFill>
                  <a:srgbClr val="273139"/>
                </a:solidFill>
                <a:latin typeface="Times New Roman"/>
                <a:cs typeface="Times New Roman"/>
              </a:rPr>
              <a:t>EBS</a:t>
            </a:r>
            <a:r>
              <a:rPr sz="2600" spc="-45" dirty="0">
                <a:solidFill>
                  <a:srgbClr val="273139"/>
                </a:solidFill>
                <a:latin typeface="Times New Roman"/>
                <a:cs typeface="Times New Roman"/>
              </a:rPr>
              <a:t> </a:t>
            </a:r>
            <a:r>
              <a:rPr sz="2600" spc="-155" dirty="0">
                <a:solidFill>
                  <a:srgbClr val="273139"/>
                </a:solidFill>
                <a:latin typeface="Times New Roman"/>
                <a:cs typeface="Times New Roman"/>
              </a:rPr>
              <a:t>volume</a:t>
            </a:r>
            <a:r>
              <a:rPr sz="2600" spc="-35" dirty="0">
                <a:solidFill>
                  <a:srgbClr val="273139"/>
                </a:solidFill>
                <a:latin typeface="Times New Roman"/>
                <a:cs typeface="Times New Roman"/>
              </a:rPr>
              <a:t> </a:t>
            </a:r>
            <a:r>
              <a:rPr sz="2600" spc="-180" dirty="0">
                <a:solidFill>
                  <a:srgbClr val="273139"/>
                </a:solidFill>
                <a:latin typeface="Times New Roman"/>
                <a:cs typeface="Times New Roman"/>
              </a:rPr>
              <a:t>sizes</a:t>
            </a:r>
            <a:r>
              <a:rPr sz="2600" spc="-30" dirty="0">
                <a:solidFill>
                  <a:srgbClr val="273139"/>
                </a:solidFill>
                <a:latin typeface="Times New Roman"/>
                <a:cs typeface="Times New Roman"/>
              </a:rPr>
              <a:t> </a:t>
            </a:r>
            <a:r>
              <a:rPr sz="2600" spc="-160" dirty="0">
                <a:solidFill>
                  <a:srgbClr val="273139"/>
                </a:solidFill>
                <a:latin typeface="Times New Roman"/>
                <a:cs typeface="Times New Roman"/>
              </a:rPr>
              <a:t>and</a:t>
            </a:r>
            <a:r>
              <a:rPr sz="2600" spc="-40" dirty="0">
                <a:solidFill>
                  <a:srgbClr val="273139"/>
                </a:solidFill>
                <a:latin typeface="Times New Roman"/>
                <a:cs typeface="Times New Roman"/>
              </a:rPr>
              <a:t> </a:t>
            </a:r>
            <a:r>
              <a:rPr sz="2600" spc="-125" dirty="0">
                <a:solidFill>
                  <a:srgbClr val="273139"/>
                </a:solidFill>
                <a:latin typeface="Times New Roman"/>
                <a:cs typeface="Times New Roman"/>
              </a:rPr>
              <a:t>features</a:t>
            </a:r>
            <a:r>
              <a:rPr sz="2600" spc="-45" dirty="0">
                <a:solidFill>
                  <a:srgbClr val="273139"/>
                </a:solidFill>
                <a:latin typeface="Times New Roman"/>
                <a:cs typeface="Times New Roman"/>
              </a:rPr>
              <a:t> </a:t>
            </a:r>
            <a:r>
              <a:rPr sz="2600" spc="-175" dirty="0">
                <a:solidFill>
                  <a:srgbClr val="273139"/>
                </a:solidFill>
                <a:latin typeface="Times New Roman"/>
                <a:cs typeface="Times New Roman"/>
              </a:rPr>
              <a:t>can</a:t>
            </a:r>
            <a:r>
              <a:rPr sz="2600" spc="-25" dirty="0">
                <a:solidFill>
                  <a:srgbClr val="273139"/>
                </a:solidFill>
                <a:latin typeface="Times New Roman"/>
                <a:cs typeface="Times New Roman"/>
              </a:rPr>
              <a:t> </a:t>
            </a:r>
            <a:r>
              <a:rPr sz="2600" spc="-130" dirty="0">
                <a:solidFill>
                  <a:srgbClr val="273139"/>
                </a:solidFill>
                <a:latin typeface="Times New Roman"/>
                <a:cs typeface="Times New Roman"/>
              </a:rPr>
              <a:t>be</a:t>
            </a:r>
            <a:r>
              <a:rPr sz="2600" spc="-50" dirty="0">
                <a:solidFill>
                  <a:srgbClr val="273139"/>
                </a:solidFill>
                <a:latin typeface="Times New Roman"/>
                <a:cs typeface="Times New Roman"/>
              </a:rPr>
              <a:t> </a:t>
            </a:r>
            <a:r>
              <a:rPr sz="2600" spc="-160" dirty="0">
                <a:solidFill>
                  <a:srgbClr val="273139"/>
                </a:solidFill>
                <a:latin typeface="Times New Roman"/>
                <a:cs typeface="Times New Roman"/>
              </a:rPr>
              <a:t>scaled</a:t>
            </a:r>
            <a:r>
              <a:rPr sz="2600" spc="-30" dirty="0">
                <a:solidFill>
                  <a:srgbClr val="273139"/>
                </a:solidFill>
                <a:latin typeface="Times New Roman"/>
                <a:cs typeface="Times New Roman"/>
              </a:rPr>
              <a:t> </a:t>
            </a:r>
            <a:r>
              <a:rPr sz="2600" spc="-215" dirty="0">
                <a:solidFill>
                  <a:srgbClr val="273139"/>
                </a:solidFill>
                <a:latin typeface="Times New Roman"/>
                <a:cs typeface="Times New Roman"/>
              </a:rPr>
              <a:t>as</a:t>
            </a:r>
            <a:r>
              <a:rPr sz="2600" spc="-30" dirty="0">
                <a:solidFill>
                  <a:srgbClr val="273139"/>
                </a:solidFill>
                <a:latin typeface="Times New Roman"/>
                <a:cs typeface="Times New Roman"/>
              </a:rPr>
              <a:t> </a:t>
            </a:r>
            <a:r>
              <a:rPr sz="2600" spc="-50" dirty="0">
                <a:solidFill>
                  <a:srgbClr val="273139"/>
                </a:solidFill>
                <a:latin typeface="Times New Roman"/>
                <a:cs typeface="Times New Roman"/>
              </a:rPr>
              <a:t>per</a:t>
            </a:r>
            <a:r>
              <a:rPr sz="2600" spc="-35" dirty="0">
                <a:solidFill>
                  <a:srgbClr val="273139"/>
                </a:solidFill>
                <a:latin typeface="Times New Roman"/>
                <a:cs typeface="Times New Roman"/>
              </a:rPr>
              <a:t> </a:t>
            </a:r>
            <a:r>
              <a:rPr sz="2600" spc="-25" dirty="0">
                <a:solidFill>
                  <a:srgbClr val="273139"/>
                </a:solidFill>
                <a:latin typeface="Times New Roman"/>
                <a:cs typeface="Times New Roman"/>
              </a:rPr>
              <a:t>the </a:t>
            </a:r>
            <a:r>
              <a:rPr sz="2600" spc="-140" dirty="0">
                <a:solidFill>
                  <a:srgbClr val="273139"/>
                </a:solidFill>
                <a:latin typeface="Times New Roman"/>
                <a:cs typeface="Times New Roman"/>
              </a:rPr>
              <a:t>needs</a:t>
            </a:r>
            <a:r>
              <a:rPr sz="2600" spc="-50" dirty="0">
                <a:solidFill>
                  <a:srgbClr val="273139"/>
                </a:solidFill>
                <a:latin typeface="Times New Roman"/>
                <a:cs typeface="Times New Roman"/>
              </a:rPr>
              <a:t> </a:t>
            </a:r>
            <a:r>
              <a:rPr sz="2600" spc="-160" dirty="0">
                <a:solidFill>
                  <a:srgbClr val="273139"/>
                </a:solidFill>
                <a:latin typeface="Times New Roman"/>
                <a:cs typeface="Times New Roman"/>
              </a:rPr>
              <a:t>of</a:t>
            </a:r>
            <a:r>
              <a:rPr sz="2600" spc="-50" dirty="0">
                <a:solidFill>
                  <a:srgbClr val="273139"/>
                </a:solidFill>
                <a:latin typeface="Times New Roman"/>
                <a:cs typeface="Times New Roman"/>
              </a:rPr>
              <a:t> </a:t>
            </a:r>
            <a:r>
              <a:rPr sz="2600" spc="-70" dirty="0">
                <a:solidFill>
                  <a:srgbClr val="273139"/>
                </a:solidFill>
                <a:latin typeface="Times New Roman"/>
                <a:cs typeface="Times New Roman"/>
              </a:rPr>
              <a:t>the</a:t>
            </a:r>
            <a:r>
              <a:rPr sz="2600" spc="-40" dirty="0">
                <a:solidFill>
                  <a:srgbClr val="273139"/>
                </a:solidFill>
                <a:latin typeface="Times New Roman"/>
                <a:cs typeface="Times New Roman"/>
              </a:rPr>
              <a:t> </a:t>
            </a:r>
            <a:r>
              <a:rPr sz="2600" spc="-125" dirty="0">
                <a:solidFill>
                  <a:srgbClr val="273139"/>
                </a:solidFill>
                <a:latin typeface="Times New Roman"/>
                <a:cs typeface="Times New Roman"/>
              </a:rPr>
              <a:t>system.This</a:t>
            </a:r>
            <a:r>
              <a:rPr sz="2600" spc="-55" dirty="0">
                <a:solidFill>
                  <a:srgbClr val="273139"/>
                </a:solidFill>
                <a:latin typeface="Times New Roman"/>
                <a:cs typeface="Times New Roman"/>
              </a:rPr>
              <a:t> </a:t>
            </a:r>
            <a:r>
              <a:rPr sz="2600" spc="-175" dirty="0">
                <a:solidFill>
                  <a:srgbClr val="273139"/>
                </a:solidFill>
                <a:latin typeface="Times New Roman"/>
                <a:cs typeface="Times New Roman"/>
              </a:rPr>
              <a:t>can</a:t>
            </a:r>
            <a:r>
              <a:rPr sz="2600" spc="-40" dirty="0">
                <a:solidFill>
                  <a:srgbClr val="273139"/>
                </a:solidFill>
                <a:latin typeface="Times New Roman"/>
                <a:cs typeface="Times New Roman"/>
              </a:rPr>
              <a:t> </a:t>
            </a:r>
            <a:r>
              <a:rPr sz="2600" spc="-135" dirty="0">
                <a:solidFill>
                  <a:srgbClr val="273139"/>
                </a:solidFill>
                <a:latin typeface="Times New Roman"/>
                <a:cs typeface="Times New Roman"/>
              </a:rPr>
              <a:t>be</a:t>
            </a:r>
            <a:r>
              <a:rPr sz="2600" spc="-35" dirty="0">
                <a:solidFill>
                  <a:srgbClr val="273139"/>
                </a:solidFill>
                <a:latin typeface="Times New Roman"/>
                <a:cs typeface="Times New Roman"/>
              </a:rPr>
              <a:t> </a:t>
            </a:r>
            <a:r>
              <a:rPr sz="2600" spc="-125" dirty="0">
                <a:solidFill>
                  <a:srgbClr val="273139"/>
                </a:solidFill>
                <a:latin typeface="Times New Roman"/>
                <a:cs typeface="Times New Roman"/>
              </a:rPr>
              <a:t>done</a:t>
            </a:r>
            <a:r>
              <a:rPr sz="2600" spc="-60" dirty="0">
                <a:solidFill>
                  <a:srgbClr val="273139"/>
                </a:solidFill>
                <a:latin typeface="Times New Roman"/>
                <a:cs typeface="Times New Roman"/>
              </a:rPr>
              <a:t> </a:t>
            </a:r>
            <a:r>
              <a:rPr sz="2600" spc="-130" dirty="0">
                <a:solidFill>
                  <a:srgbClr val="273139"/>
                </a:solidFill>
                <a:latin typeface="Times New Roman"/>
                <a:cs typeface="Times New Roman"/>
              </a:rPr>
              <a:t>in</a:t>
            </a:r>
            <a:r>
              <a:rPr sz="2600" spc="-40" dirty="0">
                <a:solidFill>
                  <a:srgbClr val="273139"/>
                </a:solidFill>
                <a:latin typeface="Times New Roman"/>
                <a:cs typeface="Times New Roman"/>
              </a:rPr>
              <a:t> </a:t>
            </a:r>
            <a:r>
              <a:rPr sz="2600" spc="-114" dirty="0">
                <a:solidFill>
                  <a:srgbClr val="273139"/>
                </a:solidFill>
                <a:latin typeface="Times New Roman"/>
                <a:cs typeface="Times New Roman"/>
              </a:rPr>
              <a:t>two</a:t>
            </a:r>
            <a:r>
              <a:rPr sz="2600" spc="-35" dirty="0">
                <a:solidFill>
                  <a:srgbClr val="273139"/>
                </a:solidFill>
                <a:latin typeface="Times New Roman"/>
                <a:cs typeface="Times New Roman"/>
              </a:rPr>
              <a:t> </a:t>
            </a:r>
            <a:r>
              <a:rPr sz="2600" spc="-10" dirty="0">
                <a:solidFill>
                  <a:srgbClr val="273139"/>
                </a:solidFill>
                <a:latin typeface="Times New Roman"/>
                <a:cs typeface="Times New Roman"/>
              </a:rPr>
              <a:t>ways:</a:t>
            </a:r>
            <a:endParaRPr sz="2600">
              <a:latin typeface="Times New Roman"/>
              <a:cs typeface="Times New Roman"/>
            </a:endParaRPr>
          </a:p>
          <a:p>
            <a:pPr marL="756285" marR="402590" lvl="1" indent="-287020">
              <a:lnSpc>
                <a:spcPct val="100000"/>
              </a:lnSpc>
              <a:spcBef>
                <a:spcPts val="2225"/>
              </a:spcBef>
              <a:buClr>
                <a:srgbClr val="9B2C1F"/>
              </a:buClr>
              <a:buSzPct val="85416"/>
              <a:buFont typeface="Arial MT"/>
              <a:buChar char="•"/>
              <a:tabLst>
                <a:tab pos="756285" algn="l"/>
              </a:tabLst>
            </a:pPr>
            <a:r>
              <a:rPr sz="2400" spc="-220" dirty="0">
                <a:solidFill>
                  <a:srgbClr val="273139"/>
                </a:solidFill>
                <a:latin typeface="Times New Roman"/>
                <a:cs typeface="Times New Roman"/>
              </a:rPr>
              <a:t>Take</a:t>
            </a:r>
            <a:r>
              <a:rPr sz="2400" spc="-60"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45" dirty="0">
                <a:solidFill>
                  <a:srgbClr val="273139"/>
                </a:solidFill>
                <a:latin typeface="Times New Roman"/>
                <a:cs typeface="Times New Roman"/>
              </a:rPr>
              <a:t> </a:t>
            </a:r>
            <a:r>
              <a:rPr sz="2400" spc="-125" dirty="0">
                <a:solidFill>
                  <a:srgbClr val="273139"/>
                </a:solidFill>
                <a:latin typeface="Times New Roman"/>
                <a:cs typeface="Times New Roman"/>
              </a:rPr>
              <a:t>snapshot</a:t>
            </a:r>
            <a:r>
              <a:rPr sz="2400" spc="-9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40"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140" dirty="0">
                <a:solidFill>
                  <a:srgbClr val="273139"/>
                </a:solidFill>
                <a:latin typeface="Times New Roman"/>
                <a:cs typeface="Times New Roman"/>
              </a:rPr>
              <a:t>volume</a:t>
            </a:r>
            <a:r>
              <a:rPr sz="2400" spc="-5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50" dirty="0">
                <a:solidFill>
                  <a:srgbClr val="273139"/>
                </a:solidFill>
                <a:latin typeface="Times New Roman"/>
                <a:cs typeface="Times New Roman"/>
              </a:rPr>
              <a:t> </a:t>
            </a:r>
            <a:r>
              <a:rPr sz="2400" spc="-90" dirty="0">
                <a:solidFill>
                  <a:srgbClr val="273139"/>
                </a:solidFill>
                <a:latin typeface="Times New Roman"/>
                <a:cs typeface="Times New Roman"/>
              </a:rPr>
              <a:t>create</a:t>
            </a:r>
            <a:r>
              <a:rPr sz="2400" spc="-40"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new</a:t>
            </a:r>
            <a:r>
              <a:rPr sz="2400" spc="-45" dirty="0">
                <a:solidFill>
                  <a:srgbClr val="273139"/>
                </a:solidFill>
                <a:latin typeface="Times New Roman"/>
                <a:cs typeface="Times New Roman"/>
              </a:rPr>
              <a:t> </a:t>
            </a:r>
            <a:r>
              <a:rPr sz="2400" spc="-140" dirty="0">
                <a:solidFill>
                  <a:srgbClr val="273139"/>
                </a:solidFill>
                <a:latin typeface="Times New Roman"/>
                <a:cs typeface="Times New Roman"/>
              </a:rPr>
              <a:t>volume</a:t>
            </a:r>
            <a:r>
              <a:rPr sz="2400" spc="-40" dirty="0">
                <a:solidFill>
                  <a:srgbClr val="273139"/>
                </a:solidFill>
                <a:latin typeface="Times New Roman"/>
                <a:cs typeface="Times New Roman"/>
              </a:rPr>
              <a:t> </a:t>
            </a:r>
            <a:r>
              <a:rPr sz="2400" spc="-150" dirty="0">
                <a:solidFill>
                  <a:srgbClr val="273139"/>
                </a:solidFill>
                <a:latin typeface="Times New Roman"/>
                <a:cs typeface="Times New Roman"/>
              </a:rPr>
              <a:t>using</a:t>
            </a:r>
            <a:r>
              <a:rPr sz="2400" spc="-70" dirty="0">
                <a:solidFill>
                  <a:srgbClr val="273139"/>
                </a:solidFill>
                <a:latin typeface="Times New Roman"/>
                <a:cs typeface="Times New Roman"/>
              </a:rPr>
              <a:t> </a:t>
            </a:r>
            <a:r>
              <a:rPr sz="2400" spc="-25" dirty="0">
                <a:solidFill>
                  <a:srgbClr val="273139"/>
                </a:solidFill>
                <a:latin typeface="Times New Roman"/>
                <a:cs typeface="Times New Roman"/>
              </a:rPr>
              <a:t>the </a:t>
            </a:r>
            <a:r>
              <a:rPr sz="2400" spc="-150" dirty="0">
                <a:solidFill>
                  <a:srgbClr val="273139"/>
                </a:solidFill>
                <a:latin typeface="Times New Roman"/>
                <a:cs typeface="Times New Roman"/>
              </a:rPr>
              <a:t>Snapshot</a:t>
            </a:r>
            <a:r>
              <a:rPr sz="2400" spc="-55" dirty="0">
                <a:solidFill>
                  <a:srgbClr val="273139"/>
                </a:solidFill>
                <a:latin typeface="Times New Roman"/>
                <a:cs typeface="Times New Roman"/>
              </a:rPr>
              <a:t> </a:t>
            </a:r>
            <a:r>
              <a:rPr sz="2400" spc="-100" dirty="0">
                <a:solidFill>
                  <a:srgbClr val="273139"/>
                </a:solidFill>
                <a:latin typeface="Times New Roman"/>
                <a:cs typeface="Times New Roman"/>
              </a:rPr>
              <a:t>with</a:t>
            </a:r>
            <a:r>
              <a:rPr sz="2400" spc="-20" dirty="0">
                <a:solidFill>
                  <a:srgbClr val="273139"/>
                </a:solidFill>
                <a:latin typeface="Times New Roman"/>
                <a:cs typeface="Times New Roman"/>
              </a:rPr>
              <a:t> </a:t>
            </a:r>
            <a:r>
              <a:rPr sz="2400" spc="-135" dirty="0">
                <a:solidFill>
                  <a:srgbClr val="273139"/>
                </a:solidFill>
                <a:latin typeface="Times New Roman"/>
                <a:cs typeface="Times New Roman"/>
              </a:rPr>
              <a:t>new</a:t>
            </a:r>
            <a:r>
              <a:rPr sz="2400" spc="-20" dirty="0">
                <a:solidFill>
                  <a:srgbClr val="273139"/>
                </a:solidFill>
                <a:latin typeface="Times New Roman"/>
                <a:cs typeface="Times New Roman"/>
              </a:rPr>
              <a:t> </a:t>
            </a:r>
            <a:r>
              <a:rPr sz="2400" spc="-110" dirty="0">
                <a:solidFill>
                  <a:srgbClr val="273139"/>
                </a:solidFill>
                <a:latin typeface="Times New Roman"/>
                <a:cs typeface="Times New Roman"/>
              </a:rPr>
              <a:t>updated</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features.</a:t>
            </a:r>
            <a:endParaRPr sz="2400">
              <a:latin typeface="Times New Roman"/>
              <a:cs typeface="Times New Roman"/>
            </a:endParaRPr>
          </a:p>
          <a:p>
            <a:pPr marL="756285" lvl="1" indent="-286385">
              <a:lnSpc>
                <a:spcPct val="100000"/>
              </a:lnSpc>
              <a:spcBef>
                <a:spcPts val="805"/>
              </a:spcBef>
              <a:buClr>
                <a:srgbClr val="9B2C1F"/>
              </a:buClr>
              <a:buSzPct val="85416"/>
              <a:buFont typeface="Arial MT"/>
              <a:buChar char="•"/>
              <a:tabLst>
                <a:tab pos="756285" algn="l"/>
              </a:tabLst>
            </a:pPr>
            <a:r>
              <a:rPr sz="2400" spc="-125" dirty="0">
                <a:solidFill>
                  <a:srgbClr val="273139"/>
                </a:solidFill>
                <a:latin typeface="Times New Roman"/>
                <a:cs typeface="Times New Roman"/>
              </a:rPr>
              <a:t>Updating</a:t>
            </a:r>
            <a:r>
              <a:rPr sz="2400" spc="-35" dirty="0">
                <a:solidFill>
                  <a:srgbClr val="273139"/>
                </a:solidFill>
                <a:latin typeface="Times New Roman"/>
                <a:cs typeface="Times New Roman"/>
              </a:rPr>
              <a:t> </a:t>
            </a:r>
            <a:r>
              <a:rPr sz="2400" spc="-85" dirty="0">
                <a:solidFill>
                  <a:srgbClr val="273139"/>
                </a:solidFill>
                <a:latin typeface="Times New Roman"/>
                <a:cs typeface="Times New Roman"/>
              </a:rPr>
              <a:t>the</a:t>
            </a:r>
            <a:r>
              <a:rPr sz="2400" spc="-50" dirty="0">
                <a:solidFill>
                  <a:srgbClr val="273139"/>
                </a:solidFill>
                <a:latin typeface="Times New Roman"/>
                <a:cs typeface="Times New Roman"/>
              </a:rPr>
              <a:t> </a:t>
            </a:r>
            <a:r>
              <a:rPr sz="2400" spc="-120" dirty="0">
                <a:solidFill>
                  <a:srgbClr val="273139"/>
                </a:solidFill>
                <a:latin typeface="Times New Roman"/>
                <a:cs typeface="Times New Roman"/>
              </a:rPr>
              <a:t>existing</a:t>
            </a:r>
            <a:r>
              <a:rPr sz="2400" spc="-30" dirty="0">
                <a:solidFill>
                  <a:srgbClr val="273139"/>
                </a:solidFill>
                <a:latin typeface="Times New Roman"/>
                <a:cs typeface="Times New Roman"/>
              </a:rPr>
              <a:t> </a:t>
            </a:r>
            <a:r>
              <a:rPr sz="2400" spc="-325" dirty="0">
                <a:solidFill>
                  <a:srgbClr val="273139"/>
                </a:solidFill>
                <a:latin typeface="Times New Roman"/>
                <a:cs typeface="Times New Roman"/>
              </a:rPr>
              <a:t>EBS</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volume</a:t>
            </a:r>
            <a:r>
              <a:rPr sz="2400" spc="-50" dirty="0">
                <a:solidFill>
                  <a:srgbClr val="273139"/>
                </a:solidFill>
                <a:latin typeface="Times New Roman"/>
                <a:cs typeface="Times New Roman"/>
              </a:rPr>
              <a:t> </a:t>
            </a:r>
            <a:r>
              <a:rPr sz="2400" spc="-110" dirty="0">
                <a:solidFill>
                  <a:srgbClr val="273139"/>
                </a:solidFill>
                <a:latin typeface="Times New Roman"/>
                <a:cs typeface="Times New Roman"/>
              </a:rPr>
              <a:t>from</a:t>
            </a:r>
            <a:r>
              <a:rPr sz="2400" spc="-4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console.</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42417" y="1205230"/>
            <a:ext cx="8259445" cy="4302760"/>
          </a:xfrm>
          <a:prstGeom prst="rect">
            <a:avLst/>
          </a:prstGeom>
        </p:spPr>
        <p:txBody>
          <a:bodyPr vert="horz" wrap="square" lIns="0" tIns="13335" rIns="0" bIns="0" rtlCol="0">
            <a:spAutoFit/>
          </a:bodyPr>
          <a:lstStyle/>
          <a:p>
            <a:pPr marL="285750" indent="-273050">
              <a:lnSpc>
                <a:spcPct val="100000"/>
              </a:lnSpc>
              <a:spcBef>
                <a:spcPts val="105"/>
              </a:spcBef>
              <a:buClr>
                <a:srgbClr val="D24717"/>
              </a:buClr>
              <a:buSzPct val="84615"/>
              <a:buFont typeface="Segoe UI Symbol"/>
              <a:buChar char="⚫"/>
              <a:tabLst>
                <a:tab pos="285750" algn="l"/>
              </a:tabLst>
            </a:pPr>
            <a:r>
              <a:rPr sz="2600" b="1" spc="-60" dirty="0">
                <a:solidFill>
                  <a:srgbClr val="273139"/>
                </a:solidFill>
                <a:latin typeface="Times New Roman"/>
                <a:cs typeface="Times New Roman"/>
              </a:rPr>
              <a:t>Features</a:t>
            </a:r>
            <a:r>
              <a:rPr sz="2600" b="1" spc="-55" dirty="0">
                <a:solidFill>
                  <a:srgbClr val="273139"/>
                </a:solidFill>
                <a:latin typeface="Times New Roman"/>
                <a:cs typeface="Times New Roman"/>
              </a:rPr>
              <a:t> </a:t>
            </a:r>
            <a:r>
              <a:rPr sz="2600" b="1" dirty="0">
                <a:solidFill>
                  <a:srgbClr val="273139"/>
                </a:solidFill>
                <a:latin typeface="Times New Roman"/>
                <a:cs typeface="Times New Roman"/>
              </a:rPr>
              <a:t>of</a:t>
            </a:r>
            <a:r>
              <a:rPr sz="2600" b="1" spc="-65" dirty="0">
                <a:solidFill>
                  <a:srgbClr val="273139"/>
                </a:solidFill>
                <a:latin typeface="Times New Roman"/>
                <a:cs typeface="Times New Roman"/>
              </a:rPr>
              <a:t> </a:t>
            </a:r>
            <a:r>
              <a:rPr sz="2600" b="1" spc="-275" dirty="0">
                <a:solidFill>
                  <a:srgbClr val="273139"/>
                </a:solidFill>
                <a:latin typeface="Times New Roman"/>
                <a:cs typeface="Times New Roman"/>
              </a:rPr>
              <a:t>EBS</a:t>
            </a:r>
            <a:r>
              <a:rPr sz="2600" b="1" spc="-65" dirty="0">
                <a:solidFill>
                  <a:srgbClr val="273139"/>
                </a:solidFill>
                <a:latin typeface="Times New Roman"/>
                <a:cs typeface="Times New Roman"/>
              </a:rPr>
              <a:t> </a:t>
            </a:r>
            <a:r>
              <a:rPr sz="2600" b="1" spc="-10" dirty="0">
                <a:solidFill>
                  <a:srgbClr val="273139"/>
                </a:solidFill>
                <a:latin typeface="Times New Roman"/>
                <a:cs typeface="Times New Roman"/>
              </a:rPr>
              <a:t>(contd..</a:t>
            </a:r>
            <a:endParaRPr sz="2600">
              <a:latin typeface="Times New Roman"/>
              <a:cs typeface="Times New Roman"/>
            </a:endParaRPr>
          </a:p>
          <a:p>
            <a:pPr marL="287020" marR="191135" indent="-274320">
              <a:lnSpc>
                <a:spcPct val="100000"/>
              </a:lnSpc>
              <a:spcBef>
                <a:spcPts val="2400"/>
              </a:spcBef>
              <a:buClr>
                <a:srgbClr val="D24717"/>
              </a:buClr>
              <a:buSzPct val="84615"/>
              <a:buFont typeface="Arial MT"/>
              <a:buChar char="•"/>
              <a:tabLst>
                <a:tab pos="287020" algn="l"/>
              </a:tabLst>
            </a:pPr>
            <a:r>
              <a:rPr sz="2600" b="1" spc="-60" dirty="0">
                <a:solidFill>
                  <a:srgbClr val="273139"/>
                </a:solidFill>
                <a:latin typeface="Times New Roman"/>
                <a:cs typeface="Times New Roman"/>
              </a:rPr>
              <a:t>Backup:</a:t>
            </a:r>
            <a:r>
              <a:rPr sz="2600" b="1" spc="-170" dirty="0">
                <a:solidFill>
                  <a:srgbClr val="273139"/>
                </a:solidFill>
                <a:latin typeface="Times New Roman"/>
                <a:cs typeface="Times New Roman"/>
              </a:rPr>
              <a:t> </a:t>
            </a:r>
            <a:r>
              <a:rPr sz="2600" spc="-120" dirty="0">
                <a:solidFill>
                  <a:srgbClr val="273139"/>
                </a:solidFill>
                <a:latin typeface="Times New Roman"/>
                <a:cs typeface="Times New Roman"/>
              </a:rPr>
              <a:t>Users</a:t>
            </a:r>
            <a:r>
              <a:rPr sz="2600" spc="-65" dirty="0">
                <a:solidFill>
                  <a:srgbClr val="273139"/>
                </a:solidFill>
                <a:latin typeface="Times New Roman"/>
                <a:cs typeface="Times New Roman"/>
              </a:rPr>
              <a:t> </a:t>
            </a:r>
            <a:r>
              <a:rPr sz="2600" spc="-175" dirty="0">
                <a:solidFill>
                  <a:srgbClr val="273139"/>
                </a:solidFill>
                <a:latin typeface="Times New Roman"/>
                <a:cs typeface="Times New Roman"/>
              </a:rPr>
              <a:t>can</a:t>
            </a:r>
            <a:r>
              <a:rPr sz="2600" spc="-50" dirty="0">
                <a:solidFill>
                  <a:srgbClr val="273139"/>
                </a:solidFill>
                <a:latin typeface="Times New Roman"/>
                <a:cs typeface="Times New Roman"/>
              </a:rPr>
              <a:t> </a:t>
            </a:r>
            <a:r>
              <a:rPr sz="2600" spc="-95" dirty="0">
                <a:solidFill>
                  <a:srgbClr val="273139"/>
                </a:solidFill>
                <a:latin typeface="Times New Roman"/>
                <a:cs typeface="Times New Roman"/>
              </a:rPr>
              <a:t>create</a:t>
            </a:r>
            <a:r>
              <a:rPr sz="2600" spc="-50" dirty="0">
                <a:solidFill>
                  <a:srgbClr val="273139"/>
                </a:solidFill>
                <a:latin typeface="Times New Roman"/>
                <a:cs typeface="Times New Roman"/>
              </a:rPr>
              <a:t> </a:t>
            </a:r>
            <a:r>
              <a:rPr sz="2600" b="1" spc="-10" dirty="0">
                <a:solidFill>
                  <a:srgbClr val="273139"/>
                </a:solidFill>
                <a:latin typeface="Times New Roman"/>
                <a:cs typeface="Times New Roman"/>
              </a:rPr>
              <a:t>snapshots</a:t>
            </a:r>
            <a:r>
              <a:rPr sz="2600" b="1" spc="-65" dirty="0">
                <a:solidFill>
                  <a:srgbClr val="273139"/>
                </a:solidFill>
                <a:latin typeface="Times New Roman"/>
                <a:cs typeface="Times New Roman"/>
              </a:rPr>
              <a:t> </a:t>
            </a:r>
            <a:r>
              <a:rPr sz="2600" spc="-160" dirty="0">
                <a:solidFill>
                  <a:srgbClr val="273139"/>
                </a:solidFill>
                <a:latin typeface="Times New Roman"/>
                <a:cs typeface="Times New Roman"/>
              </a:rPr>
              <a:t>of</a:t>
            </a:r>
            <a:r>
              <a:rPr sz="2600" spc="-50" dirty="0">
                <a:solidFill>
                  <a:srgbClr val="273139"/>
                </a:solidFill>
                <a:latin typeface="Times New Roman"/>
                <a:cs typeface="Times New Roman"/>
              </a:rPr>
              <a:t> </a:t>
            </a:r>
            <a:r>
              <a:rPr sz="2600" spc="-355" dirty="0">
                <a:solidFill>
                  <a:srgbClr val="273139"/>
                </a:solidFill>
                <a:latin typeface="Times New Roman"/>
                <a:cs typeface="Times New Roman"/>
              </a:rPr>
              <a:t>EBS</a:t>
            </a:r>
            <a:r>
              <a:rPr sz="2600" spc="-65" dirty="0">
                <a:solidFill>
                  <a:srgbClr val="273139"/>
                </a:solidFill>
                <a:latin typeface="Times New Roman"/>
                <a:cs typeface="Times New Roman"/>
              </a:rPr>
              <a:t> </a:t>
            </a:r>
            <a:r>
              <a:rPr sz="2600" spc="-160" dirty="0">
                <a:solidFill>
                  <a:srgbClr val="273139"/>
                </a:solidFill>
                <a:latin typeface="Times New Roman"/>
                <a:cs typeface="Times New Roman"/>
              </a:rPr>
              <a:t>volumes</a:t>
            </a:r>
            <a:r>
              <a:rPr sz="2600" spc="-55" dirty="0">
                <a:solidFill>
                  <a:srgbClr val="273139"/>
                </a:solidFill>
                <a:latin typeface="Times New Roman"/>
                <a:cs typeface="Times New Roman"/>
              </a:rPr>
              <a:t> </a:t>
            </a:r>
            <a:r>
              <a:rPr sz="2600" spc="-90" dirty="0">
                <a:solidFill>
                  <a:srgbClr val="273139"/>
                </a:solidFill>
                <a:latin typeface="Times New Roman"/>
                <a:cs typeface="Times New Roman"/>
              </a:rPr>
              <a:t>that</a:t>
            </a:r>
            <a:r>
              <a:rPr sz="2600" spc="-45" dirty="0">
                <a:solidFill>
                  <a:srgbClr val="273139"/>
                </a:solidFill>
                <a:latin typeface="Times New Roman"/>
                <a:cs typeface="Times New Roman"/>
              </a:rPr>
              <a:t> </a:t>
            </a:r>
            <a:r>
              <a:rPr sz="2600" spc="-125" dirty="0">
                <a:solidFill>
                  <a:srgbClr val="273139"/>
                </a:solidFill>
                <a:latin typeface="Times New Roman"/>
                <a:cs typeface="Times New Roman"/>
              </a:rPr>
              <a:t>act</a:t>
            </a:r>
            <a:r>
              <a:rPr sz="2600" spc="-45" dirty="0">
                <a:solidFill>
                  <a:srgbClr val="273139"/>
                </a:solidFill>
                <a:latin typeface="Times New Roman"/>
                <a:cs typeface="Times New Roman"/>
              </a:rPr>
              <a:t> </a:t>
            </a:r>
            <a:r>
              <a:rPr sz="2600" spc="-25" dirty="0">
                <a:solidFill>
                  <a:srgbClr val="273139"/>
                </a:solidFill>
                <a:latin typeface="Times New Roman"/>
                <a:cs typeface="Times New Roman"/>
              </a:rPr>
              <a:t>as </a:t>
            </a:r>
            <a:r>
              <a:rPr sz="2600" spc="-10" dirty="0">
                <a:solidFill>
                  <a:srgbClr val="273139"/>
                </a:solidFill>
                <a:latin typeface="Times New Roman"/>
                <a:cs typeface="Times New Roman"/>
              </a:rPr>
              <a:t>backups.</a:t>
            </a:r>
            <a:endParaRPr sz="2600">
              <a:latin typeface="Times New Roman"/>
              <a:cs typeface="Times New Roman"/>
            </a:endParaRPr>
          </a:p>
          <a:p>
            <a:pPr marL="756285" marR="553085" lvl="1" indent="-287020">
              <a:lnSpc>
                <a:spcPct val="100000"/>
              </a:lnSpc>
              <a:spcBef>
                <a:spcPts val="2230"/>
              </a:spcBef>
              <a:buClr>
                <a:srgbClr val="9B2C1F"/>
              </a:buClr>
              <a:buSzPct val="85416"/>
              <a:buFont typeface="Arial MT"/>
              <a:buChar char="•"/>
              <a:tabLst>
                <a:tab pos="756285" algn="l"/>
              </a:tabLst>
            </a:pPr>
            <a:r>
              <a:rPr sz="2400" spc="-150" dirty="0">
                <a:solidFill>
                  <a:srgbClr val="273139"/>
                </a:solidFill>
                <a:latin typeface="Times New Roman"/>
                <a:cs typeface="Times New Roman"/>
              </a:rPr>
              <a:t>Snapshot</a:t>
            </a:r>
            <a:r>
              <a:rPr sz="2400" spc="-80"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50" dirty="0">
                <a:solidFill>
                  <a:srgbClr val="273139"/>
                </a:solidFill>
                <a:latin typeface="Times New Roman"/>
                <a:cs typeface="Times New Roman"/>
              </a:rPr>
              <a:t> </a:t>
            </a:r>
            <a:r>
              <a:rPr sz="2400" spc="-114" dirty="0">
                <a:solidFill>
                  <a:srgbClr val="273139"/>
                </a:solidFill>
                <a:latin typeface="Times New Roman"/>
                <a:cs typeface="Times New Roman"/>
              </a:rPr>
              <a:t>be</a:t>
            </a:r>
            <a:r>
              <a:rPr sz="2400" spc="-65" dirty="0">
                <a:solidFill>
                  <a:srgbClr val="273139"/>
                </a:solidFill>
                <a:latin typeface="Times New Roman"/>
                <a:cs typeface="Times New Roman"/>
              </a:rPr>
              <a:t> </a:t>
            </a:r>
            <a:r>
              <a:rPr sz="2400" spc="-95" dirty="0">
                <a:solidFill>
                  <a:srgbClr val="273139"/>
                </a:solidFill>
                <a:latin typeface="Times New Roman"/>
                <a:cs typeface="Times New Roman"/>
              </a:rPr>
              <a:t>created</a:t>
            </a:r>
            <a:r>
              <a:rPr sz="2400" spc="-45" dirty="0">
                <a:solidFill>
                  <a:srgbClr val="273139"/>
                </a:solidFill>
                <a:latin typeface="Times New Roman"/>
                <a:cs typeface="Times New Roman"/>
              </a:rPr>
              <a:t> </a:t>
            </a:r>
            <a:r>
              <a:rPr sz="2400" spc="-150" dirty="0">
                <a:solidFill>
                  <a:srgbClr val="273139"/>
                </a:solidFill>
                <a:latin typeface="Times New Roman"/>
                <a:cs typeface="Times New Roman"/>
              </a:rPr>
              <a:t>manually</a:t>
            </a:r>
            <a:r>
              <a:rPr sz="2400" spc="-80" dirty="0">
                <a:solidFill>
                  <a:srgbClr val="273139"/>
                </a:solidFill>
                <a:latin typeface="Times New Roman"/>
                <a:cs typeface="Times New Roman"/>
              </a:rPr>
              <a:t> </a:t>
            </a:r>
            <a:r>
              <a:rPr sz="2400" spc="-95" dirty="0">
                <a:solidFill>
                  <a:srgbClr val="273139"/>
                </a:solidFill>
                <a:latin typeface="Times New Roman"/>
                <a:cs typeface="Times New Roman"/>
              </a:rPr>
              <a:t>at</a:t>
            </a:r>
            <a:r>
              <a:rPr sz="2400" spc="-50" dirty="0">
                <a:solidFill>
                  <a:srgbClr val="273139"/>
                </a:solidFill>
                <a:latin typeface="Times New Roman"/>
                <a:cs typeface="Times New Roman"/>
              </a:rPr>
              <a:t> </a:t>
            </a:r>
            <a:r>
              <a:rPr sz="2400" spc="-190" dirty="0">
                <a:solidFill>
                  <a:srgbClr val="273139"/>
                </a:solidFill>
                <a:latin typeface="Times New Roman"/>
                <a:cs typeface="Times New Roman"/>
              </a:rPr>
              <a:t>any</a:t>
            </a:r>
            <a:r>
              <a:rPr sz="2400" spc="-70" dirty="0">
                <a:solidFill>
                  <a:srgbClr val="273139"/>
                </a:solidFill>
                <a:latin typeface="Times New Roman"/>
                <a:cs typeface="Times New Roman"/>
              </a:rPr>
              <a:t> </a:t>
            </a:r>
            <a:r>
              <a:rPr sz="2400" spc="-80" dirty="0">
                <a:solidFill>
                  <a:srgbClr val="273139"/>
                </a:solidFill>
                <a:latin typeface="Times New Roman"/>
                <a:cs typeface="Times New Roman"/>
              </a:rPr>
              <a:t>point</a:t>
            </a:r>
            <a:r>
              <a:rPr sz="2400" spc="-60"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50" dirty="0">
                <a:solidFill>
                  <a:srgbClr val="273139"/>
                </a:solidFill>
                <a:latin typeface="Times New Roman"/>
                <a:cs typeface="Times New Roman"/>
              </a:rPr>
              <a:t> </a:t>
            </a:r>
            <a:r>
              <a:rPr sz="2400" spc="-85" dirty="0">
                <a:solidFill>
                  <a:srgbClr val="273139"/>
                </a:solidFill>
                <a:latin typeface="Times New Roman"/>
                <a:cs typeface="Times New Roman"/>
              </a:rPr>
              <a:t>time</a:t>
            </a:r>
            <a:r>
              <a:rPr sz="2400" spc="-60" dirty="0">
                <a:solidFill>
                  <a:srgbClr val="273139"/>
                </a:solidFill>
                <a:latin typeface="Times New Roman"/>
                <a:cs typeface="Times New Roman"/>
              </a:rPr>
              <a:t> </a:t>
            </a:r>
            <a:r>
              <a:rPr sz="2400" dirty="0">
                <a:solidFill>
                  <a:srgbClr val="273139"/>
                </a:solidFill>
                <a:latin typeface="Times New Roman"/>
                <a:cs typeface="Times New Roman"/>
              </a:rPr>
              <a:t>or</a:t>
            </a:r>
            <a:r>
              <a:rPr sz="2400" spc="-55"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be </a:t>
            </a:r>
            <a:r>
              <a:rPr sz="2400" spc="-10" dirty="0">
                <a:solidFill>
                  <a:srgbClr val="273139"/>
                </a:solidFill>
                <a:latin typeface="Times New Roman"/>
                <a:cs typeface="Times New Roman"/>
              </a:rPr>
              <a:t>scheduled.</a:t>
            </a:r>
            <a:endParaRPr sz="2400">
              <a:latin typeface="Times New Roman"/>
              <a:cs typeface="Times New Roman"/>
            </a:endParaRPr>
          </a:p>
          <a:p>
            <a:pPr marL="756285" marR="5080" lvl="1" indent="-287020">
              <a:lnSpc>
                <a:spcPct val="100000"/>
              </a:lnSpc>
              <a:spcBef>
                <a:spcPts val="805"/>
              </a:spcBef>
              <a:buClr>
                <a:srgbClr val="9B2C1F"/>
              </a:buClr>
              <a:buSzPct val="85416"/>
              <a:buFont typeface="Arial MT"/>
              <a:buChar char="•"/>
              <a:tabLst>
                <a:tab pos="756285" algn="l"/>
              </a:tabLst>
            </a:pPr>
            <a:r>
              <a:rPr sz="2400" spc="-150" dirty="0">
                <a:solidFill>
                  <a:srgbClr val="273139"/>
                </a:solidFill>
                <a:latin typeface="Times New Roman"/>
                <a:cs typeface="Times New Roman"/>
              </a:rPr>
              <a:t>Snapshots</a:t>
            </a:r>
            <a:r>
              <a:rPr sz="2400" spc="-75" dirty="0">
                <a:solidFill>
                  <a:srgbClr val="273139"/>
                </a:solidFill>
                <a:latin typeface="Times New Roman"/>
                <a:cs typeface="Times New Roman"/>
              </a:rPr>
              <a:t> </a:t>
            </a:r>
            <a:r>
              <a:rPr sz="2400" spc="-105" dirty="0">
                <a:solidFill>
                  <a:srgbClr val="273139"/>
                </a:solidFill>
                <a:latin typeface="Times New Roman"/>
                <a:cs typeface="Times New Roman"/>
              </a:rPr>
              <a:t>are</a:t>
            </a:r>
            <a:r>
              <a:rPr sz="2400" spc="-40" dirty="0">
                <a:solidFill>
                  <a:srgbClr val="273139"/>
                </a:solidFill>
                <a:latin typeface="Times New Roman"/>
                <a:cs typeface="Times New Roman"/>
              </a:rPr>
              <a:t> </a:t>
            </a:r>
            <a:r>
              <a:rPr sz="2400" spc="-85" dirty="0">
                <a:solidFill>
                  <a:srgbClr val="273139"/>
                </a:solidFill>
                <a:latin typeface="Times New Roman"/>
                <a:cs typeface="Times New Roman"/>
              </a:rPr>
              <a:t>stored</a:t>
            </a:r>
            <a:r>
              <a:rPr sz="2400" spc="-55" dirty="0">
                <a:solidFill>
                  <a:srgbClr val="273139"/>
                </a:solidFill>
                <a:latin typeface="Times New Roman"/>
                <a:cs typeface="Times New Roman"/>
              </a:rPr>
              <a:t> </a:t>
            </a:r>
            <a:r>
              <a:rPr sz="2400" spc="-114" dirty="0">
                <a:solidFill>
                  <a:srgbClr val="273139"/>
                </a:solidFill>
                <a:latin typeface="Times New Roman"/>
                <a:cs typeface="Times New Roman"/>
              </a:rPr>
              <a:t>on</a:t>
            </a:r>
            <a:r>
              <a:rPr sz="2400" spc="-23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5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are</a:t>
            </a:r>
            <a:r>
              <a:rPr sz="2400" spc="-45" dirty="0">
                <a:solidFill>
                  <a:srgbClr val="273139"/>
                </a:solidFill>
                <a:latin typeface="Times New Roman"/>
                <a:cs typeface="Times New Roman"/>
              </a:rPr>
              <a:t> </a:t>
            </a:r>
            <a:r>
              <a:rPr sz="2400" spc="-130" dirty="0">
                <a:solidFill>
                  <a:srgbClr val="273139"/>
                </a:solidFill>
                <a:latin typeface="Times New Roman"/>
                <a:cs typeface="Times New Roman"/>
              </a:rPr>
              <a:t>charged</a:t>
            </a:r>
            <a:r>
              <a:rPr sz="2400" spc="-60" dirty="0">
                <a:solidFill>
                  <a:srgbClr val="273139"/>
                </a:solidFill>
                <a:latin typeface="Times New Roman"/>
                <a:cs typeface="Times New Roman"/>
              </a:rPr>
              <a:t> </a:t>
            </a:r>
            <a:r>
              <a:rPr sz="2400" spc="-135" dirty="0">
                <a:solidFill>
                  <a:srgbClr val="273139"/>
                </a:solidFill>
                <a:latin typeface="Times New Roman"/>
                <a:cs typeface="Times New Roman"/>
              </a:rPr>
              <a:t>according</a:t>
            </a:r>
            <a:r>
              <a:rPr sz="2400" spc="-65" dirty="0">
                <a:solidFill>
                  <a:srgbClr val="273139"/>
                </a:solidFill>
                <a:latin typeface="Times New Roman"/>
                <a:cs typeface="Times New Roman"/>
              </a:rPr>
              <a:t> </a:t>
            </a:r>
            <a:r>
              <a:rPr sz="2400" dirty="0">
                <a:solidFill>
                  <a:srgbClr val="273139"/>
                </a:solidFill>
                <a:latin typeface="Times New Roman"/>
                <a:cs typeface="Times New Roman"/>
              </a:rPr>
              <a:t>to</a:t>
            </a:r>
            <a:r>
              <a:rPr sz="2400" spc="-60"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40" dirty="0">
                <a:solidFill>
                  <a:srgbClr val="273139"/>
                </a:solidFill>
                <a:latin typeface="Times New Roman"/>
                <a:cs typeface="Times New Roman"/>
              </a:rPr>
              <a:t>S3 </a:t>
            </a:r>
            <a:r>
              <a:rPr sz="2400" spc="-114" dirty="0">
                <a:solidFill>
                  <a:srgbClr val="273139"/>
                </a:solidFill>
                <a:latin typeface="Times New Roman"/>
                <a:cs typeface="Times New Roman"/>
              </a:rPr>
              <a:t>storage</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charges.</a:t>
            </a:r>
            <a:endParaRPr sz="2400">
              <a:latin typeface="Times New Roman"/>
              <a:cs typeface="Times New Roman"/>
            </a:endParaRPr>
          </a:p>
          <a:p>
            <a:pPr marL="756285" lvl="1" indent="-286385">
              <a:lnSpc>
                <a:spcPct val="100000"/>
              </a:lnSpc>
              <a:spcBef>
                <a:spcPts val="790"/>
              </a:spcBef>
              <a:buClr>
                <a:srgbClr val="9B2C1F"/>
              </a:buClr>
              <a:buSzPct val="85416"/>
              <a:buFont typeface="Arial MT"/>
              <a:buChar char="•"/>
              <a:tabLst>
                <a:tab pos="756285" algn="l"/>
              </a:tabLst>
            </a:pPr>
            <a:r>
              <a:rPr sz="2400" spc="-150" dirty="0">
                <a:solidFill>
                  <a:srgbClr val="273139"/>
                </a:solidFill>
                <a:latin typeface="Times New Roman"/>
                <a:cs typeface="Times New Roman"/>
              </a:rPr>
              <a:t>Snapshots</a:t>
            </a:r>
            <a:r>
              <a:rPr sz="2400" spc="-70" dirty="0">
                <a:solidFill>
                  <a:srgbClr val="273139"/>
                </a:solidFill>
                <a:latin typeface="Times New Roman"/>
                <a:cs typeface="Times New Roman"/>
              </a:rPr>
              <a:t> </a:t>
            </a:r>
            <a:r>
              <a:rPr sz="2400" spc="-105" dirty="0">
                <a:solidFill>
                  <a:srgbClr val="273139"/>
                </a:solidFill>
                <a:latin typeface="Times New Roman"/>
                <a:cs typeface="Times New Roman"/>
              </a:rPr>
              <a:t>are</a:t>
            </a:r>
            <a:r>
              <a:rPr sz="2400" spc="-40" dirty="0">
                <a:solidFill>
                  <a:srgbClr val="273139"/>
                </a:solidFill>
                <a:latin typeface="Times New Roman"/>
                <a:cs typeface="Times New Roman"/>
              </a:rPr>
              <a:t> </a:t>
            </a:r>
            <a:r>
              <a:rPr sz="2400" spc="-100" dirty="0">
                <a:solidFill>
                  <a:srgbClr val="273139"/>
                </a:solidFill>
                <a:latin typeface="Times New Roman"/>
                <a:cs typeface="Times New Roman"/>
              </a:rPr>
              <a:t>incremental</a:t>
            </a:r>
            <a:r>
              <a:rPr sz="2400" spc="-55"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spc="-10" dirty="0">
                <a:solidFill>
                  <a:srgbClr val="273139"/>
                </a:solidFill>
                <a:latin typeface="Times New Roman"/>
                <a:cs typeface="Times New Roman"/>
              </a:rPr>
              <a:t>nature.</a:t>
            </a:r>
            <a:endParaRPr sz="2400">
              <a:latin typeface="Times New Roman"/>
              <a:cs typeface="Times New Roman"/>
            </a:endParaRPr>
          </a:p>
          <a:p>
            <a:pPr marL="756285" lvl="1" indent="-286385">
              <a:lnSpc>
                <a:spcPct val="100000"/>
              </a:lnSpc>
              <a:spcBef>
                <a:spcPts val="810"/>
              </a:spcBef>
              <a:buClr>
                <a:srgbClr val="9B2C1F"/>
              </a:buClr>
              <a:buSzPct val="85416"/>
              <a:buFont typeface="Arial MT"/>
              <a:buChar char="•"/>
              <a:tabLst>
                <a:tab pos="756285" algn="l"/>
              </a:tabLst>
            </a:pPr>
            <a:r>
              <a:rPr sz="2400" spc="-155" dirty="0">
                <a:solidFill>
                  <a:srgbClr val="273139"/>
                </a:solidFill>
                <a:latin typeface="Times New Roman"/>
                <a:cs typeface="Times New Roman"/>
              </a:rPr>
              <a:t>New</a:t>
            </a:r>
            <a:r>
              <a:rPr sz="2400" spc="-25" dirty="0">
                <a:solidFill>
                  <a:srgbClr val="273139"/>
                </a:solidFill>
                <a:latin typeface="Times New Roman"/>
                <a:cs typeface="Times New Roman"/>
              </a:rPr>
              <a:t> </a:t>
            </a:r>
            <a:r>
              <a:rPr sz="2400" spc="-150" dirty="0">
                <a:solidFill>
                  <a:srgbClr val="273139"/>
                </a:solidFill>
                <a:latin typeface="Times New Roman"/>
                <a:cs typeface="Times New Roman"/>
              </a:rPr>
              <a:t>volumes</a:t>
            </a:r>
            <a:r>
              <a:rPr sz="2400" spc="-25" dirty="0">
                <a:solidFill>
                  <a:srgbClr val="273139"/>
                </a:solidFill>
                <a:latin typeface="Times New Roman"/>
                <a:cs typeface="Times New Roman"/>
              </a:rPr>
              <a:t> </a:t>
            </a:r>
            <a:r>
              <a:rPr sz="2400" spc="-150" dirty="0">
                <a:solidFill>
                  <a:srgbClr val="273139"/>
                </a:solidFill>
                <a:latin typeface="Times New Roman"/>
                <a:cs typeface="Times New Roman"/>
              </a:rPr>
              <a:t>across</a:t>
            </a:r>
            <a:r>
              <a:rPr sz="2400" spc="-45" dirty="0">
                <a:solidFill>
                  <a:srgbClr val="273139"/>
                </a:solidFill>
                <a:latin typeface="Times New Roman"/>
                <a:cs typeface="Times New Roman"/>
              </a:rPr>
              <a:t> </a:t>
            </a:r>
            <a:r>
              <a:rPr sz="2400" spc="-120" dirty="0">
                <a:solidFill>
                  <a:srgbClr val="273139"/>
                </a:solidFill>
                <a:latin typeface="Times New Roman"/>
                <a:cs typeface="Times New Roman"/>
              </a:rPr>
              <a:t>regions</a:t>
            </a:r>
            <a:r>
              <a:rPr sz="2400" spc="-35"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20" dirty="0">
                <a:solidFill>
                  <a:srgbClr val="273139"/>
                </a:solidFill>
                <a:latin typeface="Times New Roman"/>
                <a:cs typeface="Times New Roman"/>
              </a:rPr>
              <a:t> </a:t>
            </a:r>
            <a:r>
              <a:rPr sz="2400" spc="-120" dirty="0">
                <a:solidFill>
                  <a:srgbClr val="273139"/>
                </a:solidFill>
                <a:latin typeface="Times New Roman"/>
                <a:cs typeface="Times New Roman"/>
              </a:rPr>
              <a:t>be</a:t>
            </a:r>
            <a:r>
              <a:rPr sz="2400" spc="-25" dirty="0">
                <a:solidFill>
                  <a:srgbClr val="273139"/>
                </a:solidFill>
                <a:latin typeface="Times New Roman"/>
                <a:cs typeface="Times New Roman"/>
              </a:rPr>
              <a:t> </a:t>
            </a:r>
            <a:r>
              <a:rPr sz="2400" spc="-100" dirty="0">
                <a:solidFill>
                  <a:srgbClr val="273139"/>
                </a:solidFill>
                <a:latin typeface="Times New Roman"/>
                <a:cs typeface="Times New Roman"/>
              </a:rPr>
              <a:t>created</a:t>
            </a:r>
            <a:r>
              <a:rPr sz="2400" spc="-25" dirty="0">
                <a:solidFill>
                  <a:srgbClr val="273139"/>
                </a:solidFill>
                <a:latin typeface="Times New Roman"/>
                <a:cs typeface="Times New Roman"/>
              </a:rPr>
              <a:t> </a:t>
            </a:r>
            <a:r>
              <a:rPr sz="2400" spc="-110" dirty="0">
                <a:solidFill>
                  <a:srgbClr val="273139"/>
                </a:solidFill>
                <a:latin typeface="Times New Roman"/>
                <a:cs typeface="Times New Roman"/>
              </a:rPr>
              <a:t>from</a:t>
            </a:r>
            <a:r>
              <a:rPr sz="2400" spc="-25" dirty="0">
                <a:solidFill>
                  <a:srgbClr val="273139"/>
                </a:solidFill>
                <a:latin typeface="Times New Roman"/>
                <a:cs typeface="Times New Roman"/>
              </a:rPr>
              <a:t> </a:t>
            </a:r>
            <a:r>
              <a:rPr sz="2400" spc="-10" dirty="0">
                <a:solidFill>
                  <a:srgbClr val="273139"/>
                </a:solidFill>
                <a:latin typeface="Times New Roman"/>
                <a:cs typeface="Times New Roman"/>
              </a:rPr>
              <a:t>snapshots.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32054" y="893445"/>
            <a:ext cx="8312784" cy="5532755"/>
          </a:xfrm>
          <a:prstGeom prst="rect">
            <a:avLst/>
          </a:prstGeom>
        </p:spPr>
        <p:txBody>
          <a:bodyPr vert="horz" wrap="square" lIns="0" tIns="13335" rIns="0" bIns="0" rtlCol="0">
            <a:spAutoFit/>
          </a:bodyPr>
          <a:lstStyle/>
          <a:p>
            <a:pPr marL="285750" indent="-273050">
              <a:lnSpc>
                <a:spcPct val="100000"/>
              </a:lnSpc>
              <a:spcBef>
                <a:spcPts val="105"/>
              </a:spcBef>
              <a:buClr>
                <a:srgbClr val="D24717"/>
              </a:buClr>
              <a:buSzPct val="84615"/>
              <a:buFont typeface="Segoe UI Symbol"/>
              <a:buChar char="⚫"/>
              <a:tabLst>
                <a:tab pos="285750" algn="l"/>
              </a:tabLst>
            </a:pPr>
            <a:r>
              <a:rPr sz="2600" b="1" spc="-60" dirty="0">
                <a:solidFill>
                  <a:srgbClr val="273139"/>
                </a:solidFill>
                <a:latin typeface="Times New Roman"/>
                <a:cs typeface="Times New Roman"/>
              </a:rPr>
              <a:t>Features</a:t>
            </a:r>
            <a:r>
              <a:rPr sz="2600" b="1" spc="-55" dirty="0">
                <a:solidFill>
                  <a:srgbClr val="273139"/>
                </a:solidFill>
                <a:latin typeface="Times New Roman"/>
                <a:cs typeface="Times New Roman"/>
              </a:rPr>
              <a:t> </a:t>
            </a:r>
            <a:r>
              <a:rPr sz="2600" b="1" dirty="0">
                <a:solidFill>
                  <a:srgbClr val="273139"/>
                </a:solidFill>
                <a:latin typeface="Times New Roman"/>
                <a:cs typeface="Times New Roman"/>
              </a:rPr>
              <a:t>of</a:t>
            </a:r>
            <a:r>
              <a:rPr sz="2600" b="1" spc="-70" dirty="0">
                <a:solidFill>
                  <a:srgbClr val="273139"/>
                </a:solidFill>
                <a:latin typeface="Times New Roman"/>
                <a:cs typeface="Times New Roman"/>
              </a:rPr>
              <a:t> </a:t>
            </a:r>
            <a:r>
              <a:rPr sz="2600" b="1" spc="-275" dirty="0">
                <a:solidFill>
                  <a:srgbClr val="273139"/>
                </a:solidFill>
                <a:latin typeface="Times New Roman"/>
                <a:cs typeface="Times New Roman"/>
              </a:rPr>
              <a:t>EBS</a:t>
            </a:r>
            <a:r>
              <a:rPr sz="2600" b="1" spc="-65" dirty="0">
                <a:solidFill>
                  <a:srgbClr val="273139"/>
                </a:solidFill>
                <a:latin typeface="Times New Roman"/>
                <a:cs typeface="Times New Roman"/>
              </a:rPr>
              <a:t> </a:t>
            </a:r>
            <a:r>
              <a:rPr sz="2600" b="1" spc="-10" dirty="0">
                <a:solidFill>
                  <a:srgbClr val="273139"/>
                </a:solidFill>
                <a:latin typeface="Times New Roman"/>
                <a:cs typeface="Times New Roman"/>
              </a:rPr>
              <a:t>(contd..</a:t>
            </a:r>
            <a:endParaRPr sz="2600">
              <a:latin typeface="Times New Roman"/>
              <a:cs typeface="Times New Roman"/>
            </a:endParaRPr>
          </a:p>
          <a:p>
            <a:pPr marL="287020" marR="15875" indent="-274320" algn="just">
              <a:lnSpc>
                <a:spcPct val="100000"/>
              </a:lnSpc>
              <a:spcBef>
                <a:spcPts val="2400"/>
              </a:spcBef>
              <a:buClr>
                <a:srgbClr val="D24717"/>
              </a:buClr>
              <a:buSzPct val="84615"/>
              <a:buFont typeface="Arial MT"/>
              <a:buChar char="•"/>
              <a:tabLst>
                <a:tab pos="287020" algn="l"/>
              </a:tabLst>
            </a:pPr>
            <a:r>
              <a:rPr sz="2600" b="1" dirty="0">
                <a:solidFill>
                  <a:srgbClr val="273139"/>
                </a:solidFill>
                <a:latin typeface="Times New Roman"/>
                <a:cs typeface="Times New Roman"/>
              </a:rPr>
              <a:t>Encryption:</a:t>
            </a:r>
            <a:r>
              <a:rPr sz="2600" b="1" spc="65" dirty="0">
                <a:solidFill>
                  <a:srgbClr val="273139"/>
                </a:solidFill>
                <a:latin typeface="Times New Roman"/>
                <a:cs typeface="Times New Roman"/>
              </a:rPr>
              <a:t> </a:t>
            </a:r>
            <a:r>
              <a:rPr sz="2600" spc="-40" dirty="0">
                <a:solidFill>
                  <a:srgbClr val="273139"/>
                </a:solidFill>
                <a:latin typeface="Times New Roman"/>
                <a:cs typeface="Times New Roman"/>
              </a:rPr>
              <a:t>Encryption</a:t>
            </a:r>
            <a:r>
              <a:rPr sz="2600" spc="135" dirty="0">
                <a:solidFill>
                  <a:srgbClr val="273139"/>
                </a:solidFill>
                <a:latin typeface="Times New Roman"/>
                <a:cs typeface="Times New Roman"/>
              </a:rPr>
              <a:t> </a:t>
            </a:r>
            <a:r>
              <a:rPr sz="2600" dirty="0">
                <a:solidFill>
                  <a:srgbClr val="273139"/>
                </a:solidFill>
                <a:latin typeface="Times New Roman"/>
                <a:cs typeface="Times New Roman"/>
              </a:rPr>
              <a:t>can</a:t>
            </a:r>
            <a:r>
              <a:rPr sz="2600" spc="135" dirty="0">
                <a:solidFill>
                  <a:srgbClr val="273139"/>
                </a:solidFill>
                <a:latin typeface="Times New Roman"/>
                <a:cs typeface="Times New Roman"/>
              </a:rPr>
              <a:t> </a:t>
            </a:r>
            <a:r>
              <a:rPr sz="2600" dirty="0">
                <a:solidFill>
                  <a:srgbClr val="273139"/>
                </a:solidFill>
                <a:latin typeface="Times New Roman"/>
                <a:cs typeface="Times New Roman"/>
              </a:rPr>
              <a:t>be</a:t>
            </a:r>
            <a:r>
              <a:rPr sz="2600" spc="135" dirty="0">
                <a:solidFill>
                  <a:srgbClr val="273139"/>
                </a:solidFill>
                <a:latin typeface="Times New Roman"/>
                <a:cs typeface="Times New Roman"/>
              </a:rPr>
              <a:t> </a:t>
            </a:r>
            <a:r>
              <a:rPr sz="2600" dirty="0">
                <a:solidFill>
                  <a:srgbClr val="273139"/>
                </a:solidFill>
                <a:latin typeface="Times New Roman"/>
                <a:cs typeface="Times New Roman"/>
              </a:rPr>
              <a:t>a</a:t>
            </a:r>
            <a:r>
              <a:rPr sz="2600" spc="135" dirty="0">
                <a:solidFill>
                  <a:srgbClr val="273139"/>
                </a:solidFill>
                <a:latin typeface="Times New Roman"/>
                <a:cs typeface="Times New Roman"/>
              </a:rPr>
              <a:t> </a:t>
            </a:r>
            <a:r>
              <a:rPr sz="2600" spc="-10" dirty="0">
                <a:solidFill>
                  <a:srgbClr val="273139"/>
                </a:solidFill>
                <a:latin typeface="Times New Roman"/>
                <a:cs typeface="Times New Roman"/>
              </a:rPr>
              <a:t>basic</a:t>
            </a:r>
            <a:r>
              <a:rPr sz="2600" spc="130" dirty="0">
                <a:solidFill>
                  <a:srgbClr val="273139"/>
                </a:solidFill>
                <a:latin typeface="Times New Roman"/>
                <a:cs typeface="Times New Roman"/>
              </a:rPr>
              <a:t> </a:t>
            </a:r>
            <a:r>
              <a:rPr sz="2600" spc="-20" dirty="0">
                <a:solidFill>
                  <a:srgbClr val="273139"/>
                </a:solidFill>
                <a:latin typeface="Times New Roman"/>
                <a:cs typeface="Times New Roman"/>
              </a:rPr>
              <a:t>requirement</a:t>
            </a:r>
            <a:r>
              <a:rPr sz="2600" spc="130" dirty="0">
                <a:solidFill>
                  <a:srgbClr val="273139"/>
                </a:solidFill>
                <a:latin typeface="Times New Roman"/>
                <a:cs typeface="Times New Roman"/>
              </a:rPr>
              <a:t> </a:t>
            </a:r>
            <a:r>
              <a:rPr sz="2600" dirty="0">
                <a:solidFill>
                  <a:srgbClr val="273139"/>
                </a:solidFill>
                <a:latin typeface="Times New Roman"/>
                <a:cs typeface="Times New Roman"/>
              </a:rPr>
              <a:t>when</a:t>
            </a:r>
            <a:r>
              <a:rPr sz="2600" spc="130" dirty="0">
                <a:solidFill>
                  <a:srgbClr val="273139"/>
                </a:solidFill>
                <a:latin typeface="Times New Roman"/>
                <a:cs typeface="Times New Roman"/>
              </a:rPr>
              <a:t> </a:t>
            </a:r>
            <a:r>
              <a:rPr sz="2600" spc="-25" dirty="0">
                <a:solidFill>
                  <a:srgbClr val="273139"/>
                </a:solidFill>
                <a:latin typeface="Times New Roman"/>
                <a:cs typeface="Times New Roman"/>
              </a:rPr>
              <a:t>it </a:t>
            </a:r>
            <a:r>
              <a:rPr sz="2600" spc="-150" dirty="0">
                <a:solidFill>
                  <a:srgbClr val="273139"/>
                </a:solidFill>
                <a:latin typeface="Times New Roman"/>
                <a:cs typeface="Times New Roman"/>
              </a:rPr>
              <a:t>comes</a:t>
            </a:r>
            <a:r>
              <a:rPr sz="2600" spc="-15" dirty="0">
                <a:solidFill>
                  <a:srgbClr val="273139"/>
                </a:solidFill>
                <a:latin typeface="Times New Roman"/>
                <a:cs typeface="Times New Roman"/>
              </a:rPr>
              <a:t> </a:t>
            </a:r>
            <a:r>
              <a:rPr sz="2600" dirty="0">
                <a:solidFill>
                  <a:srgbClr val="273139"/>
                </a:solidFill>
                <a:latin typeface="Times New Roman"/>
                <a:cs typeface="Times New Roman"/>
              </a:rPr>
              <a:t>to</a:t>
            </a:r>
            <a:r>
              <a:rPr sz="2600" spc="-160" dirty="0">
                <a:solidFill>
                  <a:srgbClr val="273139"/>
                </a:solidFill>
                <a:latin typeface="Times New Roman"/>
                <a:cs typeface="Times New Roman"/>
              </a:rPr>
              <a:t> </a:t>
            </a:r>
            <a:r>
              <a:rPr sz="2600" spc="-105" dirty="0">
                <a:solidFill>
                  <a:srgbClr val="273139"/>
                </a:solidFill>
                <a:latin typeface="Times New Roman"/>
                <a:cs typeface="Times New Roman"/>
              </a:rPr>
              <a:t>storage.</a:t>
            </a:r>
            <a:r>
              <a:rPr sz="2600" spc="-60" dirty="0">
                <a:solidFill>
                  <a:srgbClr val="273139"/>
                </a:solidFill>
                <a:latin typeface="Times New Roman"/>
                <a:cs typeface="Times New Roman"/>
              </a:rPr>
              <a:t> </a:t>
            </a:r>
            <a:r>
              <a:rPr sz="2600" spc="-170" dirty="0">
                <a:solidFill>
                  <a:srgbClr val="273139"/>
                </a:solidFill>
                <a:latin typeface="Times New Roman"/>
                <a:cs typeface="Times New Roman"/>
              </a:rPr>
              <a:t>This</a:t>
            </a:r>
            <a:r>
              <a:rPr sz="2600" spc="10" dirty="0">
                <a:solidFill>
                  <a:srgbClr val="273139"/>
                </a:solidFill>
                <a:latin typeface="Times New Roman"/>
                <a:cs typeface="Times New Roman"/>
              </a:rPr>
              <a:t> </a:t>
            </a:r>
            <a:r>
              <a:rPr sz="2600" spc="-165" dirty="0">
                <a:solidFill>
                  <a:srgbClr val="273139"/>
                </a:solidFill>
                <a:latin typeface="Times New Roman"/>
                <a:cs typeface="Times New Roman"/>
              </a:rPr>
              <a:t>can</a:t>
            </a:r>
            <a:r>
              <a:rPr sz="2600" dirty="0">
                <a:solidFill>
                  <a:srgbClr val="273139"/>
                </a:solidFill>
                <a:latin typeface="Times New Roman"/>
                <a:cs typeface="Times New Roman"/>
              </a:rPr>
              <a:t> </a:t>
            </a:r>
            <a:r>
              <a:rPr sz="2600" spc="-95" dirty="0">
                <a:solidFill>
                  <a:srgbClr val="273139"/>
                </a:solidFill>
                <a:latin typeface="Times New Roman"/>
                <a:cs typeface="Times New Roman"/>
              </a:rPr>
              <a:t>be</a:t>
            </a:r>
            <a:r>
              <a:rPr sz="2600" spc="-60" dirty="0">
                <a:solidFill>
                  <a:srgbClr val="273139"/>
                </a:solidFill>
                <a:latin typeface="Times New Roman"/>
                <a:cs typeface="Times New Roman"/>
              </a:rPr>
              <a:t> </a:t>
            </a:r>
            <a:r>
              <a:rPr sz="2600" spc="-100" dirty="0">
                <a:solidFill>
                  <a:srgbClr val="273139"/>
                </a:solidFill>
                <a:latin typeface="Times New Roman"/>
                <a:cs typeface="Times New Roman"/>
              </a:rPr>
              <a:t>due</a:t>
            </a:r>
            <a:r>
              <a:rPr sz="2600" spc="-25" dirty="0">
                <a:solidFill>
                  <a:srgbClr val="273139"/>
                </a:solidFill>
                <a:latin typeface="Times New Roman"/>
                <a:cs typeface="Times New Roman"/>
              </a:rPr>
              <a:t> </a:t>
            </a:r>
            <a:r>
              <a:rPr sz="2600" dirty="0">
                <a:solidFill>
                  <a:srgbClr val="273139"/>
                </a:solidFill>
                <a:latin typeface="Times New Roman"/>
                <a:cs typeface="Times New Roman"/>
              </a:rPr>
              <a:t>to</a:t>
            </a:r>
            <a:r>
              <a:rPr sz="2600" spc="-30" dirty="0">
                <a:solidFill>
                  <a:srgbClr val="273139"/>
                </a:solidFill>
                <a:latin typeface="Times New Roman"/>
                <a:cs typeface="Times New Roman"/>
              </a:rPr>
              <a:t> </a:t>
            </a:r>
            <a:r>
              <a:rPr sz="2600" spc="-35" dirty="0">
                <a:solidFill>
                  <a:srgbClr val="273139"/>
                </a:solidFill>
                <a:latin typeface="Times New Roman"/>
                <a:cs typeface="Times New Roman"/>
              </a:rPr>
              <a:t>the</a:t>
            </a:r>
            <a:r>
              <a:rPr sz="2600" spc="-20" dirty="0">
                <a:solidFill>
                  <a:srgbClr val="273139"/>
                </a:solidFill>
                <a:latin typeface="Times New Roman"/>
                <a:cs typeface="Times New Roman"/>
              </a:rPr>
              <a:t> </a:t>
            </a:r>
            <a:r>
              <a:rPr sz="2600" spc="-114" dirty="0">
                <a:solidFill>
                  <a:srgbClr val="273139"/>
                </a:solidFill>
                <a:latin typeface="Times New Roman"/>
                <a:cs typeface="Times New Roman"/>
              </a:rPr>
              <a:t>government</a:t>
            </a:r>
            <a:r>
              <a:rPr sz="2600" spc="-25" dirty="0">
                <a:solidFill>
                  <a:srgbClr val="273139"/>
                </a:solidFill>
                <a:latin typeface="Times New Roman"/>
                <a:cs typeface="Times New Roman"/>
              </a:rPr>
              <a:t> </a:t>
            </a:r>
            <a:r>
              <a:rPr sz="2600" spc="-165" dirty="0">
                <a:solidFill>
                  <a:srgbClr val="273139"/>
                </a:solidFill>
                <a:latin typeface="Times New Roman"/>
                <a:cs typeface="Times New Roman"/>
              </a:rPr>
              <a:t>of</a:t>
            </a:r>
            <a:r>
              <a:rPr sz="2600" dirty="0">
                <a:solidFill>
                  <a:srgbClr val="273139"/>
                </a:solidFill>
                <a:latin typeface="Times New Roman"/>
                <a:cs typeface="Times New Roman"/>
              </a:rPr>
              <a:t> </a:t>
            </a:r>
            <a:r>
              <a:rPr sz="2600" spc="-70" dirty="0">
                <a:solidFill>
                  <a:srgbClr val="273139"/>
                </a:solidFill>
                <a:latin typeface="Times New Roman"/>
                <a:cs typeface="Times New Roman"/>
              </a:rPr>
              <a:t>regulatory </a:t>
            </a:r>
            <a:r>
              <a:rPr sz="2600" spc="-125" dirty="0">
                <a:solidFill>
                  <a:srgbClr val="273139"/>
                </a:solidFill>
                <a:latin typeface="Times New Roman"/>
                <a:cs typeface="Times New Roman"/>
              </a:rPr>
              <a:t>compliance.</a:t>
            </a:r>
            <a:r>
              <a:rPr sz="2600" spc="-114" dirty="0">
                <a:solidFill>
                  <a:srgbClr val="273139"/>
                </a:solidFill>
                <a:latin typeface="Times New Roman"/>
                <a:cs typeface="Times New Roman"/>
              </a:rPr>
              <a:t> </a:t>
            </a:r>
            <a:r>
              <a:rPr sz="2600" spc="-355" dirty="0">
                <a:solidFill>
                  <a:srgbClr val="273139"/>
                </a:solidFill>
                <a:latin typeface="Times New Roman"/>
                <a:cs typeface="Times New Roman"/>
              </a:rPr>
              <a:t>EBS</a:t>
            </a:r>
            <a:r>
              <a:rPr sz="2600" spc="-20" dirty="0">
                <a:solidFill>
                  <a:srgbClr val="273139"/>
                </a:solidFill>
                <a:latin typeface="Times New Roman"/>
                <a:cs typeface="Times New Roman"/>
              </a:rPr>
              <a:t> </a:t>
            </a:r>
            <a:r>
              <a:rPr sz="2600" spc="-130" dirty="0">
                <a:solidFill>
                  <a:srgbClr val="273139"/>
                </a:solidFill>
                <a:latin typeface="Times New Roman"/>
                <a:cs typeface="Times New Roman"/>
              </a:rPr>
              <a:t>offers</a:t>
            </a:r>
            <a:r>
              <a:rPr sz="2600" dirty="0">
                <a:solidFill>
                  <a:srgbClr val="273139"/>
                </a:solidFill>
                <a:latin typeface="Times New Roman"/>
                <a:cs typeface="Times New Roman"/>
              </a:rPr>
              <a:t> </a:t>
            </a:r>
            <a:r>
              <a:rPr sz="2600" spc="-170" dirty="0">
                <a:solidFill>
                  <a:srgbClr val="273139"/>
                </a:solidFill>
                <a:latin typeface="Times New Roman"/>
                <a:cs typeface="Times New Roman"/>
              </a:rPr>
              <a:t>an</a:t>
            </a:r>
            <a:r>
              <a:rPr sz="2600" spc="10" dirty="0">
                <a:solidFill>
                  <a:srgbClr val="273139"/>
                </a:solidFill>
                <a:latin typeface="Times New Roman"/>
                <a:cs typeface="Times New Roman"/>
              </a:rPr>
              <a:t> </a:t>
            </a:r>
            <a:r>
              <a:rPr sz="2600" b="1" spc="-290" dirty="0">
                <a:solidFill>
                  <a:srgbClr val="273139"/>
                </a:solidFill>
                <a:latin typeface="Times New Roman"/>
                <a:cs typeface="Times New Roman"/>
              </a:rPr>
              <a:t>AWS</a:t>
            </a:r>
            <a:r>
              <a:rPr sz="2600" b="1" spc="-10" dirty="0">
                <a:solidFill>
                  <a:srgbClr val="273139"/>
                </a:solidFill>
                <a:latin typeface="Times New Roman"/>
                <a:cs typeface="Times New Roman"/>
              </a:rPr>
              <a:t> </a:t>
            </a:r>
            <a:r>
              <a:rPr sz="2600" b="1" spc="-25" dirty="0">
                <a:solidFill>
                  <a:srgbClr val="273139"/>
                </a:solidFill>
                <a:latin typeface="Times New Roman"/>
                <a:cs typeface="Times New Roman"/>
              </a:rPr>
              <a:t>managed</a:t>
            </a:r>
            <a:r>
              <a:rPr sz="2600" b="1" spc="-10" dirty="0">
                <a:solidFill>
                  <a:srgbClr val="273139"/>
                </a:solidFill>
                <a:latin typeface="Times New Roman"/>
                <a:cs typeface="Times New Roman"/>
              </a:rPr>
              <a:t> </a:t>
            </a:r>
            <a:r>
              <a:rPr sz="2600" b="1" dirty="0">
                <a:solidFill>
                  <a:srgbClr val="273139"/>
                </a:solidFill>
                <a:latin typeface="Times New Roman"/>
                <a:cs typeface="Times New Roman"/>
              </a:rPr>
              <a:t>encryption</a:t>
            </a:r>
            <a:r>
              <a:rPr sz="2600" b="1" spc="-10" dirty="0">
                <a:solidFill>
                  <a:srgbClr val="273139"/>
                </a:solidFill>
                <a:latin typeface="Times New Roman"/>
                <a:cs typeface="Times New Roman"/>
              </a:rPr>
              <a:t> feature.</a:t>
            </a:r>
            <a:endParaRPr sz="2600">
              <a:latin typeface="Times New Roman"/>
              <a:cs typeface="Times New Roman"/>
            </a:endParaRPr>
          </a:p>
          <a:p>
            <a:pPr marL="756285" lvl="1" indent="-286385">
              <a:lnSpc>
                <a:spcPct val="100000"/>
              </a:lnSpc>
              <a:spcBef>
                <a:spcPts val="2230"/>
              </a:spcBef>
              <a:buClr>
                <a:srgbClr val="9B2C1F"/>
              </a:buClr>
              <a:buSzPct val="85416"/>
              <a:buFont typeface="Arial MT"/>
              <a:buChar char="•"/>
              <a:tabLst>
                <a:tab pos="756285" algn="l"/>
              </a:tabLst>
            </a:pPr>
            <a:r>
              <a:rPr sz="2400" spc="-105" dirty="0">
                <a:solidFill>
                  <a:srgbClr val="273139"/>
                </a:solidFill>
                <a:latin typeface="Times New Roman"/>
                <a:cs typeface="Times New Roman"/>
              </a:rPr>
              <a:t>Users</a:t>
            </a:r>
            <a:r>
              <a:rPr sz="2400" spc="-10" dirty="0">
                <a:solidFill>
                  <a:srgbClr val="273139"/>
                </a:solidFill>
                <a:latin typeface="Times New Roman"/>
                <a:cs typeface="Times New Roman"/>
              </a:rPr>
              <a:t> </a:t>
            </a:r>
            <a:r>
              <a:rPr sz="2400" spc="-140" dirty="0">
                <a:solidFill>
                  <a:srgbClr val="273139"/>
                </a:solidFill>
                <a:latin typeface="Times New Roman"/>
                <a:cs typeface="Times New Roman"/>
              </a:rPr>
              <a:t>can</a:t>
            </a:r>
            <a:r>
              <a:rPr sz="2400" spc="5" dirty="0">
                <a:solidFill>
                  <a:srgbClr val="273139"/>
                </a:solidFill>
                <a:latin typeface="Times New Roman"/>
                <a:cs typeface="Times New Roman"/>
              </a:rPr>
              <a:t> </a:t>
            </a:r>
            <a:r>
              <a:rPr sz="2400" spc="-130" dirty="0">
                <a:solidFill>
                  <a:srgbClr val="273139"/>
                </a:solidFill>
                <a:latin typeface="Times New Roman"/>
                <a:cs typeface="Times New Roman"/>
              </a:rPr>
              <a:t>enable</a:t>
            </a:r>
            <a:r>
              <a:rPr sz="2400" spc="-5" dirty="0">
                <a:solidFill>
                  <a:srgbClr val="273139"/>
                </a:solidFill>
                <a:latin typeface="Times New Roman"/>
                <a:cs typeface="Times New Roman"/>
              </a:rPr>
              <a:t> </a:t>
            </a:r>
            <a:r>
              <a:rPr sz="2400" spc="-95" dirty="0">
                <a:solidFill>
                  <a:srgbClr val="273139"/>
                </a:solidFill>
                <a:latin typeface="Times New Roman"/>
                <a:cs typeface="Times New Roman"/>
              </a:rPr>
              <a:t>encryption</a:t>
            </a:r>
            <a:r>
              <a:rPr sz="2400" spc="5" dirty="0">
                <a:solidFill>
                  <a:srgbClr val="273139"/>
                </a:solidFill>
                <a:latin typeface="Times New Roman"/>
                <a:cs typeface="Times New Roman"/>
              </a:rPr>
              <a:t> </a:t>
            </a:r>
            <a:r>
              <a:rPr sz="2400" spc="-120" dirty="0">
                <a:solidFill>
                  <a:srgbClr val="273139"/>
                </a:solidFill>
                <a:latin typeface="Times New Roman"/>
                <a:cs typeface="Times New Roman"/>
              </a:rPr>
              <a:t>when</a:t>
            </a:r>
            <a:r>
              <a:rPr sz="2400" spc="5" dirty="0">
                <a:solidFill>
                  <a:srgbClr val="273139"/>
                </a:solidFill>
                <a:latin typeface="Times New Roman"/>
                <a:cs typeface="Times New Roman"/>
              </a:rPr>
              <a:t> </a:t>
            </a:r>
            <a:r>
              <a:rPr sz="2400" spc="-100" dirty="0">
                <a:solidFill>
                  <a:srgbClr val="273139"/>
                </a:solidFill>
                <a:latin typeface="Times New Roman"/>
                <a:cs typeface="Times New Roman"/>
              </a:rPr>
              <a:t>creating</a:t>
            </a:r>
            <a:r>
              <a:rPr sz="2400" dirty="0">
                <a:solidFill>
                  <a:srgbClr val="273139"/>
                </a:solidFill>
                <a:latin typeface="Times New Roman"/>
                <a:cs typeface="Times New Roman"/>
              </a:rPr>
              <a:t> </a:t>
            </a:r>
            <a:r>
              <a:rPr sz="2400" spc="-330" dirty="0">
                <a:solidFill>
                  <a:srgbClr val="273139"/>
                </a:solidFill>
                <a:latin typeface="Times New Roman"/>
                <a:cs typeface="Times New Roman"/>
              </a:rPr>
              <a:t>EBS</a:t>
            </a:r>
            <a:r>
              <a:rPr sz="2400" spc="5" dirty="0">
                <a:solidFill>
                  <a:srgbClr val="273139"/>
                </a:solidFill>
                <a:latin typeface="Times New Roman"/>
                <a:cs typeface="Times New Roman"/>
              </a:rPr>
              <a:t> </a:t>
            </a:r>
            <a:r>
              <a:rPr sz="2400" spc="-145" dirty="0">
                <a:solidFill>
                  <a:srgbClr val="273139"/>
                </a:solidFill>
                <a:latin typeface="Times New Roman"/>
                <a:cs typeface="Times New Roman"/>
              </a:rPr>
              <a:t>volumes</a:t>
            </a:r>
            <a:r>
              <a:rPr sz="2400" spc="5" dirty="0">
                <a:solidFill>
                  <a:srgbClr val="273139"/>
                </a:solidFill>
                <a:latin typeface="Times New Roman"/>
                <a:cs typeface="Times New Roman"/>
              </a:rPr>
              <a:t> </a:t>
            </a:r>
            <a:r>
              <a:rPr sz="2400" spc="-200" dirty="0">
                <a:solidFill>
                  <a:srgbClr val="273139"/>
                </a:solidFill>
                <a:latin typeface="Times New Roman"/>
                <a:cs typeface="Times New Roman"/>
              </a:rPr>
              <a:t>by</a:t>
            </a:r>
            <a:r>
              <a:rPr sz="2400" spc="5" dirty="0">
                <a:solidFill>
                  <a:srgbClr val="273139"/>
                </a:solidFill>
                <a:latin typeface="Times New Roman"/>
                <a:cs typeface="Times New Roman"/>
              </a:rPr>
              <a:t> </a:t>
            </a:r>
            <a:r>
              <a:rPr sz="2400" spc="-65" dirty="0">
                <a:solidFill>
                  <a:srgbClr val="273139"/>
                </a:solidFill>
                <a:latin typeface="Times New Roman"/>
                <a:cs typeface="Times New Roman"/>
              </a:rPr>
              <a:t>clicking</a:t>
            </a:r>
            <a:endParaRPr sz="2400">
              <a:latin typeface="Times New Roman"/>
              <a:cs typeface="Times New Roman"/>
            </a:endParaRPr>
          </a:p>
          <a:p>
            <a:pPr marL="756285">
              <a:lnSpc>
                <a:spcPct val="100000"/>
              </a:lnSpc>
            </a:pPr>
            <a:r>
              <a:rPr sz="2400" spc="-110" dirty="0">
                <a:solidFill>
                  <a:srgbClr val="273139"/>
                </a:solidFill>
                <a:latin typeface="Times New Roman"/>
                <a:cs typeface="Times New Roman"/>
              </a:rPr>
              <a:t>on</a:t>
            </a:r>
            <a:r>
              <a:rPr sz="2400" spc="-65"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60" dirty="0">
                <a:solidFill>
                  <a:srgbClr val="273139"/>
                </a:solidFill>
                <a:latin typeface="Times New Roman"/>
                <a:cs typeface="Times New Roman"/>
              </a:rPr>
              <a:t> </a:t>
            </a:r>
            <a:r>
              <a:rPr sz="2400" spc="-10" dirty="0">
                <a:solidFill>
                  <a:srgbClr val="273139"/>
                </a:solidFill>
                <a:latin typeface="Times New Roman"/>
                <a:cs typeface="Times New Roman"/>
              </a:rPr>
              <a:t>checkbox.</a:t>
            </a:r>
            <a:endParaRPr sz="2400">
              <a:latin typeface="Times New Roman"/>
              <a:cs typeface="Times New Roman"/>
            </a:endParaRPr>
          </a:p>
          <a:p>
            <a:pPr marL="756285" marR="15875" lvl="1" indent="-287020">
              <a:lnSpc>
                <a:spcPct val="100000"/>
              </a:lnSpc>
              <a:spcBef>
                <a:spcPts val="805"/>
              </a:spcBef>
              <a:buClr>
                <a:srgbClr val="9B2C1F"/>
              </a:buClr>
              <a:buSzPct val="85416"/>
              <a:buFont typeface="Arial MT"/>
              <a:buChar char="•"/>
              <a:tabLst>
                <a:tab pos="756285" algn="l"/>
                <a:tab pos="2135505" algn="l"/>
                <a:tab pos="2807970" algn="l"/>
                <a:tab pos="3296920" algn="l"/>
                <a:tab pos="4422140" algn="l"/>
                <a:tab pos="4831715" algn="l"/>
                <a:tab pos="5331460" algn="l"/>
                <a:tab pos="5909310" algn="l"/>
                <a:tab pos="7482840" algn="l"/>
              </a:tabLst>
            </a:pPr>
            <a:r>
              <a:rPr sz="2400" spc="-10" dirty="0">
                <a:solidFill>
                  <a:srgbClr val="273139"/>
                </a:solidFill>
                <a:latin typeface="Times New Roman"/>
                <a:cs typeface="Times New Roman"/>
              </a:rPr>
              <a:t>Encryption</a:t>
            </a:r>
            <a:r>
              <a:rPr sz="2400" dirty="0">
                <a:solidFill>
                  <a:srgbClr val="273139"/>
                </a:solidFill>
                <a:latin typeface="Times New Roman"/>
                <a:cs typeface="Times New Roman"/>
              </a:rPr>
              <a:t>	</a:t>
            </a:r>
            <a:r>
              <a:rPr sz="2400" spc="-20" dirty="0">
                <a:solidFill>
                  <a:srgbClr val="273139"/>
                </a:solidFill>
                <a:latin typeface="Times New Roman"/>
                <a:cs typeface="Times New Roman"/>
              </a:rPr>
              <a:t>Keys</a:t>
            </a:r>
            <a:r>
              <a:rPr sz="2400" dirty="0">
                <a:solidFill>
                  <a:srgbClr val="273139"/>
                </a:solidFill>
                <a:latin typeface="Times New Roman"/>
                <a:cs typeface="Times New Roman"/>
              </a:rPr>
              <a:t>	</a:t>
            </a:r>
            <a:r>
              <a:rPr sz="2400" spc="-25" dirty="0">
                <a:solidFill>
                  <a:srgbClr val="273139"/>
                </a:solidFill>
                <a:latin typeface="Times New Roman"/>
                <a:cs typeface="Times New Roman"/>
              </a:rPr>
              <a:t>are</a:t>
            </a:r>
            <a:r>
              <a:rPr sz="2400" dirty="0">
                <a:solidFill>
                  <a:srgbClr val="273139"/>
                </a:solidFill>
                <a:latin typeface="Times New Roman"/>
                <a:cs typeface="Times New Roman"/>
              </a:rPr>
              <a:t>	</a:t>
            </a:r>
            <a:r>
              <a:rPr sz="2400" spc="-10" dirty="0">
                <a:solidFill>
                  <a:srgbClr val="273139"/>
                </a:solidFill>
                <a:latin typeface="Times New Roman"/>
                <a:cs typeface="Times New Roman"/>
              </a:rPr>
              <a:t>managed</a:t>
            </a:r>
            <a:r>
              <a:rPr sz="2400" dirty="0">
                <a:solidFill>
                  <a:srgbClr val="273139"/>
                </a:solidFill>
                <a:latin typeface="Times New Roman"/>
                <a:cs typeface="Times New Roman"/>
              </a:rPr>
              <a:t>	</a:t>
            </a:r>
            <a:r>
              <a:rPr sz="2400" spc="-25" dirty="0">
                <a:solidFill>
                  <a:srgbClr val="273139"/>
                </a:solidFill>
                <a:latin typeface="Times New Roman"/>
                <a:cs typeface="Times New Roman"/>
              </a:rPr>
              <a:t>by</a:t>
            </a:r>
            <a:r>
              <a:rPr sz="2400" dirty="0">
                <a:solidFill>
                  <a:srgbClr val="273139"/>
                </a:solidFill>
                <a:latin typeface="Times New Roman"/>
                <a:cs typeface="Times New Roman"/>
              </a:rPr>
              <a:t>	</a:t>
            </a:r>
            <a:r>
              <a:rPr sz="2400" spc="-25" dirty="0">
                <a:solidFill>
                  <a:srgbClr val="273139"/>
                </a:solidFill>
                <a:latin typeface="Times New Roman"/>
                <a:cs typeface="Times New Roman"/>
              </a:rPr>
              <a:t>the</a:t>
            </a:r>
            <a:r>
              <a:rPr sz="2400" dirty="0">
                <a:solidFill>
                  <a:srgbClr val="273139"/>
                </a:solidFill>
                <a:latin typeface="Times New Roman"/>
                <a:cs typeface="Times New Roman"/>
              </a:rPr>
              <a:t>	</a:t>
            </a:r>
            <a:r>
              <a:rPr sz="2400" spc="-25" dirty="0">
                <a:solidFill>
                  <a:srgbClr val="273139"/>
                </a:solidFill>
                <a:latin typeface="Times New Roman"/>
                <a:cs typeface="Times New Roman"/>
              </a:rPr>
              <a:t>Key</a:t>
            </a:r>
            <a:r>
              <a:rPr sz="2400" dirty="0">
                <a:solidFill>
                  <a:srgbClr val="273139"/>
                </a:solidFill>
                <a:latin typeface="Times New Roman"/>
                <a:cs typeface="Times New Roman"/>
              </a:rPr>
              <a:t>	</a:t>
            </a:r>
            <a:r>
              <a:rPr sz="2400" spc="-25" dirty="0">
                <a:solidFill>
                  <a:srgbClr val="273139"/>
                </a:solidFill>
                <a:latin typeface="Times New Roman"/>
                <a:cs typeface="Times New Roman"/>
              </a:rPr>
              <a:t>Management</a:t>
            </a:r>
            <a:r>
              <a:rPr sz="2400" dirty="0">
                <a:solidFill>
                  <a:srgbClr val="273139"/>
                </a:solidFill>
                <a:latin typeface="Times New Roman"/>
                <a:cs typeface="Times New Roman"/>
              </a:rPr>
              <a:t>	</a:t>
            </a:r>
            <a:r>
              <a:rPr sz="2400" spc="-135" dirty="0">
                <a:solidFill>
                  <a:srgbClr val="273139"/>
                </a:solidFill>
                <a:latin typeface="Times New Roman"/>
                <a:cs typeface="Times New Roman"/>
              </a:rPr>
              <a:t>Service </a:t>
            </a:r>
            <a:r>
              <a:rPr sz="2400" spc="-210" dirty="0">
                <a:solidFill>
                  <a:srgbClr val="273139"/>
                </a:solidFill>
                <a:latin typeface="Times New Roman"/>
                <a:cs typeface="Times New Roman"/>
              </a:rPr>
              <a:t>(KMS)</a:t>
            </a:r>
            <a:r>
              <a:rPr sz="2400" spc="-25" dirty="0">
                <a:solidFill>
                  <a:srgbClr val="273139"/>
                </a:solidFill>
                <a:latin typeface="Times New Roman"/>
                <a:cs typeface="Times New Roman"/>
              </a:rPr>
              <a:t> </a:t>
            </a:r>
            <a:r>
              <a:rPr sz="2400" spc="-125" dirty="0">
                <a:solidFill>
                  <a:srgbClr val="273139"/>
                </a:solidFill>
                <a:latin typeface="Times New Roman"/>
                <a:cs typeface="Times New Roman"/>
              </a:rPr>
              <a:t>provided</a:t>
            </a:r>
            <a:r>
              <a:rPr sz="2400" spc="-25" dirty="0">
                <a:solidFill>
                  <a:srgbClr val="273139"/>
                </a:solidFill>
                <a:latin typeface="Times New Roman"/>
                <a:cs typeface="Times New Roman"/>
              </a:rPr>
              <a:t> </a:t>
            </a:r>
            <a:r>
              <a:rPr sz="2400" spc="-200" dirty="0">
                <a:solidFill>
                  <a:srgbClr val="273139"/>
                </a:solidFill>
                <a:latin typeface="Times New Roman"/>
                <a:cs typeface="Times New Roman"/>
              </a:rPr>
              <a:t>by</a:t>
            </a:r>
            <a:r>
              <a:rPr sz="2400" spc="-210" dirty="0">
                <a:solidFill>
                  <a:srgbClr val="273139"/>
                </a:solidFill>
                <a:latin typeface="Times New Roman"/>
                <a:cs typeface="Times New Roman"/>
              </a:rPr>
              <a:t> </a:t>
            </a:r>
            <a:r>
              <a:rPr sz="2400" spc="-20" dirty="0">
                <a:solidFill>
                  <a:srgbClr val="273139"/>
                </a:solidFill>
                <a:latin typeface="Times New Roman"/>
                <a:cs typeface="Times New Roman"/>
              </a:rPr>
              <a:t>AWS.</a:t>
            </a:r>
            <a:endParaRPr sz="2400">
              <a:latin typeface="Times New Roman"/>
              <a:cs typeface="Times New Roman"/>
            </a:endParaRPr>
          </a:p>
          <a:p>
            <a:pPr marL="756285" lvl="1" indent="-286385">
              <a:lnSpc>
                <a:spcPct val="100000"/>
              </a:lnSpc>
              <a:spcBef>
                <a:spcPts val="795"/>
              </a:spcBef>
              <a:buClr>
                <a:srgbClr val="9B2C1F"/>
              </a:buClr>
              <a:buSzPct val="85416"/>
              <a:buFont typeface="Arial MT"/>
              <a:buChar char="•"/>
              <a:tabLst>
                <a:tab pos="756285" algn="l"/>
              </a:tabLst>
            </a:pPr>
            <a:r>
              <a:rPr sz="2400" spc="-114" dirty="0">
                <a:solidFill>
                  <a:srgbClr val="273139"/>
                </a:solidFill>
                <a:latin typeface="Times New Roman"/>
                <a:cs typeface="Times New Roman"/>
              </a:rPr>
              <a:t>Encrypted</a:t>
            </a:r>
            <a:r>
              <a:rPr sz="2400" spc="-30" dirty="0">
                <a:solidFill>
                  <a:srgbClr val="273139"/>
                </a:solidFill>
                <a:latin typeface="Times New Roman"/>
                <a:cs typeface="Times New Roman"/>
              </a:rPr>
              <a:t> </a:t>
            </a:r>
            <a:r>
              <a:rPr sz="2400" spc="-150" dirty="0">
                <a:solidFill>
                  <a:srgbClr val="273139"/>
                </a:solidFill>
                <a:latin typeface="Times New Roman"/>
                <a:cs typeface="Times New Roman"/>
              </a:rPr>
              <a:t>volumes</a:t>
            </a:r>
            <a:r>
              <a:rPr sz="2400" spc="-65"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35" dirty="0">
                <a:solidFill>
                  <a:srgbClr val="273139"/>
                </a:solidFill>
                <a:latin typeface="Times New Roman"/>
                <a:cs typeface="Times New Roman"/>
              </a:rPr>
              <a:t> </a:t>
            </a:r>
            <a:r>
              <a:rPr sz="2400" spc="-145" dirty="0">
                <a:solidFill>
                  <a:srgbClr val="273139"/>
                </a:solidFill>
                <a:latin typeface="Times New Roman"/>
                <a:cs typeface="Times New Roman"/>
              </a:rPr>
              <a:t>only</a:t>
            </a:r>
            <a:r>
              <a:rPr sz="2400" spc="-55" dirty="0">
                <a:solidFill>
                  <a:srgbClr val="273139"/>
                </a:solidFill>
                <a:latin typeface="Times New Roman"/>
                <a:cs typeface="Times New Roman"/>
              </a:rPr>
              <a:t> </a:t>
            </a:r>
            <a:r>
              <a:rPr sz="2400" spc="-120" dirty="0">
                <a:solidFill>
                  <a:srgbClr val="273139"/>
                </a:solidFill>
                <a:latin typeface="Times New Roman"/>
                <a:cs typeface="Times New Roman"/>
              </a:rPr>
              <a:t>be</a:t>
            </a:r>
            <a:r>
              <a:rPr sz="2400" spc="-45" dirty="0">
                <a:solidFill>
                  <a:srgbClr val="273139"/>
                </a:solidFill>
                <a:latin typeface="Times New Roman"/>
                <a:cs typeface="Times New Roman"/>
              </a:rPr>
              <a:t> </a:t>
            </a:r>
            <a:r>
              <a:rPr sz="2400" spc="-105" dirty="0">
                <a:solidFill>
                  <a:srgbClr val="273139"/>
                </a:solidFill>
                <a:latin typeface="Times New Roman"/>
                <a:cs typeface="Times New Roman"/>
              </a:rPr>
              <a:t>attached</a:t>
            </a:r>
            <a:r>
              <a:rPr sz="2400" spc="-35" dirty="0">
                <a:solidFill>
                  <a:srgbClr val="273139"/>
                </a:solidFill>
                <a:latin typeface="Times New Roman"/>
                <a:cs typeface="Times New Roman"/>
              </a:rPr>
              <a:t> </a:t>
            </a:r>
            <a:r>
              <a:rPr sz="2400" dirty="0">
                <a:solidFill>
                  <a:srgbClr val="273139"/>
                </a:solidFill>
                <a:latin typeface="Times New Roman"/>
                <a:cs typeface="Times New Roman"/>
              </a:rPr>
              <a:t>to</a:t>
            </a:r>
            <a:r>
              <a:rPr sz="2400" spc="-35" dirty="0">
                <a:solidFill>
                  <a:srgbClr val="273139"/>
                </a:solidFill>
                <a:latin typeface="Times New Roman"/>
                <a:cs typeface="Times New Roman"/>
              </a:rPr>
              <a:t> </a:t>
            </a:r>
            <a:r>
              <a:rPr sz="2400" spc="-100" dirty="0">
                <a:solidFill>
                  <a:srgbClr val="273139"/>
                </a:solidFill>
                <a:latin typeface="Times New Roman"/>
                <a:cs typeface="Times New Roman"/>
              </a:rPr>
              <a:t>selected</a:t>
            </a:r>
            <a:r>
              <a:rPr sz="2400" spc="-40" dirty="0">
                <a:solidFill>
                  <a:srgbClr val="273139"/>
                </a:solidFill>
                <a:latin typeface="Times New Roman"/>
                <a:cs typeface="Times New Roman"/>
              </a:rPr>
              <a:t> </a:t>
            </a:r>
            <a:r>
              <a:rPr sz="2400" spc="-114" dirty="0">
                <a:solidFill>
                  <a:srgbClr val="273139"/>
                </a:solidFill>
                <a:latin typeface="Times New Roman"/>
                <a:cs typeface="Times New Roman"/>
              </a:rPr>
              <a:t>instance</a:t>
            </a:r>
            <a:r>
              <a:rPr sz="2400" spc="-55" dirty="0">
                <a:solidFill>
                  <a:srgbClr val="273139"/>
                </a:solidFill>
                <a:latin typeface="Times New Roman"/>
                <a:cs typeface="Times New Roman"/>
              </a:rPr>
              <a:t> </a:t>
            </a:r>
            <a:r>
              <a:rPr sz="2400" spc="-10" dirty="0">
                <a:solidFill>
                  <a:srgbClr val="273139"/>
                </a:solidFill>
                <a:latin typeface="Times New Roman"/>
                <a:cs typeface="Times New Roman"/>
              </a:rPr>
              <a:t>types.</a:t>
            </a:r>
            <a:endParaRPr sz="2400">
              <a:latin typeface="Times New Roman"/>
              <a:cs typeface="Times New Roman"/>
            </a:endParaRPr>
          </a:p>
          <a:p>
            <a:pPr marL="756285" lvl="1" indent="-286385">
              <a:lnSpc>
                <a:spcPct val="100000"/>
              </a:lnSpc>
              <a:spcBef>
                <a:spcPts val="800"/>
              </a:spcBef>
              <a:buClr>
                <a:srgbClr val="9B2C1F"/>
              </a:buClr>
              <a:buSzPct val="85416"/>
              <a:buFont typeface="Arial MT"/>
              <a:buChar char="•"/>
              <a:tabLst>
                <a:tab pos="756285" algn="l"/>
              </a:tabLst>
            </a:pPr>
            <a:r>
              <a:rPr sz="2400" spc="-120" dirty="0">
                <a:solidFill>
                  <a:srgbClr val="273139"/>
                </a:solidFill>
                <a:latin typeface="Times New Roman"/>
                <a:cs typeface="Times New Roman"/>
              </a:rPr>
              <a:t>Encryption</a:t>
            </a:r>
            <a:r>
              <a:rPr sz="2400" spc="-5" dirty="0">
                <a:solidFill>
                  <a:srgbClr val="273139"/>
                </a:solidFill>
                <a:latin typeface="Times New Roman"/>
                <a:cs typeface="Times New Roman"/>
              </a:rPr>
              <a:t> </a:t>
            </a:r>
            <a:r>
              <a:rPr sz="2400" spc="-150" dirty="0">
                <a:solidFill>
                  <a:srgbClr val="273139"/>
                </a:solidFill>
                <a:latin typeface="Times New Roman"/>
                <a:cs typeface="Times New Roman"/>
              </a:rPr>
              <a:t>uses</a:t>
            </a:r>
            <a:r>
              <a:rPr sz="2400" spc="-20" dirty="0">
                <a:solidFill>
                  <a:srgbClr val="273139"/>
                </a:solidFill>
                <a:latin typeface="Times New Roman"/>
                <a:cs typeface="Times New Roman"/>
              </a:rPr>
              <a:t> </a:t>
            </a:r>
            <a:r>
              <a:rPr sz="2400" spc="-75" dirty="0">
                <a:solidFill>
                  <a:srgbClr val="273139"/>
                </a:solidFill>
                <a:latin typeface="Times New Roman"/>
                <a:cs typeface="Times New Roman"/>
              </a:rPr>
              <a:t>the</a:t>
            </a:r>
            <a:r>
              <a:rPr sz="2400" spc="-220" dirty="0">
                <a:solidFill>
                  <a:srgbClr val="273139"/>
                </a:solidFill>
                <a:latin typeface="Times New Roman"/>
                <a:cs typeface="Times New Roman"/>
              </a:rPr>
              <a:t> </a:t>
            </a:r>
            <a:r>
              <a:rPr sz="2400" spc="-250" dirty="0">
                <a:solidFill>
                  <a:srgbClr val="273139"/>
                </a:solidFill>
                <a:latin typeface="Times New Roman"/>
                <a:cs typeface="Times New Roman"/>
              </a:rPr>
              <a:t>AES-</a:t>
            </a:r>
            <a:r>
              <a:rPr sz="2400" spc="-114" dirty="0">
                <a:solidFill>
                  <a:srgbClr val="273139"/>
                </a:solidFill>
                <a:latin typeface="Times New Roman"/>
                <a:cs typeface="Times New Roman"/>
              </a:rPr>
              <a:t>256</a:t>
            </a:r>
            <a:r>
              <a:rPr sz="2400" spc="-15" dirty="0">
                <a:solidFill>
                  <a:srgbClr val="273139"/>
                </a:solidFill>
                <a:latin typeface="Times New Roman"/>
                <a:cs typeface="Times New Roman"/>
              </a:rPr>
              <a:t> </a:t>
            </a:r>
            <a:r>
              <a:rPr sz="2400" spc="-10" dirty="0">
                <a:solidFill>
                  <a:srgbClr val="273139"/>
                </a:solidFill>
                <a:latin typeface="Times New Roman"/>
                <a:cs typeface="Times New Roman"/>
              </a:rPr>
              <a:t>algorithm.</a:t>
            </a:r>
            <a:endParaRPr sz="2400">
              <a:latin typeface="Times New Roman"/>
              <a:cs typeface="Times New Roman"/>
            </a:endParaRPr>
          </a:p>
          <a:p>
            <a:pPr marL="756285" marR="5080" lvl="1" indent="-287020">
              <a:lnSpc>
                <a:spcPct val="100000"/>
              </a:lnSpc>
              <a:spcBef>
                <a:spcPts val="805"/>
              </a:spcBef>
              <a:buClr>
                <a:srgbClr val="9B2C1F"/>
              </a:buClr>
              <a:buSzPct val="85416"/>
              <a:buFont typeface="Arial MT"/>
              <a:buChar char="•"/>
              <a:tabLst>
                <a:tab pos="756285" algn="l"/>
                <a:tab pos="1983105" algn="l"/>
                <a:tab pos="2676525" algn="l"/>
                <a:tab pos="3938904" algn="l"/>
                <a:tab pos="5005705" algn="l"/>
                <a:tab pos="5496560" algn="l"/>
                <a:tab pos="6760209" algn="l"/>
                <a:tab pos="7303770" algn="l"/>
              </a:tabLst>
            </a:pPr>
            <a:r>
              <a:rPr sz="2400" spc="-20" dirty="0">
                <a:solidFill>
                  <a:srgbClr val="273139"/>
                </a:solidFill>
                <a:latin typeface="Times New Roman"/>
                <a:cs typeface="Times New Roman"/>
              </a:rPr>
              <a:t>Snapshots</a:t>
            </a:r>
            <a:r>
              <a:rPr sz="2400" dirty="0">
                <a:solidFill>
                  <a:srgbClr val="273139"/>
                </a:solidFill>
                <a:latin typeface="Times New Roman"/>
                <a:cs typeface="Times New Roman"/>
              </a:rPr>
              <a:t>	</a:t>
            </a:r>
            <a:r>
              <a:rPr sz="2400" spc="-20" dirty="0">
                <a:solidFill>
                  <a:srgbClr val="273139"/>
                </a:solidFill>
                <a:latin typeface="Times New Roman"/>
                <a:cs typeface="Times New Roman"/>
              </a:rPr>
              <a:t>from</a:t>
            </a:r>
            <a:r>
              <a:rPr sz="2400" dirty="0">
                <a:solidFill>
                  <a:srgbClr val="273139"/>
                </a:solidFill>
                <a:latin typeface="Times New Roman"/>
                <a:cs typeface="Times New Roman"/>
              </a:rPr>
              <a:t>	</a:t>
            </a:r>
            <a:r>
              <a:rPr sz="2400" spc="-10" dirty="0">
                <a:solidFill>
                  <a:srgbClr val="273139"/>
                </a:solidFill>
                <a:latin typeface="Times New Roman"/>
                <a:cs typeface="Times New Roman"/>
              </a:rPr>
              <a:t>encrypted</a:t>
            </a:r>
            <a:r>
              <a:rPr sz="2400" dirty="0">
                <a:solidFill>
                  <a:srgbClr val="273139"/>
                </a:solidFill>
                <a:latin typeface="Times New Roman"/>
                <a:cs typeface="Times New Roman"/>
              </a:rPr>
              <a:t>	</a:t>
            </a:r>
            <a:r>
              <a:rPr sz="2400" spc="-10" dirty="0">
                <a:solidFill>
                  <a:srgbClr val="273139"/>
                </a:solidFill>
                <a:latin typeface="Times New Roman"/>
                <a:cs typeface="Times New Roman"/>
              </a:rPr>
              <a:t>volumes</a:t>
            </a:r>
            <a:r>
              <a:rPr sz="2400" dirty="0">
                <a:solidFill>
                  <a:srgbClr val="273139"/>
                </a:solidFill>
                <a:latin typeface="Times New Roman"/>
                <a:cs typeface="Times New Roman"/>
              </a:rPr>
              <a:t>	</a:t>
            </a:r>
            <a:r>
              <a:rPr sz="2400" spc="-25" dirty="0">
                <a:solidFill>
                  <a:srgbClr val="273139"/>
                </a:solidFill>
                <a:latin typeface="Times New Roman"/>
                <a:cs typeface="Times New Roman"/>
              </a:rPr>
              <a:t>are</a:t>
            </a:r>
            <a:r>
              <a:rPr sz="2400" dirty="0">
                <a:solidFill>
                  <a:srgbClr val="273139"/>
                </a:solidFill>
                <a:latin typeface="Times New Roman"/>
                <a:cs typeface="Times New Roman"/>
              </a:rPr>
              <a:t>	</a:t>
            </a:r>
            <a:r>
              <a:rPr sz="2400" spc="-10" dirty="0">
                <a:solidFill>
                  <a:srgbClr val="273139"/>
                </a:solidFill>
                <a:latin typeface="Times New Roman"/>
                <a:cs typeface="Times New Roman"/>
              </a:rPr>
              <a:t>encrypted</a:t>
            </a:r>
            <a:r>
              <a:rPr sz="2400" dirty="0">
                <a:solidFill>
                  <a:srgbClr val="273139"/>
                </a:solidFill>
                <a:latin typeface="Times New Roman"/>
                <a:cs typeface="Times New Roman"/>
              </a:rPr>
              <a:t>	</a:t>
            </a:r>
            <a:r>
              <a:rPr sz="2400" spc="-25" dirty="0">
                <a:solidFill>
                  <a:srgbClr val="273139"/>
                </a:solidFill>
                <a:latin typeface="Times New Roman"/>
                <a:cs typeface="Times New Roman"/>
              </a:rPr>
              <a:t>and</a:t>
            </a:r>
            <a:r>
              <a:rPr sz="2400" dirty="0">
                <a:solidFill>
                  <a:srgbClr val="273139"/>
                </a:solidFill>
                <a:latin typeface="Times New Roman"/>
                <a:cs typeface="Times New Roman"/>
              </a:rPr>
              <a:t>	</a:t>
            </a:r>
            <a:r>
              <a:rPr sz="2400" spc="-140" dirty="0">
                <a:solidFill>
                  <a:srgbClr val="273139"/>
                </a:solidFill>
                <a:latin typeface="Times New Roman"/>
                <a:cs typeface="Times New Roman"/>
              </a:rPr>
              <a:t>similarly, </a:t>
            </a:r>
            <a:r>
              <a:rPr sz="2400" spc="-150" dirty="0">
                <a:solidFill>
                  <a:srgbClr val="273139"/>
                </a:solidFill>
                <a:latin typeface="Times New Roman"/>
                <a:cs typeface="Times New Roman"/>
              </a:rPr>
              <a:t>volumes</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created</a:t>
            </a:r>
            <a:r>
              <a:rPr sz="2400" spc="-35" dirty="0">
                <a:solidFill>
                  <a:srgbClr val="273139"/>
                </a:solidFill>
                <a:latin typeface="Times New Roman"/>
                <a:cs typeface="Times New Roman"/>
              </a:rPr>
              <a:t> </a:t>
            </a:r>
            <a:r>
              <a:rPr sz="2400" spc="-110" dirty="0">
                <a:solidFill>
                  <a:srgbClr val="273139"/>
                </a:solidFill>
                <a:latin typeface="Times New Roman"/>
                <a:cs typeface="Times New Roman"/>
              </a:rPr>
              <a:t>from</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snapshots</a:t>
            </a:r>
            <a:r>
              <a:rPr sz="2400" spc="-70" dirty="0">
                <a:solidFill>
                  <a:srgbClr val="273139"/>
                </a:solidFill>
                <a:latin typeface="Times New Roman"/>
                <a:cs typeface="Times New Roman"/>
              </a:rPr>
              <a:t> </a:t>
            </a:r>
            <a:r>
              <a:rPr sz="2400" spc="-100" dirty="0">
                <a:solidFill>
                  <a:srgbClr val="273139"/>
                </a:solidFill>
                <a:latin typeface="Times New Roman"/>
                <a:cs typeface="Times New Roman"/>
              </a:rPr>
              <a:t>are</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encrypted.</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 dirty="0"/>
              <a:t>Storage-</a:t>
            </a:r>
            <a:r>
              <a:rPr spc="-90" dirty="0"/>
              <a:t>Amazon</a:t>
            </a:r>
            <a:r>
              <a:rPr spc="-60"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193954" y="893445"/>
            <a:ext cx="8347075" cy="5768340"/>
          </a:xfrm>
          <a:prstGeom prst="rect">
            <a:avLst/>
          </a:prstGeom>
        </p:spPr>
        <p:txBody>
          <a:bodyPr vert="horz" wrap="square" lIns="0" tIns="13335" rIns="0" bIns="0" rtlCol="0">
            <a:spAutoFit/>
          </a:bodyPr>
          <a:lstStyle/>
          <a:p>
            <a:pPr marL="323850" indent="-273050">
              <a:lnSpc>
                <a:spcPct val="100000"/>
              </a:lnSpc>
              <a:spcBef>
                <a:spcPts val="105"/>
              </a:spcBef>
              <a:buClr>
                <a:srgbClr val="D24717"/>
              </a:buClr>
              <a:buSzPct val="84615"/>
              <a:buFont typeface="Segoe UI Symbol"/>
              <a:buChar char="⚫"/>
              <a:tabLst>
                <a:tab pos="323850" algn="l"/>
              </a:tabLst>
            </a:pPr>
            <a:r>
              <a:rPr sz="2600" b="1" spc="-60" dirty="0">
                <a:solidFill>
                  <a:srgbClr val="273139"/>
                </a:solidFill>
                <a:latin typeface="Times New Roman"/>
                <a:cs typeface="Times New Roman"/>
              </a:rPr>
              <a:t>Features</a:t>
            </a:r>
            <a:r>
              <a:rPr sz="2600" b="1" spc="-55" dirty="0">
                <a:solidFill>
                  <a:srgbClr val="273139"/>
                </a:solidFill>
                <a:latin typeface="Times New Roman"/>
                <a:cs typeface="Times New Roman"/>
              </a:rPr>
              <a:t> </a:t>
            </a:r>
            <a:r>
              <a:rPr sz="2600" b="1" dirty="0">
                <a:solidFill>
                  <a:srgbClr val="273139"/>
                </a:solidFill>
                <a:latin typeface="Times New Roman"/>
                <a:cs typeface="Times New Roman"/>
              </a:rPr>
              <a:t>of</a:t>
            </a:r>
            <a:r>
              <a:rPr sz="2600" b="1" spc="-70" dirty="0">
                <a:solidFill>
                  <a:srgbClr val="273139"/>
                </a:solidFill>
                <a:latin typeface="Times New Roman"/>
                <a:cs typeface="Times New Roman"/>
              </a:rPr>
              <a:t> </a:t>
            </a:r>
            <a:r>
              <a:rPr sz="2600" b="1" spc="-275" dirty="0">
                <a:solidFill>
                  <a:srgbClr val="273139"/>
                </a:solidFill>
                <a:latin typeface="Times New Roman"/>
                <a:cs typeface="Times New Roman"/>
              </a:rPr>
              <a:t>EBS</a:t>
            </a:r>
            <a:r>
              <a:rPr sz="2600" b="1" spc="-65" dirty="0">
                <a:solidFill>
                  <a:srgbClr val="273139"/>
                </a:solidFill>
                <a:latin typeface="Times New Roman"/>
                <a:cs typeface="Times New Roman"/>
              </a:rPr>
              <a:t> </a:t>
            </a:r>
            <a:r>
              <a:rPr sz="2600" b="1" spc="-10" dirty="0">
                <a:solidFill>
                  <a:srgbClr val="273139"/>
                </a:solidFill>
                <a:latin typeface="Times New Roman"/>
                <a:cs typeface="Times New Roman"/>
              </a:rPr>
              <a:t>(contd..</a:t>
            </a:r>
            <a:endParaRPr sz="2600">
              <a:latin typeface="Times New Roman"/>
              <a:cs typeface="Times New Roman"/>
            </a:endParaRPr>
          </a:p>
          <a:p>
            <a:pPr marL="325120" marR="265430" indent="-274320">
              <a:lnSpc>
                <a:spcPct val="100000"/>
              </a:lnSpc>
              <a:spcBef>
                <a:spcPts val="2400"/>
              </a:spcBef>
              <a:buClr>
                <a:srgbClr val="D24717"/>
              </a:buClr>
              <a:buSzPct val="84615"/>
              <a:buFont typeface="Arial MT"/>
              <a:buChar char="•"/>
              <a:tabLst>
                <a:tab pos="325120" algn="l"/>
              </a:tabLst>
            </a:pPr>
            <a:r>
              <a:rPr sz="2600" b="1" spc="-85" dirty="0">
                <a:solidFill>
                  <a:srgbClr val="273139"/>
                </a:solidFill>
                <a:latin typeface="Times New Roman"/>
                <a:cs typeface="Times New Roman"/>
              </a:rPr>
              <a:t>Charges:</a:t>
            </a:r>
            <a:r>
              <a:rPr sz="2600" b="1" spc="-170" dirty="0">
                <a:solidFill>
                  <a:srgbClr val="273139"/>
                </a:solidFill>
                <a:latin typeface="Times New Roman"/>
                <a:cs typeface="Times New Roman"/>
              </a:rPr>
              <a:t> </a:t>
            </a:r>
            <a:r>
              <a:rPr sz="2600" spc="-140" dirty="0">
                <a:solidFill>
                  <a:srgbClr val="273139"/>
                </a:solidFill>
                <a:latin typeface="Times New Roman"/>
                <a:cs typeface="Times New Roman"/>
              </a:rPr>
              <a:t>Unlike</a:t>
            </a:r>
            <a:r>
              <a:rPr sz="2600" spc="-260" dirty="0">
                <a:solidFill>
                  <a:srgbClr val="273139"/>
                </a:solidFill>
                <a:latin typeface="Times New Roman"/>
                <a:cs typeface="Times New Roman"/>
              </a:rPr>
              <a:t> </a:t>
            </a:r>
            <a:r>
              <a:rPr sz="2600" spc="-355" dirty="0">
                <a:solidFill>
                  <a:srgbClr val="273139"/>
                </a:solidFill>
                <a:latin typeface="Times New Roman"/>
                <a:cs typeface="Times New Roman"/>
              </a:rPr>
              <a:t>AWS</a:t>
            </a:r>
            <a:r>
              <a:rPr sz="2600" spc="-30" dirty="0">
                <a:solidFill>
                  <a:srgbClr val="273139"/>
                </a:solidFill>
                <a:latin typeface="Times New Roman"/>
                <a:cs typeface="Times New Roman"/>
              </a:rPr>
              <a:t> </a:t>
            </a:r>
            <a:r>
              <a:rPr sz="2600" spc="-140" dirty="0">
                <a:solidFill>
                  <a:srgbClr val="273139"/>
                </a:solidFill>
                <a:latin typeface="Times New Roman"/>
                <a:cs typeface="Times New Roman"/>
              </a:rPr>
              <a:t>S3,</a:t>
            </a:r>
            <a:r>
              <a:rPr sz="2600" spc="-130" dirty="0">
                <a:solidFill>
                  <a:srgbClr val="273139"/>
                </a:solidFill>
                <a:latin typeface="Times New Roman"/>
                <a:cs typeface="Times New Roman"/>
              </a:rPr>
              <a:t> </a:t>
            </a:r>
            <a:r>
              <a:rPr sz="2600" spc="-110" dirty="0">
                <a:solidFill>
                  <a:srgbClr val="273139"/>
                </a:solidFill>
                <a:latin typeface="Times New Roman"/>
                <a:cs typeface="Times New Roman"/>
              </a:rPr>
              <a:t>where</a:t>
            </a:r>
            <a:r>
              <a:rPr sz="2600" spc="-65" dirty="0">
                <a:solidFill>
                  <a:srgbClr val="273139"/>
                </a:solidFill>
                <a:latin typeface="Times New Roman"/>
                <a:cs typeface="Times New Roman"/>
              </a:rPr>
              <a:t> </a:t>
            </a:r>
            <a:r>
              <a:rPr sz="2600" spc="-175" dirty="0">
                <a:solidFill>
                  <a:srgbClr val="273139"/>
                </a:solidFill>
                <a:latin typeface="Times New Roman"/>
                <a:cs typeface="Times New Roman"/>
              </a:rPr>
              <a:t>you</a:t>
            </a:r>
            <a:r>
              <a:rPr sz="2600" spc="-45" dirty="0">
                <a:solidFill>
                  <a:srgbClr val="273139"/>
                </a:solidFill>
                <a:latin typeface="Times New Roman"/>
                <a:cs typeface="Times New Roman"/>
              </a:rPr>
              <a:t> </a:t>
            </a:r>
            <a:r>
              <a:rPr sz="2600" spc="-105" dirty="0">
                <a:solidFill>
                  <a:srgbClr val="273139"/>
                </a:solidFill>
                <a:latin typeface="Times New Roman"/>
                <a:cs typeface="Times New Roman"/>
              </a:rPr>
              <a:t>are</a:t>
            </a:r>
            <a:r>
              <a:rPr sz="2600" spc="-35" dirty="0">
                <a:solidFill>
                  <a:srgbClr val="273139"/>
                </a:solidFill>
                <a:latin typeface="Times New Roman"/>
                <a:cs typeface="Times New Roman"/>
              </a:rPr>
              <a:t> </a:t>
            </a:r>
            <a:r>
              <a:rPr sz="2600" spc="-135" dirty="0">
                <a:solidFill>
                  <a:srgbClr val="273139"/>
                </a:solidFill>
                <a:latin typeface="Times New Roman"/>
                <a:cs typeface="Times New Roman"/>
              </a:rPr>
              <a:t>charged</a:t>
            </a:r>
            <a:r>
              <a:rPr sz="2600" spc="-40" dirty="0">
                <a:solidFill>
                  <a:srgbClr val="273139"/>
                </a:solidFill>
                <a:latin typeface="Times New Roman"/>
                <a:cs typeface="Times New Roman"/>
              </a:rPr>
              <a:t> </a:t>
            </a:r>
            <a:r>
              <a:rPr sz="2600" spc="-100" dirty="0">
                <a:solidFill>
                  <a:srgbClr val="273139"/>
                </a:solidFill>
                <a:latin typeface="Times New Roman"/>
                <a:cs typeface="Times New Roman"/>
              </a:rPr>
              <a:t>for</a:t>
            </a:r>
            <a:r>
              <a:rPr sz="2600" spc="-35" dirty="0">
                <a:solidFill>
                  <a:srgbClr val="273139"/>
                </a:solidFill>
                <a:latin typeface="Times New Roman"/>
                <a:cs typeface="Times New Roman"/>
              </a:rPr>
              <a:t> </a:t>
            </a:r>
            <a:r>
              <a:rPr sz="2600" spc="-70" dirty="0">
                <a:solidFill>
                  <a:srgbClr val="273139"/>
                </a:solidFill>
                <a:latin typeface="Times New Roman"/>
                <a:cs typeface="Times New Roman"/>
              </a:rPr>
              <a:t>the</a:t>
            </a:r>
            <a:r>
              <a:rPr sz="2600" spc="-35" dirty="0">
                <a:solidFill>
                  <a:srgbClr val="273139"/>
                </a:solidFill>
                <a:latin typeface="Times New Roman"/>
                <a:cs typeface="Times New Roman"/>
              </a:rPr>
              <a:t> </a:t>
            </a:r>
            <a:r>
              <a:rPr sz="2600" spc="-80" dirty="0">
                <a:solidFill>
                  <a:srgbClr val="273139"/>
                </a:solidFill>
                <a:latin typeface="Times New Roman"/>
                <a:cs typeface="Times New Roman"/>
              </a:rPr>
              <a:t>storage </a:t>
            </a:r>
            <a:r>
              <a:rPr sz="2600" spc="-175" dirty="0">
                <a:solidFill>
                  <a:srgbClr val="273139"/>
                </a:solidFill>
                <a:latin typeface="Times New Roman"/>
                <a:cs typeface="Times New Roman"/>
              </a:rPr>
              <a:t>you</a:t>
            </a:r>
            <a:r>
              <a:rPr sz="2600" spc="-45" dirty="0">
                <a:solidFill>
                  <a:srgbClr val="273139"/>
                </a:solidFill>
                <a:latin typeface="Times New Roman"/>
                <a:cs typeface="Times New Roman"/>
              </a:rPr>
              <a:t> </a:t>
            </a:r>
            <a:r>
              <a:rPr sz="2600" spc="-125" dirty="0">
                <a:solidFill>
                  <a:srgbClr val="273139"/>
                </a:solidFill>
                <a:latin typeface="Times New Roman"/>
                <a:cs typeface="Times New Roman"/>
              </a:rPr>
              <a:t>consume,</a:t>
            </a:r>
            <a:r>
              <a:rPr sz="2600" spc="-355" dirty="0">
                <a:solidFill>
                  <a:srgbClr val="273139"/>
                </a:solidFill>
                <a:latin typeface="Times New Roman"/>
                <a:cs typeface="Times New Roman"/>
              </a:rPr>
              <a:t> AWS</a:t>
            </a:r>
            <a:r>
              <a:rPr sz="2600" spc="-25" dirty="0">
                <a:solidFill>
                  <a:srgbClr val="273139"/>
                </a:solidFill>
                <a:latin typeface="Times New Roman"/>
                <a:cs typeface="Times New Roman"/>
              </a:rPr>
              <a:t> </a:t>
            </a:r>
            <a:r>
              <a:rPr sz="2600" spc="-150" dirty="0">
                <a:solidFill>
                  <a:srgbClr val="273139"/>
                </a:solidFill>
                <a:latin typeface="Times New Roman"/>
                <a:cs typeface="Times New Roman"/>
              </a:rPr>
              <a:t>charges</a:t>
            </a:r>
            <a:r>
              <a:rPr sz="2600" spc="-25" dirty="0">
                <a:solidFill>
                  <a:srgbClr val="273139"/>
                </a:solidFill>
                <a:latin typeface="Times New Roman"/>
                <a:cs typeface="Times New Roman"/>
              </a:rPr>
              <a:t> </a:t>
            </a:r>
            <a:r>
              <a:rPr sz="2600" spc="-120" dirty="0">
                <a:solidFill>
                  <a:srgbClr val="273139"/>
                </a:solidFill>
                <a:latin typeface="Times New Roman"/>
                <a:cs typeface="Times New Roman"/>
              </a:rPr>
              <a:t>users</a:t>
            </a:r>
            <a:r>
              <a:rPr sz="2600" spc="-40" dirty="0">
                <a:solidFill>
                  <a:srgbClr val="273139"/>
                </a:solidFill>
                <a:latin typeface="Times New Roman"/>
                <a:cs typeface="Times New Roman"/>
              </a:rPr>
              <a:t> </a:t>
            </a:r>
            <a:r>
              <a:rPr sz="2600" spc="-100" dirty="0">
                <a:solidFill>
                  <a:srgbClr val="273139"/>
                </a:solidFill>
                <a:latin typeface="Times New Roman"/>
                <a:cs typeface="Times New Roman"/>
              </a:rPr>
              <a:t>for</a:t>
            </a:r>
            <a:r>
              <a:rPr sz="2600" spc="-30" dirty="0">
                <a:solidFill>
                  <a:srgbClr val="273139"/>
                </a:solidFill>
                <a:latin typeface="Times New Roman"/>
                <a:cs typeface="Times New Roman"/>
              </a:rPr>
              <a:t> </a:t>
            </a:r>
            <a:r>
              <a:rPr sz="2600" spc="-70" dirty="0">
                <a:solidFill>
                  <a:srgbClr val="273139"/>
                </a:solidFill>
                <a:latin typeface="Times New Roman"/>
                <a:cs typeface="Times New Roman"/>
              </a:rPr>
              <a:t>the</a:t>
            </a:r>
            <a:r>
              <a:rPr sz="2600" spc="-30" dirty="0">
                <a:solidFill>
                  <a:srgbClr val="273139"/>
                </a:solidFill>
                <a:latin typeface="Times New Roman"/>
                <a:cs typeface="Times New Roman"/>
              </a:rPr>
              <a:t> </a:t>
            </a:r>
            <a:r>
              <a:rPr sz="2600" spc="-125" dirty="0">
                <a:solidFill>
                  <a:srgbClr val="273139"/>
                </a:solidFill>
                <a:latin typeface="Times New Roman"/>
                <a:cs typeface="Times New Roman"/>
              </a:rPr>
              <a:t>storage</a:t>
            </a:r>
            <a:r>
              <a:rPr sz="2600" spc="-35" dirty="0">
                <a:solidFill>
                  <a:srgbClr val="273139"/>
                </a:solidFill>
                <a:latin typeface="Times New Roman"/>
                <a:cs typeface="Times New Roman"/>
              </a:rPr>
              <a:t> </a:t>
            </a:r>
            <a:r>
              <a:rPr sz="2600" spc="-175" dirty="0">
                <a:solidFill>
                  <a:srgbClr val="273139"/>
                </a:solidFill>
                <a:latin typeface="Times New Roman"/>
                <a:cs typeface="Times New Roman"/>
              </a:rPr>
              <a:t>you</a:t>
            </a:r>
            <a:r>
              <a:rPr sz="2600" spc="-40" dirty="0">
                <a:solidFill>
                  <a:srgbClr val="273139"/>
                </a:solidFill>
                <a:latin typeface="Times New Roman"/>
                <a:cs typeface="Times New Roman"/>
              </a:rPr>
              <a:t> </a:t>
            </a:r>
            <a:r>
              <a:rPr sz="2600" spc="-90" dirty="0">
                <a:solidFill>
                  <a:srgbClr val="273139"/>
                </a:solidFill>
                <a:latin typeface="Times New Roman"/>
                <a:cs typeface="Times New Roman"/>
              </a:rPr>
              <a:t>hold.</a:t>
            </a:r>
            <a:r>
              <a:rPr sz="2600" spc="-140" dirty="0">
                <a:solidFill>
                  <a:srgbClr val="273139"/>
                </a:solidFill>
                <a:latin typeface="Times New Roman"/>
                <a:cs typeface="Times New Roman"/>
              </a:rPr>
              <a:t> </a:t>
            </a:r>
            <a:r>
              <a:rPr sz="2600" spc="-25" dirty="0">
                <a:solidFill>
                  <a:srgbClr val="273139"/>
                </a:solidFill>
                <a:latin typeface="Times New Roman"/>
                <a:cs typeface="Times New Roman"/>
              </a:rPr>
              <a:t>For </a:t>
            </a:r>
            <a:r>
              <a:rPr sz="2600" spc="-140" dirty="0">
                <a:solidFill>
                  <a:srgbClr val="273139"/>
                </a:solidFill>
                <a:latin typeface="Times New Roman"/>
                <a:cs typeface="Times New Roman"/>
              </a:rPr>
              <a:t>example</a:t>
            </a:r>
            <a:r>
              <a:rPr sz="2600" spc="-65" dirty="0">
                <a:solidFill>
                  <a:srgbClr val="273139"/>
                </a:solidFill>
                <a:latin typeface="Times New Roman"/>
                <a:cs typeface="Times New Roman"/>
              </a:rPr>
              <a:t> </a:t>
            </a:r>
            <a:r>
              <a:rPr sz="2600" spc="-165" dirty="0">
                <a:solidFill>
                  <a:srgbClr val="273139"/>
                </a:solidFill>
                <a:latin typeface="Times New Roman"/>
                <a:cs typeface="Times New Roman"/>
              </a:rPr>
              <a:t>if</a:t>
            </a:r>
            <a:r>
              <a:rPr sz="2600" spc="-30" dirty="0">
                <a:solidFill>
                  <a:srgbClr val="273139"/>
                </a:solidFill>
                <a:latin typeface="Times New Roman"/>
                <a:cs typeface="Times New Roman"/>
              </a:rPr>
              <a:t> </a:t>
            </a:r>
            <a:r>
              <a:rPr sz="2600" spc="-175" dirty="0">
                <a:solidFill>
                  <a:srgbClr val="273139"/>
                </a:solidFill>
                <a:latin typeface="Times New Roman"/>
                <a:cs typeface="Times New Roman"/>
              </a:rPr>
              <a:t>you</a:t>
            </a:r>
            <a:r>
              <a:rPr sz="2600" spc="-50" dirty="0">
                <a:solidFill>
                  <a:srgbClr val="273139"/>
                </a:solidFill>
                <a:latin typeface="Times New Roman"/>
                <a:cs typeface="Times New Roman"/>
              </a:rPr>
              <a:t> </a:t>
            </a:r>
            <a:r>
              <a:rPr sz="2600" spc="-145" dirty="0">
                <a:solidFill>
                  <a:srgbClr val="273139"/>
                </a:solidFill>
                <a:latin typeface="Times New Roman"/>
                <a:cs typeface="Times New Roman"/>
              </a:rPr>
              <a:t>use</a:t>
            </a:r>
            <a:r>
              <a:rPr sz="2600" spc="-55" dirty="0">
                <a:solidFill>
                  <a:srgbClr val="273139"/>
                </a:solidFill>
                <a:latin typeface="Times New Roman"/>
                <a:cs typeface="Times New Roman"/>
              </a:rPr>
              <a:t> </a:t>
            </a:r>
            <a:r>
              <a:rPr sz="2600" spc="-125" dirty="0">
                <a:solidFill>
                  <a:srgbClr val="273139"/>
                </a:solidFill>
                <a:latin typeface="Times New Roman"/>
                <a:cs typeface="Times New Roman"/>
              </a:rPr>
              <a:t>1</a:t>
            </a:r>
            <a:r>
              <a:rPr sz="2600" spc="-40" dirty="0">
                <a:solidFill>
                  <a:srgbClr val="273139"/>
                </a:solidFill>
                <a:latin typeface="Times New Roman"/>
                <a:cs typeface="Times New Roman"/>
              </a:rPr>
              <a:t> </a:t>
            </a:r>
            <a:r>
              <a:rPr sz="2600" spc="-290" dirty="0">
                <a:solidFill>
                  <a:srgbClr val="273139"/>
                </a:solidFill>
                <a:latin typeface="Times New Roman"/>
                <a:cs typeface="Times New Roman"/>
              </a:rPr>
              <a:t>GB</a:t>
            </a:r>
            <a:r>
              <a:rPr sz="2600" spc="-55" dirty="0">
                <a:solidFill>
                  <a:srgbClr val="273139"/>
                </a:solidFill>
                <a:latin typeface="Times New Roman"/>
                <a:cs typeface="Times New Roman"/>
              </a:rPr>
              <a:t> </a:t>
            </a:r>
            <a:r>
              <a:rPr sz="2600" spc="-120" dirty="0">
                <a:solidFill>
                  <a:srgbClr val="273139"/>
                </a:solidFill>
                <a:latin typeface="Times New Roman"/>
                <a:cs typeface="Times New Roman"/>
              </a:rPr>
              <a:t>storage</a:t>
            </a:r>
            <a:r>
              <a:rPr sz="2600" spc="-40" dirty="0">
                <a:solidFill>
                  <a:srgbClr val="273139"/>
                </a:solidFill>
                <a:latin typeface="Times New Roman"/>
                <a:cs typeface="Times New Roman"/>
              </a:rPr>
              <a:t> </a:t>
            </a:r>
            <a:r>
              <a:rPr sz="2600" spc="-130" dirty="0">
                <a:solidFill>
                  <a:srgbClr val="273139"/>
                </a:solidFill>
                <a:latin typeface="Times New Roman"/>
                <a:cs typeface="Times New Roman"/>
              </a:rPr>
              <a:t>in</a:t>
            </a:r>
            <a:r>
              <a:rPr sz="2600" spc="-40" dirty="0">
                <a:solidFill>
                  <a:srgbClr val="273139"/>
                </a:solidFill>
                <a:latin typeface="Times New Roman"/>
                <a:cs typeface="Times New Roman"/>
              </a:rPr>
              <a:t> </a:t>
            </a:r>
            <a:r>
              <a:rPr sz="2600" spc="-215" dirty="0">
                <a:solidFill>
                  <a:srgbClr val="273139"/>
                </a:solidFill>
                <a:latin typeface="Times New Roman"/>
                <a:cs typeface="Times New Roman"/>
              </a:rPr>
              <a:t>a</a:t>
            </a:r>
            <a:r>
              <a:rPr sz="2600" spc="-40" dirty="0">
                <a:solidFill>
                  <a:srgbClr val="273139"/>
                </a:solidFill>
                <a:latin typeface="Times New Roman"/>
                <a:cs typeface="Times New Roman"/>
              </a:rPr>
              <a:t> </a:t>
            </a:r>
            <a:r>
              <a:rPr sz="2600" spc="-125" dirty="0">
                <a:solidFill>
                  <a:srgbClr val="273139"/>
                </a:solidFill>
                <a:latin typeface="Times New Roman"/>
                <a:cs typeface="Times New Roman"/>
              </a:rPr>
              <a:t>5</a:t>
            </a:r>
            <a:r>
              <a:rPr sz="2600" spc="-40" dirty="0">
                <a:solidFill>
                  <a:srgbClr val="273139"/>
                </a:solidFill>
                <a:latin typeface="Times New Roman"/>
                <a:cs typeface="Times New Roman"/>
              </a:rPr>
              <a:t> </a:t>
            </a:r>
            <a:r>
              <a:rPr sz="2600" spc="-300" dirty="0">
                <a:solidFill>
                  <a:srgbClr val="273139"/>
                </a:solidFill>
                <a:latin typeface="Times New Roman"/>
                <a:cs typeface="Times New Roman"/>
              </a:rPr>
              <a:t>GB</a:t>
            </a:r>
            <a:r>
              <a:rPr sz="2600" spc="-40" dirty="0">
                <a:solidFill>
                  <a:srgbClr val="273139"/>
                </a:solidFill>
                <a:latin typeface="Times New Roman"/>
                <a:cs typeface="Times New Roman"/>
              </a:rPr>
              <a:t> </a:t>
            </a:r>
            <a:r>
              <a:rPr sz="2600" spc="-125" dirty="0">
                <a:solidFill>
                  <a:srgbClr val="273139"/>
                </a:solidFill>
                <a:latin typeface="Times New Roman"/>
                <a:cs typeface="Times New Roman"/>
              </a:rPr>
              <a:t>volume,</a:t>
            </a:r>
            <a:r>
              <a:rPr sz="2600" spc="-150" dirty="0">
                <a:solidFill>
                  <a:srgbClr val="273139"/>
                </a:solidFill>
                <a:latin typeface="Times New Roman"/>
                <a:cs typeface="Times New Roman"/>
              </a:rPr>
              <a:t> </a:t>
            </a:r>
            <a:r>
              <a:rPr sz="2600" spc="-215" dirty="0">
                <a:solidFill>
                  <a:srgbClr val="273139"/>
                </a:solidFill>
                <a:latin typeface="Times New Roman"/>
                <a:cs typeface="Times New Roman"/>
              </a:rPr>
              <a:t>you’d</a:t>
            </a:r>
            <a:r>
              <a:rPr sz="2600" spc="-35" dirty="0">
                <a:solidFill>
                  <a:srgbClr val="273139"/>
                </a:solidFill>
                <a:latin typeface="Times New Roman"/>
                <a:cs typeface="Times New Roman"/>
              </a:rPr>
              <a:t> </a:t>
            </a:r>
            <a:r>
              <a:rPr sz="2600" spc="-110" dirty="0">
                <a:solidFill>
                  <a:srgbClr val="273139"/>
                </a:solidFill>
                <a:latin typeface="Times New Roman"/>
                <a:cs typeface="Times New Roman"/>
              </a:rPr>
              <a:t>still</a:t>
            </a:r>
            <a:r>
              <a:rPr sz="2600" spc="-40" dirty="0">
                <a:solidFill>
                  <a:srgbClr val="273139"/>
                </a:solidFill>
                <a:latin typeface="Times New Roman"/>
                <a:cs typeface="Times New Roman"/>
              </a:rPr>
              <a:t> </a:t>
            </a:r>
            <a:r>
              <a:rPr sz="2600" spc="-25" dirty="0">
                <a:solidFill>
                  <a:srgbClr val="273139"/>
                </a:solidFill>
                <a:latin typeface="Times New Roman"/>
                <a:cs typeface="Times New Roman"/>
              </a:rPr>
              <a:t>be </a:t>
            </a:r>
            <a:r>
              <a:rPr sz="2600" spc="-135" dirty="0">
                <a:solidFill>
                  <a:srgbClr val="273139"/>
                </a:solidFill>
                <a:latin typeface="Times New Roman"/>
                <a:cs typeface="Times New Roman"/>
              </a:rPr>
              <a:t>charged</a:t>
            </a:r>
            <a:r>
              <a:rPr sz="2600" spc="-50" dirty="0">
                <a:solidFill>
                  <a:srgbClr val="273139"/>
                </a:solidFill>
                <a:latin typeface="Times New Roman"/>
                <a:cs typeface="Times New Roman"/>
              </a:rPr>
              <a:t> </a:t>
            </a:r>
            <a:r>
              <a:rPr sz="2600" spc="-100" dirty="0">
                <a:solidFill>
                  <a:srgbClr val="273139"/>
                </a:solidFill>
                <a:latin typeface="Times New Roman"/>
                <a:cs typeface="Times New Roman"/>
              </a:rPr>
              <a:t>for</a:t>
            </a:r>
            <a:r>
              <a:rPr sz="2600" spc="-50" dirty="0">
                <a:solidFill>
                  <a:srgbClr val="273139"/>
                </a:solidFill>
                <a:latin typeface="Times New Roman"/>
                <a:cs typeface="Times New Roman"/>
              </a:rPr>
              <a:t> </a:t>
            </a:r>
            <a:r>
              <a:rPr sz="2600" spc="-215" dirty="0">
                <a:solidFill>
                  <a:srgbClr val="273139"/>
                </a:solidFill>
                <a:latin typeface="Times New Roman"/>
                <a:cs typeface="Times New Roman"/>
              </a:rPr>
              <a:t>a</a:t>
            </a:r>
            <a:r>
              <a:rPr sz="2600" spc="-50" dirty="0">
                <a:solidFill>
                  <a:srgbClr val="273139"/>
                </a:solidFill>
                <a:latin typeface="Times New Roman"/>
                <a:cs typeface="Times New Roman"/>
              </a:rPr>
              <a:t> </a:t>
            </a:r>
            <a:r>
              <a:rPr sz="2600" spc="-125" dirty="0">
                <a:solidFill>
                  <a:srgbClr val="273139"/>
                </a:solidFill>
                <a:latin typeface="Times New Roman"/>
                <a:cs typeface="Times New Roman"/>
              </a:rPr>
              <a:t>5</a:t>
            </a:r>
            <a:r>
              <a:rPr sz="2600" spc="-50" dirty="0">
                <a:solidFill>
                  <a:srgbClr val="273139"/>
                </a:solidFill>
                <a:latin typeface="Times New Roman"/>
                <a:cs typeface="Times New Roman"/>
              </a:rPr>
              <a:t> </a:t>
            </a:r>
            <a:r>
              <a:rPr sz="2600" spc="-290" dirty="0">
                <a:solidFill>
                  <a:srgbClr val="273139"/>
                </a:solidFill>
                <a:latin typeface="Times New Roman"/>
                <a:cs typeface="Times New Roman"/>
              </a:rPr>
              <a:t>GB</a:t>
            </a:r>
            <a:r>
              <a:rPr sz="2600" spc="-60" dirty="0">
                <a:solidFill>
                  <a:srgbClr val="273139"/>
                </a:solidFill>
                <a:latin typeface="Times New Roman"/>
                <a:cs typeface="Times New Roman"/>
              </a:rPr>
              <a:t> </a:t>
            </a:r>
            <a:r>
              <a:rPr sz="2600" spc="-355" dirty="0">
                <a:solidFill>
                  <a:srgbClr val="273139"/>
                </a:solidFill>
                <a:latin typeface="Times New Roman"/>
                <a:cs typeface="Times New Roman"/>
              </a:rPr>
              <a:t>EBS</a:t>
            </a:r>
            <a:r>
              <a:rPr sz="2600" spc="-65" dirty="0">
                <a:solidFill>
                  <a:srgbClr val="273139"/>
                </a:solidFill>
                <a:latin typeface="Times New Roman"/>
                <a:cs typeface="Times New Roman"/>
              </a:rPr>
              <a:t> </a:t>
            </a:r>
            <a:r>
              <a:rPr sz="2600" spc="-10" dirty="0">
                <a:solidFill>
                  <a:srgbClr val="273139"/>
                </a:solidFill>
                <a:latin typeface="Times New Roman"/>
                <a:cs typeface="Times New Roman"/>
              </a:rPr>
              <a:t>volume.</a:t>
            </a:r>
            <a:endParaRPr sz="2600">
              <a:latin typeface="Times New Roman"/>
              <a:cs typeface="Times New Roman"/>
            </a:endParaRPr>
          </a:p>
          <a:p>
            <a:pPr marL="794385" lvl="1" indent="-286385">
              <a:lnSpc>
                <a:spcPct val="100000"/>
              </a:lnSpc>
              <a:spcBef>
                <a:spcPts val="2230"/>
              </a:spcBef>
              <a:buClr>
                <a:srgbClr val="9B2C1F"/>
              </a:buClr>
              <a:buSzPct val="85416"/>
              <a:buFont typeface="Arial MT"/>
              <a:buChar char="•"/>
              <a:tabLst>
                <a:tab pos="794385" algn="l"/>
              </a:tabLst>
            </a:pPr>
            <a:r>
              <a:rPr sz="2400" spc="-325" dirty="0">
                <a:solidFill>
                  <a:srgbClr val="273139"/>
                </a:solidFill>
                <a:latin typeface="Times New Roman"/>
                <a:cs typeface="Times New Roman"/>
              </a:rPr>
              <a:t>EBS</a:t>
            </a:r>
            <a:r>
              <a:rPr sz="2400" spc="-45" dirty="0">
                <a:solidFill>
                  <a:srgbClr val="273139"/>
                </a:solidFill>
                <a:latin typeface="Times New Roman"/>
                <a:cs typeface="Times New Roman"/>
              </a:rPr>
              <a:t> </a:t>
            </a:r>
            <a:r>
              <a:rPr sz="2400" spc="-140" dirty="0">
                <a:solidFill>
                  <a:srgbClr val="273139"/>
                </a:solidFill>
                <a:latin typeface="Times New Roman"/>
                <a:cs typeface="Times New Roman"/>
              </a:rPr>
              <a:t>charges</a:t>
            </a:r>
            <a:r>
              <a:rPr sz="2400" spc="-65" dirty="0">
                <a:solidFill>
                  <a:srgbClr val="273139"/>
                </a:solidFill>
                <a:latin typeface="Times New Roman"/>
                <a:cs typeface="Times New Roman"/>
              </a:rPr>
              <a:t> </a:t>
            </a:r>
            <a:r>
              <a:rPr sz="2400" spc="-160" dirty="0">
                <a:solidFill>
                  <a:srgbClr val="273139"/>
                </a:solidFill>
                <a:latin typeface="Times New Roman"/>
                <a:cs typeface="Times New Roman"/>
              </a:rPr>
              <a:t>vary</a:t>
            </a:r>
            <a:r>
              <a:rPr sz="2400" spc="-45" dirty="0">
                <a:solidFill>
                  <a:srgbClr val="273139"/>
                </a:solidFill>
                <a:latin typeface="Times New Roman"/>
                <a:cs typeface="Times New Roman"/>
              </a:rPr>
              <a:t> </a:t>
            </a:r>
            <a:r>
              <a:rPr sz="2400" spc="-120" dirty="0">
                <a:solidFill>
                  <a:srgbClr val="273139"/>
                </a:solidFill>
                <a:latin typeface="Times New Roman"/>
                <a:cs typeface="Times New Roman"/>
              </a:rPr>
              <a:t>from</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region</a:t>
            </a:r>
            <a:r>
              <a:rPr sz="2400" spc="-50" dirty="0">
                <a:solidFill>
                  <a:srgbClr val="273139"/>
                </a:solidFill>
                <a:latin typeface="Times New Roman"/>
                <a:cs typeface="Times New Roman"/>
              </a:rPr>
              <a:t> </a:t>
            </a:r>
            <a:r>
              <a:rPr sz="2400" dirty="0">
                <a:solidFill>
                  <a:srgbClr val="273139"/>
                </a:solidFill>
                <a:latin typeface="Times New Roman"/>
                <a:cs typeface="Times New Roman"/>
              </a:rPr>
              <a:t>to</a:t>
            </a:r>
            <a:r>
              <a:rPr sz="2400" spc="-45" dirty="0">
                <a:solidFill>
                  <a:srgbClr val="273139"/>
                </a:solidFill>
                <a:latin typeface="Times New Roman"/>
                <a:cs typeface="Times New Roman"/>
              </a:rPr>
              <a:t> </a:t>
            </a:r>
            <a:r>
              <a:rPr sz="2400" spc="-10" dirty="0">
                <a:solidFill>
                  <a:srgbClr val="273139"/>
                </a:solidFill>
                <a:latin typeface="Times New Roman"/>
                <a:cs typeface="Times New Roman"/>
              </a:rPr>
              <a:t>region.</a:t>
            </a:r>
            <a:endParaRPr sz="2400">
              <a:latin typeface="Times New Roman"/>
              <a:cs typeface="Times New Roman"/>
            </a:endParaRPr>
          </a:p>
          <a:p>
            <a:pPr marL="325120" marR="17780" indent="-274320">
              <a:lnSpc>
                <a:spcPct val="100000"/>
              </a:lnSpc>
              <a:spcBef>
                <a:spcPts val="975"/>
              </a:spcBef>
              <a:buClr>
                <a:srgbClr val="D24717"/>
              </a:buClr>
              <a:buSzPct val="84615"/>
              <a:buFont typeface="Arial MT"/>
              <a:buChar char="•"/>
              <a:tabLst>
                <a:tab pos="325120" algn="l"/>
              </a:tabLst>
            </a:pPr>
            <a:r>
              <a:rPr sz="2600" spc="-360" dirty="0">
                <a:solidFill>
                  <a:srgbClr val="273139"/>
                </a:solidFill>
                <a:latin typeface="Times New Roman"/>
                <a:cs typeface="Times New Roman"/>
              </a:rPr>
              <a:t>EBS</a:t>
            </a:r>
            <a:r>
              <a:rPr sz="2600" spc="-395" dirty="0">
                <a:solidFill>
                  <a:srgbClr val="273139"/>
                </a:solidFill>
                <a:latin typeface="Times New Roman"/>
                <a:cs typeface="Times New Roman"/>
              </a:rPr>
              <a:t> </a:t>
            </a:r>
            <a:r>
              <a:rPr sz="2600" spc="-215" dirty="0">
                <a:solidFill>
                  <a:srgbClr val="273139"/>
                </a:solidFill>
                <a:latin typeface="Times New Roman"/>
                <a:cs typeface="Times New Roman"/>
              </a:rPr>
              <a:t>Volumes</a:t>
            </a:r>
            <a:r>
              <a:rPr sz="2600" spc="-40" dirty="0">
                <a:solidFill>
                  <a:srgbClr val="273139"/>
                </a:solidFill>
                <a:latin typeface="Times New Roman"/>
                <a:cs typeface="Times New Roman"/>
              </a:rPr>
              <a:t> </a:t>
            </a:r>
            <a:r>
              <a:rPr sz="2600" spc="-105" dirty="0">
                <a:solidFill>
                  <a:srgbClr val="273139"/>
                </a:solidFill>
                <a:latin typeface="Times New Roman"/>
                <a:cs typeface="Times New Roman"/>
              </a:rPr>
              <a:t>are</a:t>
            </a:r>
            <a:r>
              <a:rPr sz="2600" spc="-40" dirty="0">
                <a:solidFill>
                  <a:srgbClr val="273139"/>
                </a:solidFill>
                <a:latin typeface="Times New Roman"/>
                <a:cs typeface="Times New Roman"/>
              </a:rPr>
              <a:t> </a:t>
            </a:r>
            <a:r>
              <a:rPr sz="2600" spc="-105" dirty="0">
                <a:solidFill>
                  <a:srgbClr val="273139"/>
                </a:solidFill>
                <a:latin typeface="Times New Roman"/>
                <a:cs typeface="Times New Roman"/>
              </a:rPr>
              <a:t>independent</a:t>
            </a:r>
            <a:r>
              <a:rPr sz="2600" spc="-75" dirty="0">
                <a:solidFill>
                  <a:srgbClr val="273139"/>
                </a:solidFill>
                <a:latin typeface="Times New Roman"/>
                <a:cs typeface="Times New Roman"/>
              </a:rPr>
              <a:t> </a:t>
            </a:r>
            <a:r>
              <a:rPr sz="2600" spc="-160" dirty="0">
                <a:solidFill>
                  <a:srgbClr val="273139"/>
                </a:solidFill>
                <a:latin typeface="Times New Roman"/>
                <a:cs typeface="Times New Roman"/>
              </a:rPr>
              <a:t>of</a:t>
            </a:r>
            <a:r>
              <a:rPr sz="2600" spc="-40" dirty="0">
                <a:solidFill>
                  <a:srgbClr val="273139"/>
                </a:solidFill>
                <a:latin typeface="Times New Roman"/>
                <a:cs typeface="Times New Roman"/>
              </a:rPr>
              <a:t> </a:t>
            </a:r>
            <a:r>
              <a:rPr sz="2600" spc="-70" dirty="0">
                <a:solidFill>
                  <a:srgbClr val="273139"/>
                </a:solidFill>
                <a:latin typeface="Times New Roman"/>
                <a:cs typeface="Times New Roman"/>
              </a:rPr>
              <a:t>the</a:t>
            </a:r>
            <a:r>
              <a:rPr sz="2600" spc="-55" dirty="0">
                <a:solidFill>
                  <a:srgbClr val="273139"/>
                </a:solidFill>
                <a:latin typeface="Times New Roman"/>
                <a:cs typeface="Times New Roman"/>
              </a:rPr>
              <a:t> </a:t>
            </a:r>
            <a:r>
              <a:rPr sz="2600" spc="-180" dirty="0">
                <a:solidFill>
                  <a:srgbClr val="273139"/>
                </a:solidFill>
                <a:latin typeface="Times New Roman"/>
                <a:cs typeface="Times New Roman"/>
              </a:rPr>
              <a:t>EC2</a:t>
            </a:r>
            <a:r>
              <a:rPr sz="2600" spc="-55" dirty="0">
                <a:solidFill>
                  <a:srgbClr val="273139"/>
                </a:solidFill>
                <a:latin typeface="Times New Roman"/>
                <a:cs typeface="Times New Roman"/>
              </a:rPr>
              <a:t> </a:t>
            </a:r>
            <a:r>
              <a:rPr sz="2600" spc="-135" dirty="0">
                <a:solidFill>
                  <a:srgbClr val="273139"/>
                </a:solidFill>
                <a:latin typeface="Times New Roman"/>
                <a:cs typeface="Times New Roman"/>
              </a:rPr>
              <a:t>instance</a:t>
            </a:r>
            <a:r>
              <a:rPr sz="2600" spc="-40" dirty="0">
                <a:solidFill>
                  <a:srgbClr val="273139"/>
                </a:solidFill>
                <a:latin typeface="Times New Roman"/>
                <a:cs typeface="Times New Roman"/>
              </a:rPr>
              <a:t> </a:t>
            </a:r>
            <a:r>
              <a:rPr sz="2600" spc="-135" dirty="0">
                <a:solidFill>
                  <a:srgbClr val="273139"/>
                </a:solidFill>
                <a:latin typeface="Times New Roman"/>
                <a:cs typeface="Times New Roman"/>
              </a:rPr>
              <a:t>they</a:t>
            </a:r>
            <a:r>
              <a:rPr sz="2600" spc="-40" dirty="0">
                <a:solidFill>
                  <a:srgbClr val="273139"/>
                </a:solidFill>
                <a:latin typeface="Times New Roman"/>
                <a:cs typeface="Times New Roman"/>
              </a:rPr>
              <a:t> </a:t>
            </a:r>
            <a:r>
              <a:rPr sz="2600" spc="-114" dirty="0">
                <a:solidFill>
                  <a:srgbClr val="273139"/>
                </a:solidFill>
                <a:latin typeface="Times New Roman"/>
                <a:cs typeface="Times New Roman"/>
              </a:rPr>
              <a:t>are</a:t>
            </a:r>
            <a:r>
              <a:rPr sz="2600" spc="-40" dirty="0">
                <a:solidFill>
                  <a:srgbClr val="273139"/>
                </a:solidFill>
                <a:latin typeface="Times New Roman"/>
                <a:cs typeface="Times New Roman"/>
              </a:rPr>
              <a:t> </a:t>
            </a:r>
            <a:r>
              <a:rPr sz="2600" spc="-65" dirty="0">
                <a:solidFill>
                  <a:srgbClr val="273139"/>
                </a:solidFill>
                <a:latin typeface="Times New Roman"/>
                <a:cs typeface="Times New Roman"/>
              </a:rPr>
              <a:t>attached </a:t>
            </a:r>
            <a:r>
              <a:rPr sz="2600" spc="-60" dirty="0">
                <a:solidFill>
                  <a:srgbClr val="273139"/>
                </a:solidFill>
                <a:latin typeface="Times New Roman"/>
                <a:cs typeface="Times New Roman"/>
              </a:rPr>
              <a:t>to.The</a:t>
            </a:r>
            <a:r>
              <a:rPr sz="2600" spc="-40" dirty="0">
                <a:solidFill>
                  <a:srgbClr val="273139"/>
                </a:solidFill>
                <a:latin typeface="Times New Roman"/>
                <a:cs typeface="Times New Roman"/>
              </a:rPr>
              <a:t> </a:t>
            </a:r>
            <a:r>
              <a:rPr sz="2600" spc="-145" dirty="0">
                <a:solidFill>
                  <a:srgbClr val="273139"/>
                </a:solidFill>
                <a:latin typeface="Times New Roman"/>
                <a:cs typeface="Times New Roman"/>
              </a:rPr>
              <a:t>data</a:t>
            </a:r>
            <a:r>
              <a:rPr sz="2600" spc="-45" dirty="0">
                <a:solidFill>
                  <a:srgbClr val="273139"/>
                </a:solidFill>
                <a:latin typeface="Times New Roman"/>
                <a:cs typeface="Times New Roman"/>
              </a:rPr>
              <a:t> </a:t>
            </a:r>
            <a:r>
              <a:rPr sz="2600" spc="-130" dirty="0">
                <a:solidFill>
                  <a:srgbClr val="273139"/>
                </a:solidFill>
                <a:latin typeface="Times New Roman"/>
                <a:cs typeface="Times New Roman"/>
              </a:rPr>
              <a:t>in</a:t>
            </a:r>
            <a:r>
              <a:rPr sz="2600" spc="-40" dirty="0">
                <a:solidFill>
                  <a:srgbClr val="273139"/>
                </a:solidFill>
                <a:latin typeface="Times New Roman"/>
                <a:cs typeface="Times New Roman"/>
              </a:rPr>
              <a:t> </a:t>
            </a:r>
            <a:r>
              <a:rPr sz="2600" spc="-165" dirty="0">
                <a:solidFill>
                  <a:srgbClr val="273139"/>
                </a:solidFill>
                <a:latin typeface="Times New Roman"/>
                <a:cs typeface="Times New Roman"/>
              </a:rPr>
              <a:t>an</a:t>
            </a:r>
            <a:r>
              <a:rPr sz="2600" spc="-45" dirty="0">
                <a:solidFill>
                  <a:srgbClr val="273139"/>
                </a:solidFill>
                <a:latin typeface="Times New Roman"/>
                <a:cs typeface="Times New Roman"/>
              </a:rPr>
              <a:t> </a:t>
            </a:r>
            <a:r>
              <a:rPr sz="2600" spc="-355" dirty="0">
                <a:solidFill>
                  <a:srgbClr val="273139"/>
                </a:solidFill>
                <a:latin typeface="Times New Roman"/>
                <a:cs typeface="Times New Roman"/>
              </a:rPr>
              <a:t>EBS</a:t>
            </a:r>
            <a:r>
              <a:rPr sz="2600" spc="-40" dirty="0">
                <a:solidFill>
                  <a:srgbClr val="273139"/>
                </a:solidFill>
                <a:latin typeface="Times New Roman"/>
                <a:cs typeface="Times New Roman"/>
              </a:rPr>
              <a:t> </a:t>
            </a:r>
            <a:r>
              <a:rPr sz="2600" spc="-155" dirty="0">
                <a:solidFill>
                  <a:srgbClr val="273139"/>
                </a:solidFill>
                <a:latin typeface="Times New Roman"/>
                <a:cs typeface="Times New Roman"/>
              </a:rPr>
              <a:t>volume</a:t>
            </a:r>
            <a:r>
              <a:rPr sz="2600" spc="-35" dirty="0">
                <a:solidFill>
                  <a:srgbClr val="273139"/>
                </a:solidFill>
                <a:latin typeface="Times New Roman"/>
                <a:cs typeface="Times New Roman"/>
              </a:rPr>
              <a:t> </a:t>
            </a:r>
            <a:r>
              <a:rPr sz="2600" spc="-135" dirty="0">
                <a:solidFill>
                  <a:srgbClr val="273139"/>
                </a:solidFill>
                <a:latin typeface="Times New Roman"/>
                <a:cs typeface="Times New Roman"/>
              </a:rPr>
              <a:t>will</a:t>
            </a:r>
            <a:r>
              <a:rPr sz="2600" spc="-40" dirty="0">
                <a:solidFill>
                  <a:srgbClr val="273139"/>
                </a:solidFill>
                <a:latin typeface="Times New Roman"/>
                <a:cs typeface="Times New Roman"/>
              </a:rPr>
              <a:t> </a:t>
            </a:r>
            <a:r>
              <a:rPr sz="2600" spc="-120" dirty="0">
                <a:solidFill>
                  <a:srgbClr val="273139"/>
                </a:solidFill>
                <a:latin typeface="Times New Roman"/>
                <a:cs typeface="Times New Roman"/>
              </a:rPr>
              <a:t>remain</a:t>
            </a:r>
            <a:r>
              <a:rPr sz="2600" spc="-55" dirty="0">
                <a:solidFill>
                  <a:srgbClr val="273139"/>
                </a:solidFill>
                <a:latin typeface="Times New Roman"/>
                <a:cs typeface="Times New Roman"/>
              </a:rPr>
              <a:t> </a:t>
            </a:r>
            <a:r>
              <a:rPr sz="2600" spc="-155" dirty="0">
                <a:solidFill>
                  <a:srgbClr val="273139"/>
                </a:solidFill>
                <a:latin typeface="Times New Roman"/>
                <a:cs typeface="Times New Roman"/>
              </a:rPr>
              <a:t>unchanged</a:t>
            </a:r>
            <a:r>
              <a:rPr sz="2600" spc="-35" dirty="0">
                <a:solidFill>
                  <a:srgbClr val="273139"/>
                </a:solidFill>
                <a:latin typeface="Times New Roman"/>
                <a:cs typeface="Times New Roman"/>
              </a:rPr>
              <a:t> </a:t>
            </a:r>
            <a:r>
              <a:rPr sz="2600" spc="-160" dirty="0">
                <a:solidFill>
                  <a:srgbClr val="273139"/>
                </a:solidFill>
                <a:latin typeface="Times New Roman"/>
                <a:cs typeface="Times New Roman"/>
              </a:rPr>
              <a:t>even</a:t>
            </a:r>
            <a:r>
              <a:rPr sz="2600" spc="-60" dirty="0">
                <a:solidFill>
                  <a:srgbClr val="273139"/>
                </a:solidFill>
                <a:latin typeface="Times New Roman"/>
                <a:cs typeface="Times New Roman"/>
              </a:rPr>
              <a:t> </a:t>
            </a:r>
            <a:r>
              <a:rPr sz="2600" spc="-165" dirty="0">
                <a:solidFill>
                  <a:srgbClr val="273139"/>
                </a:solidFill>
                <a:latin typeface="Times New Roman"/>
                <a:cs typeface="Times New Roman"/>
              </a:rPr>
              <a:t>if</a:t>
            </a:r>
            <a:r>
              <a:rPr sz="2600" spc="-35" dirty="0">
                <a:solidFill>
                  <a:srgbClr val="273139"/>
                </a:solidFill>
                <a:latin typeface="Times New Roman"/>
                <a:cs typeface="Times New Roman"/>
              </a:rPr>
              <a:t> </a:t>
            </a:r>
            <a:r>
              <a:rPr sz="2600" spc="-25" dirty="0">
                <a:solidFill>
                  <a:srgbClr val="273139"/>
                </a:solidFill>
                <a:latin typeface="Times New Roman"/>
                <a:cs typeface="Times New Roman"/>
              </a:rPr>
              <a:t>the </a:t>
            </a:r>
            <a:r>
              <a:rPr sz="2600" spc="-135" dirty="0">
                <a:solidFill>
                  <a:srgbClr val="273139"/>
                </a:solidFill>
                <a:latin typeface="Times New Roman"/>
                <a:cs typeface="Times New Roman"/>
              </a:rPr>
              <a:t>instance</a:t>
            </a:r>
            <a:r>
              <a:rPr sz="2600" spc="-50" dirty="0">
                <a:solidFill>
                  <a:srgbClr val="273139"/>
                </a:solidFill>
                <a:latin typeface="Times New Roman"/>
                <a:cs typeface="Times New Roman"/>
              </a:rPr>
              <a:t> </a:t>
            </a:r>
            <a:r>
              <a:rPr sz="2600" spc="-175" dirty="0">
                <a:solidFill>
                  <a:srgbClr val="273139"/>
                </a:solidFill>
                <a:latin typeface="Times New Roman"/>
                <a:cs typeface="Times New Roman"/>
              </a:rPr>
              <a:t>is</a:t>
            </a:r>
            <a:r>
              <a:rPr sz="2600" spc="-50" dirty="0">
                <a:solidFill>
                  <a:srgbClr val="273139"/>
                </a:solidFill>
                <a:latin typeface="Times New Roman"/>
                <a:cs typeface="Times New Roman"/>
              </a:rPr>
              <a:t> </a:t>
            </a:r>
            <a:r>
              <a:rPr sz="2600" spc="-90" dirty="0">
                <a:solidFill>
                  <a:srgbClr val="273139"/>
                </a:solidFill>
                <a:latin typeface="Times New Roman"/>
                <a:cs typeface="Times New Roman"/>
              </a:rPr>
              <a:t>rebooted</a:t>
            </a:r>
            <a:r>
              <a:rPr sz="2600" spc="-65" dirty="0">
                <a:solidFill>
                  <a:srgbClr val="273139"/>
                </a:solidFill>
                <a:latin typeface="Times New Roman"/>
                <a:cs typeface="Times New Roman"/>
              </a:rPr>
              <a:t> </a:t>
            </a:r>
            <a:r>
              <a:rPr sz="2600" dirty="0">
                <a:solidFill>
                  <a:srgbClr val="273139"/>
                </a:solidFill>
                <a:latin typeface="Times New Roman"/>
                <a:cs typeface="Times New Roman"/>
              </a:rPr>
              <a:t>or</a:t>
            </a:r>
            <a:r>
              <a:rPr sz="2600" spc="-50" dirty="0">
                <a:solidFill>
                  <a:srgbClr val="273139"/>
                </a:solidFill>
                <a:latin typeface="Times New Roman"/>
                <a:cs typeface="Times New Roman"/>
              </a:rPr>
              <a:t> </a:t>
            </a:r>
            <a:r>
              <a:rPr sz="2600" spc="-10" dirty="0">
                <a:solidFill>
                  <a:srgbClr val="273139"/>
                </a:solidFill>
                <a:latin typeface="Times New Roman"/>
                <a:cs typeface="Times New Roman"/>
              </a:rPr>
              <a:t>terminated.</a:t>
            </a:r>
            <a:endParaRPr sz="2600">
              <a:latin typeface="Times New Roman"/>
              <a:cs typeface="Times New Roman"/>
            </a:endParaRPr>
          </a:p>
          <a:p>
            <a:pPr marL="325120" marR="360045" indent="-274320">
              <a:lnSpc>
                <a:spcPct val="100000"/>
              </a:lnSpc>
              <a:spcBef>
                <a:spcPts val="2405"/>
              </a:spcBef>
              <a:buClr>
                <a:srgbClr val="D24717"/>
              </a:buClr>
              <a:buSzPct val="84615"/>
              <a:buFont typeface="Arial MT"/>
              <a:buChar char="•"/>
              <a:tabLst>
                <a:tab pos="325120" algn="l"/>
              </a:tabLst>
            </a:pPr>
            <a:r>
              <a:rPr sz="2600" spc="-190" dirty="0">
                <a:solidFill>
                  <a:srgbClr val="273139"/>
                </a:solidFill>
                <a:latin typeface="Times New Roman"/>
                <a:cs typeface="Times New Roman"/>
              </a:rPr>
              <a:t>Single</a:t>
            </a:r>
            <a:r>
              <a:rPr sz="2600" spc="-30" dirty="0">
                <a:solidFill>
                  <a:srgbClr val="273139"/>
                </a:solidFill>
                <a:latin typeface="Times New Roman"/>
                <a:cs typeface="Times New Roman"/>
              </a:rPr>
              <a:t> </a:t>
            </a:r>
            <a:r>
              <a:rPr sz="2600" spc="-360" dirty="0">
                <a:solidFill>
                  <a:srgbClr val="273139"/>
                </a:solidFill>
                <a:latin typeface="Times New Roman"/>
                <a:cs typeface="Times New Roman"/>
              </a:rPr>
              <a:t>EBS</a:t>
            </a:r>
            <a:r>
              <a:rPr sz="2600" spc="-55" dirty="0">
                <a:solidFill>
                  <a:srgbClr val="273139"/>
                </a:solidFill>
                <a:latin typeface="Times New Roman"/>
                <a:cs typeface="Times New Roman"/>
              </a:rPr>
              <a:t> </a:t>
            </a:r>
            <a:r>
              <a:rPr sz="2600" spc="-155" dirty="0">
                <a:solidFill>
                  <a:srgbClr val="273139"/>
                </a:solidFill>
                <a:latin typeface="Times New Roman"/>
                <a:cs typeface="Times New Roman"/>
              </a:rPr>
              <a:t>volume</a:t>
            </a:r>
            <a:r>
              <a:rPr sz="2600" spc="-40" dirty="0">
                <a:solidFill>
                  <a:srgbClr val="273139"/>
                </a:solidFill>
                <a:latin typeface="Times New Roman"/>
                <a:cs typeface="Times New Roman"/>
              </a:rPr>
              <a:t> </a:t>
            </a:r>
            <a:r>
              <a:rPr sz="2600" spc="-175" dirty="0">
                <a:solidFill>
                  <a:srgbClr val="273139"/>
                </a:solidFill>
                <a:latin typeface="Times New Roman"/>
                <a:cs typeface="Times New Roman"/>
              </a:rPr>
              <a:t>can</a:t>
            </a:r>
            <a:r>
              <a:rPr sz="2600" spc="-35" dirty="0">
                <a:solidFill>
                  <a:srgbClr val="273139"/>
                </a:solidFill>
                <a:latin typeface="Times New Roman"/>
                <a:cs typeface="Times New Roman"/>
              </a:rPr>
              <a:t> </a:t>
            </a:r>
            <a:r>
              <a:rPr sz="2600" spc="-165" dirty="0">
                <a:solidFill>
                  <a:srgbClr val="273139"/>
                </a:solidFill>
                <a:latin typeface="Times New Roman"/>
                <a:cs typeface="Times New Roman"/>
              </a:rPr>
              <a:t>only</a:t>
            </a:r>
            <a:r>
              <a:rPr sz="2600" spc="-40" dirty="0">
                <a:solidFill>
                  <a:srgbClr val="273139"/>
                </a:solidFill>
                <a:latin typeface="Times New Roman"/>
                <a:cs typeface="Times New Roman"/>
              </a:rPr>
              <a:t> </a:t>
            </a:r>
            <a:r>
              <a:rPr sz="2600" spc="-130" dirty="0">
                <a:solidFill>
                  <a:srgbClr val="273139"/>
                </a:solidFill>
                <a:latin typeface="Times New Roman"/>
                <a:cs typeface="Times New Roman"/>
              </a:rPr>
              <a:t>be</a:t>
            </a:r>
            <a:r>
              <a:rPr sz="2600" spc="-60" dirty="0">
                <a:solidFill>
                  <a:srgbClr val="273139"/>
                </a:solidFill>
                <a:latin typeface="Times New Roman"/>
                <a:cs typeface="Times New Roman"/>
              </a:rPr>
              <a:t> </a:t>
            </a:r>
            <a:r>
              <a:rPr sz="2600" spc="-120" dirty="0">
                <a:solidFill>
                  <a:srgbClr val="273139"/>
                </a:solidFill>
                <a:latin typeface="Times New Roman"/>
                <a:cs typeface="Times New Roman"/>
              </a:rPr>
              <a:t>attached</a:t>
            </a:r>
            <a:r>
              <a:rPr sz="2600" spc="-40" dirty="0">
                <a:solidFill>
                  <a:srgbClr val="273139"/>
                </a:solidFill>
                <a:latin typeface="Times New Roman"/>
                <a:cs typeface="Times New Roman"/>
              </a:rPr>
              <a:t> </a:t>
            </a:r>
            <a:r>
              <a:rPr sz="2600" dirty="0">
                <a:solidFill>
                  <a:srgbClr val="273139"/>
                </a:solidFill>
                <a:latin typeface="Times New Roman"/>
                <a:cs typeface="Times New Roman"/>
              </a:rPr>
              <a:t>to</a:t>
            </a:r>
            <a:r>
              <a:rPr sz="2600" spc="-25" dirty="0">
                <a:solidFill>
                  <a:srgbClr val="273139"/>
                </a:solidFill>
                <a:latin typeface="Times New Roman"/>
                <a:cs typeface="Times New Roman"/>
              </a:rPr>
              <a:t> </a:t>
            </a:r>
            <a:r>
              <a:rPr sz="2600" spc="-125" dirty="0">
                <a:solidFill>
                  <a:srgbClr val="273139"/>
                </a:solidFill>
                <a:latin typeface="Times New Roman"/>
                <a:cs typeface="Times New Roman"/>
              </a:rPr>
              <a:t>one</a:t>
            </a:r>
            <a:r>
              <a:rPr sz="2600" spc="-50" dirty="0">
                <a:solidFill>
                  <a:srgbClr val="273139"/>
                </a:solidFill>
                <a:latin typeface="Times New Roman"/>
                <a:cs typeface="Times New Roman"/>
              </a:rPr>
              <a:t> </a:t>
            </a:r>
            <a:r>
              <a:rPr sz="2600" spc="-180" dirty="0">
                <a:solidFill>
                  <a:srgbClr val="273139"/>
                </a:solidFill>
                <a:latin typeface="Times New Roman"/>
                <a:cs typeface="Times New Roman"/>
              </a:rPr>
              <a:t>EC2</a:t>
            </a:r>
            <a:r>
              <a:rPr sz="2600" spc="-55" dirty="0">
                <a:solidFill>
                  <a:srgbClr val="273139"/>
                </a:solidFill>
                <a:latin typeface="Times New Roman"/>
                <a:cs typeface="Times New Roman"/>
              </a:rPr>
              <a:t> </a:t>
            </a:r>
            <a:r>
              <a:rPr sz="2600" spc="-135" dirty="0">
                <a:solidFill>
                  <a:srgbClr val="273139"/>
                </a:solidFill>
                <a:latin typeface="Times New Roman"/>
                <a:cs typeface="Times New Roman"/>
              </a:rPr>
              <a:t>instance</a:t>
            </a:r>
            <a:r>
              <a:rPr sz="2600" spc="-40" dirty="0">
                <a:solidFill>
                  <a:srgbClr val="273139"/>
                </a:solidFill>
                <a:latin typeface="Times New Roman"/>
                <a:cs typeface="Times New Roman"/>
              </a:rPr>
              <a:t> </a:t>
            </a:r>
            <a:r>
              <a:rPr sz="2600" spc="-114" dirty="0">
                <a:solidFill>
                  <a:srgbClr val="273139"/>
                </a:solidFill>
                <a:latin typeface="Times New Roman"/>
                <a:cs typeface="Times New Roman"/>
              </a:rPr>
              <a:t>at</a:t>
            </a:r>
            <a:r>
              <a:rPr sz="2600" spc="-35" dirty="0">
                <a:solidFill>
                  <a:srgbClr val="273139"/>
                </a:solidFill>
                <a:latin typeface="Times New Roman"/>
                <a:cs typeface="Times New Roman"/>
              </a:rPr>
              <a:t> </a:t>
            </a:r>
            <a:r>
              <a:rPr sz="2600" spc="-50" dirty="0">
                <a:solidFill>
                  <a:srgbClr val="273139"/>
                </a:solidFill>
                <a:latin typeface="Times New Roman"/>
                <a:cs typeface="Times New Roman"/>
              </a:rPr>
              <a:t>a </a:t>
            </a:r>
            <a:r>
              <a:rPr sz="2600" spc="-70" dirty="0">
                <a:solidFill>
                  <a:srgbClr val="273139"/>
                </a:solidFill>
                <a:latin typeface="Times New Roman"/>
                <a:cs typeface="Times New Roman"/>
              </a:rPr>
              <a:t>time.</a:t>
            </a:r>
            <a:r>
              <a:rPr sz="2600" spc="-150" dirty="0">
                <a:solidFill>
                  <a:srgbClr val="273139"/>
                </a:solidFill>
                <a:latin typeface="Times New Roman"/>
                <a:cs typeface="Times New Roman"/>
              </a:rPr>
              <a:t> </a:t>
            </a:r>
            <a:r>
              <a:rPr sz="2600" spc="-155" dirty="0">
                <a:solidFill>
                  <a:srgbClr val="273139"/>
                </a:solidFill>
                <a:latin typeface="Times New Roman"/>
                <a:cs typeface="Times New Roman"/>
              </a:rPr>
              <a:t>However,</a:t>
            </a:r>
            <a:r>
              <a:rPr sz="2600" spc="-170" dirty="0">
                <a:solidFill>
                  <a:srgbClr val="273139"/>
                </a:solidFill>
                <a:latin typeface="Times New Roman"/>
                <a:cs typeface="Times New Roman"/>
              </a:rPr>
              <a:t> </a:t>
            </a:r>
            <a:r>
              <a:rPr sz="2600" spc="-125" dirty="0">
                <a:solidFill>
                  <a:srgbClr val="273139"/>
                </a:solidFill>
                <a:latin typeface="Times New Roman"/>
                <a:cs typeface="Times New Roman"/>
              </a:rPr>
              <a:t>one</a:t>
            </a:r>
            <a:r>
              <a:rPr sz="2600" spc="-50" dirty="0">
                <a:solidFill>
                  <a:srgbClr val="273139"/>
                </a:solidFill>
                <a:latin typeface="Times New Roman"/>
                <a:cs typeface="Times New Roman"/>
              </a:rPr>
              <a:t> </a:t>
            </a:r>
            <a:r>
              <a:rPr sz="2600" spc="-180" dirty="0">
                <a:solidFill>
                  <a:srgbClr val="273139"/>
                </a:solidFill>
                <a:latin typeface="Times New Roman"/>
                <a:cs typeface="Times New Roman"/>
              </a:rPr>
              <a:t>EC2</a:t>
            </a:r>
            <a:r>
              <a:rPr sz="2600" spc="-55" dirty="0">
                <a:solidFill>
                  <a:srgbClr val="273139"/>
                </a:solidFill>
                <a:latin typeface="Times New Roman"/>
                <a:cs typeface="Times New Roman"/>
              </a:rPr>
              <a:t> </a:t>
            </a:r>
            <a:r>
              <a:rPr sz="2600" spc="-175" dirty="0">
                <a:solidFill>
                  <a:srgbClr val="273139"/>
                </a:solidFill>
                <a:latin typeface="Times New Roman"/>
                <a:cs typeface="Times New Roman"/>
              </a:rPr>
              <a:t>can</a:t>
            </a:r>
            <a:r>
              <a:rPr sz="2600" spc="-35" dirty="0">
                <a:solidFill>
                  <a:srgbClr val="273139"/>
                </a:solidFill>
                <a:latin typeface="Times New Roman"/>
                <a:cs typeface="Times New Roman"/>
              </a:rPr>
              <a:t> </a:t>
            </a:r>
            <a:r>
              <a:rPr sz="2600" spc="-215" dirty="0">
                <a:solidFill>
                  <a:srgbClr val="273139"/>
                </a:solidFill>
                <a:latin typeface="Times New Roman"/>
                <a:cs typeface="Times New Roman"/>
              </a:rPr>
              <a:t>have</a:t>
            </a:r>
            <a:r>
              <a:rPr sz="2600" spc="-50" dirty="0">
                <a:solidFill>
                  <a:srgbClr val="273139"/>
                </a:solidFill>
                <a:latin typeface="Times New Roman"/>
                <a:cs typeface="Times New Roman"/>
              </a:rPr>
              <a:t> </a:t>
            </a:r>
            <a:r>
              <a:rPr sz="2600" spc="-100" dirty="0">
                <a:solidFill>
                  <a:srgbClr val="273139"/>
                </a:solidFill>
                <a:latin typeface="Times New Roman"/>
                <a:cs typeface="Times New Roman"/>
              </a:rPr>
              <a:t>more</a:t>
            </a:r>
            <a:r>
              <a:rPr sz="2600" spc="-40" dirty="0">
                <a:solidFill>
                  <a:srgbClr val="273139"/>
                </a:solidFill>
                <a:latin typeface="Times New Roman"/>
                <a:cs typeface="Times New Roman"/>
              </a:rPr>
              <a:t> </a:t>
            </a:r>
            <a:r>
              <a:rPr sz="2600" spc="-120" dirty="0">
                <a:solidFill>
                  <a:srgbClr val="273139"/>
                </a:solidFill>
                <a:latin typeface="Times New Roman"/>
                <a:cs typeface="Times New Roman"/>
              </a:rPr>
              <a:t>than</a:t>
            </a:r>
            <a:r>
              <a:rPr sz="2600" spc="-50" dirty="0">
                <a:solidFill>
                  <a:srgbClr val="273139"/>
                </a:solidFill>
                <a:latin typeface="Times New Roman"/>
                <a:cs typeface="Times New Roman"/>
              </a:rPr>
              <a:t> </a:t>
            </a:r>
            <a:r>
              <a:rPr sz="2600" spc="-120" dirty="0">
                <a:solidFill>
                  <a:srgbClr val="273139"/>
                </a:solidFill>
                <a:latin typeface="Times New Roman"/>
                <a:cs typeface="Times New Roman"/>
              </a:rPr>
              <a:t>one</a:t>
            </a:r>
            <a:r>
              <a:rPr sz="2600" spc="-45" dirty="0">
                <a:solidFill>
                  <a:srgbClr val="273139"/>
                </a:solidFill>
                <a:latin typeface="Times New Roman"/>
                <a:cs typeface="Times New Roman"/>
              </a:rPr>
              <a:t> </a:t>
            </a:r>
            <a:r>
              <a:rPr sz="2600" spc="-360" dirty="0">
                <a:solidFill>
                  <a:srgbClr val="273139"/>
                </a:solidFill>
                <a:latin typeface="Times New Roman"/>
                <a:cs typeface="Times New Roman"/>
              </a:rPr>
              <a:t>EBS</a:t>
            </a:r>
            <a:r>
              <a:rPr sz="2600" spc="-55" dirty="0">
                <a:solidFill>
                  <a:srgbClr val="273139"/>
                </a:solidFill>
                <a:latin typeface="Times New Roman"/>
                <a:cs typeface="Times New Roman"/>
              </a:rPr>
              <a:t> </a:t>
            </a:r>
            <a:r>
              <a:rPr sz="2600" spc="-10" dirty="0">
                <a:solidFill>
                  <a:srgbClr val="273139"/>
                </a:solidFill>
                <a:latin typeface="Times New Roman"/>
                <a:cs typeface="Times New Roman"/>
              </a:rPr>
              <a:t>volumes</a:t>
            </a:r>
            <a:endParaRPr sz="2600">
              <a:latin typeface="Times New Roman"/>
              <a:cs typeface="Times New Roman"/>
            </a:endParaRPr>
          </a:p>
          <a:p>
            <a:pPr marL="74295">
              <a:lnSpc>
                <a:spcPct val="100000"/>
              </a:lnSpc>
            </a:pPr>
            <a:r>
              <a:rPr sz="2100" baseline="23809" dirty="0">
                <a:solidFill>
                  <a:srgbClr val="FFFFFF"/>
                </a:solidFill>
                <a:latin typeface="Franklin Gothic Medium"/>
                <a:cs typeface="Franklin Gothic Medium"/>
              </a:rPr>
              <a:t>55</a:t>
            </a:r>
            <a:r>
              <a:rPr sz="2100" spc="-89" baseline="23809" dirty="0">
                <a:solidFill>
                  <a:srgbClr val="FFFFFF"/>
                </a:solidFill>
                <a:latin typeface="Franklin Gothic Medium"/>
                <a:cs typeface="Franklin Gothic Medium"/>
              </a:rPr>
              <a:t> </a:t>
            </a:r>
            <a:r>
              <a:rPr sz="2600" spc="-120" dirty="0">
                <a:solidFill>
                  <a:srgbClr val="273139"/>
                </a:solidFill>
                <a:latin typeface="Times New Roman"/>
                <a:cs typeface="Times New Roman"/>
              </a:rPr>
              <a:t>attached</a:t>
            </a:r>
            <a:r>
              <a:rPr sz="2600" spc="-65" dirty="0">
                <a:solidFill>
                  <a:srgbClr val="273139"/>
                </a:solidFill>
                <a:latin typeface="Times New Roman"/>
                <a:cs typeface="Times New Roman"/>
              </a:rPr>
              <a:t> </a:t>
            </a:r>
            <a:r>
              <a:rPr sz="2600" dirty="0">
                <a:solidFill>
                  <a:srgbClr val="273139"/>
                </a:solidFill>
                <a:latin typeface="Times New Roman"/>
                <a:cs typeface="Times New Roman"/>
              </a:rPr>
              <a:t>to</a:t>
            </a:r>
            <a:r>
              <a:rPr sz="2600" spc="-65" dirty="0">
                <a:solidFill>
                  <a:srgbClr val="273139"/>
                </a:solidFill>
                <a:latin typeface="Times New Roman"/>
                <a:cs typeface="Times New Roman"/>
              </a:rPr>
              <a:t> </a:t>
            </a:r>
            <a:r>
              <a:rPr sz="2600" spc="-25" dirty="0">
                <a:solidFill>
                  <a:srgbClr val="273139"/>
                </a:solidFill>
                <a:latin typeface="Times New Roman"/>
                <a:cs typeface="Times New Roman"/>
              </a:rPr>
              <a:t>it.</a:t>
            </a:r>
            <a:endParaRPr sz="260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Types</a:t>
            </a:r>
            <a:r>
              <a:rPr spc="-145" dirty="0"/>
              <a:t> </a:t>
            </a:r>
            <a:r>
              <a:rPr dirty="0"/>
              <a:t>of</a:t>
            </a:r>
            <a:r>
              <a:rPr spc="-145" dirty="0"/>
              <a:t> </a:t>
            </a:r>
            <a:r>
              <a:rPr spc="-25" dirty="0"/>
              <a:t>EBS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32054" y="901065"/>
            <a:ext cx="8176259" cy="5390515"/>
          </a:xfrm>
          <a:prstGeom prst="rect">
            <a:avLst/>
          </a:prstGeom>
        </p:spPr>
        <p:txBody>
          <a:bodyPr vert="horz" wrap="square" lIns="0" tIns="12065" rIns="0" bIns="0" rtlCol="0">
            <a:spAutoFit/>
          </a:bodyPr>
          <a:lstStyle/>
          <a:p>
            <a:pPr marL="266700" indent="-254000">
              <a:lnSpc>
                <a:spcPct val="100000"/>
              </a:lnSpc>
              <a:spcBef>
                <a:spcPts val="95"/>
              </a:spcBef>
              <a:buAutoNum type="arabicPeriod"/>
              <a:tabLst>
                <a:tab pos="266700" algn="l"/>
              </a:tabLst>
            </a:pPr>
            <a:r>
              <a:rPr sz="2200" b="1" spc="-40" dirty="0">
                <a:latin typeface="Times New Roman"/>
                <a:cs typeface="Times New Roman"/>
              </a:rPr>
              <a:t>General</a:t>
            </a:r>
            <a:r>
              <a:rPr sz="2200" b="1" spc="-65" dirty="0">
                <a:latin typeface="Times New Roman"/>
                <a:cs typeface="Times New Roman"/>
              </a:rPr>
              <a:t> </a:t>
            </a:r>
            <a:r>
              <a:rPr sz="2200" b="1" spc="-10" dirty="0">
                <a:latin typeface="Times New Roman"/>
                <a:cs typeface="Times New Roman"/>
              </a:rPr>
              <a:t>Purpose</a:t>
            </a:r>
            <a:r>
              <a:rPr sz="2200" b="1" spc="-70" dirty="0">
                <a:latin typeface="Times New Roman"/>
                <a:cs typeface="Times New Roman"/>
              </a:rPr>
              <a:t> </a:t>
            </a:r>
            <a:r>
              <a:rPr sz="2200" b="1" spc="-170" dirty="0">
                <a:latin typeface="Times New Roman"/>
                <a:cs typeface="Times New Roman"/>
              </a:rPr>
              <a:t>SSD</a:t>
            </a:r>
            <a:r>
              <a:rPr sz="2200" b="1" spc="-30" dirty="0">
                <a:latin typeface="Times New Roman"/>
                <a:cs typeface="Times New Roman"/>
              </a:rPr>
              <a:t> </a:t>
            </a:r>
            <a:r>
              <a:rPr sz="2200" b="1" dirty="0">
                <a:latin typeface="Times New Roman"/>
                <a:cs typeface="Times New Roman"/>
              </a:rPr>
              <a:t>(gp3,</a:t>
            </a:r>
            <a:r>
              <a:rPr sz="2200" b="1" spc="-135" dirty="0">
                <a:latin typeface="Times New Roman"/>
                <a:cs typeface="Times New Roman"/>
              </a:rPr>
              <a:t> </a:t>
            </a:r>
            <a:r>
              <a:rPr sz="2200" b="1" spc="-10" dirty="0">
                <a:latin typeface="Times New Roman"/>
                <a:cs typeface="Times New Roman"/>
              </a:rPr>
              <a:t>gp2)</a:t>
            </a:r>
            <a:r>
              <a:rPr sz="2200" spc="-10" dirty="0">
                <a:latin typeface="Times New Roman"/>
                <a:cs typeface="Times New Roman"/>
              </a:rPr>
              <a:t>:</a:t>
            </a:r>
            <a:endParaRPr sz="2200">
              <a:latin typeface="Times New Roman"/>
              <a:cs typeface="Times New Roman"/>
            </a:endParaRPr>
          </a:p>
          <a:p>
            <a:pPr marL="12700" marR="275590" lvl="1" indent="-7620">
              <a:lnSpc>
                <a:spcPct val="100000"/>
              </a:lnSpc>
              <a:buSzPct val="95454"/>
              <a:buChar char="•"/>
              <a:tabLst>
                <a:tab pos="111125" algn="l"/>
              </a:tabLst>
            </a:pPr>
            <a:r>
              <a:rPr sz="2200" spc="-95" dirty="0">
                <a:latin typeface="Times New Roman"/>
                <a:cs typeface="Times New Roman"/>
              </a:rPr>
              <a:t>	Cost-</a:t>
            </a:r>
            <a:r>
              <a:rPr sz="2200" spc="-130" dirty="0">
                <a:latin typeface="Times New Roman"/>
                <a:cs typeface="Times New Roman"/>
              </a:rPr>
              <a:t>effective</a:t>
            </a:r>
            <a:r>
              <a:rPr sz="2200" dirty="0">
                <a:latin typeface="Times New Roman"/>
                <a:cs typeface="Times New Roman"/>
              </a:rPr>
              <a:t> </a:t>
            </a:r>
            <a:r>
              <a:rPr sz="2200" spc="-135" dirty="0">
                <a:latin typeface="Times New Roman"/>
                <a:cs typeface="Times New Roman"/>
              </a:rPr>
              <a:t>and</a:t>
            </a:r>
            <a:r>
              <a:rPr sz="2200" spc="-5" dirty="0">
                <a:latin typeface="Times New Roman"/>
                <a:cs typeface="Times New Roman"/>
              </a:rPr>
              <a:t> </a:t>
            </a:r>
            <a:r>
              <a:rPr sz="2200" spc="-114" dirty="0">
                <a:latin typeface="Times New Roman"/>
                <a:cs typeface="Times New Roman"/>
              </a:rPr>
              <a:t>suitable</a:t>
            </a:r>
            <a:r>
              <a:rPr sz="2200" spc="-15" dirty="0">
                <a:latin typeface="Times New Roman"/>
                <a:cs typeface="Times New Roman"/>
              </a:rPr>
              <a:t> </a:t>
            </a:r>
            <a:r>
              <a:rPr sz="2200" spc="-90" dirty="0">
                <a:latin typeface="Times New Roman"/>
                <a:cs typeface="Times New Roman"/>
              </a:rPr>
              <a:t>for</a:t>
            </a:r>
            <a:r>
              <a:rPr sz="2200" spc="5" dirty="0">
                <a:latin typeface="Times New Roman"/>
                <a:cs typeface="Times New Roman"/>
              </a:rPr>
              <a:t> </a:t>
            </a:r>
            <a:r>
              <a:rPr sz="2200" spc="-185" dirty="0">
                <a:latin typeface="Times New Roman"/>
                <a:cs typeface="Times New Roman"/>
              </a:rPr>
              <a:t>a</a:t>
            </a:r>
            <a:r>
              <a:rPr sz="2200" spc="-20" dirty="0">
                <a:latin typeface="Times New Roman"/>
                <a:cs typeface="Times New Roman"/>
              </a:rPr>
              <a:t> </a:t>
            </a:r>
            <a:r>
              <a:rPr sz="2200" spc="-110" dirty="0">
                <a:latin typeface="Times New Roman"/>
                <a:cs typeface="Times New Roman"/>
              </a:rPr>
              <a:t>variety</a:t>
            </a:r>
            <a:r>
              <a:rPr sz="2200" spc="-20" dirty="0">
                <a:latin typeface="Times New Roman"/>
                <a:cs typeface="Times New Roman"/>
              </a:rPr>
              <a:t> </a:t>
            </a:r>
            <a:r>
              <a:rPr sz="2200" spc="-145" dirty="0">
                <a:latin typeface="Times New Roman"/>
                <a:cs typeface="Times New Roman"/>
              </a:rPr>
              <a:t>of</a:t>
            </a:r>
            <a:r>
              <a:rPr sz="2200" spc="-10" dirty="0">
                <a:latin typeface="Times New Roman"/>
                <a:cs typeface="Times New Roman"/>
              </a:rPr>
              <a:t> </a:t>
            </a:r>
            <a:r>
              <a:rPr sz="2200" spc="-110" dirty="0">
                <a:latin typeface="Times New Roman"/>
                <a:cs typeface="Times New Roman"/>
              </a:rPr>
              <a:t>workloads,</a:t>
            </a:r>
            <a:r>
              <a:rPr sz="2200" spc="-95" dirty="0">
                <a:latin typeface="Times New Roman"/>
                <a:cs typeface="Times New Roman"/>
              </a:rPr>
              <a:t> </a:t>
            </a:r>
            <a:r>
              <a:rPr sz="2200" spc="-125" dirty="0">
                <a:latin typeface="Times New Roman"/>
                <a:cs typeface="Times New Roman"/>
              </a:rPr>
              <a:t>including</a:t>
            </a:r>
            <a:r>
              <a:rPr sz="2200" spc="-5" dirty="0">
                <a:latin typeface="Times New Roman"/>
                <a:cs typeface="Times New Roman"/>
              </a:rPr>
              <a:t> </a:t>
            </a:r>
            <a:r>
              <a:rPr sz="2200" spc="-75" dirty="0">
                <a:latin typeface="Times New Roman"/>
                <a:cs typeface="Times New Roman"/>
              </a:rPr>
              <a:t>boot</a:t>
            </a:r>
            <a:r>
              <a:rPr sz="2200" dirty="0">
                <a:latin typeface="Times New Roman"/>
                <a:cs typeface="Times New Roman"/>
              </a:rPr>
              <a:t> </a:t>
            </a:r>
            <a:r>
              <a:rPr sz="2200" spc="-75" dirty="0">
                <a:latin typeface="Times New Roman"/>
                <a:cs typeface="Times New Roman"/>
              </a:rPr>
              <a:t>volumes </a:t>
            </a:r>
            <a:r>
              <a:rPr sz="2200" spc="-135" dirty="0">
                <a:latin typeface="Times New Roman"/>
                <a:cs typeface="Times New Roman"/>
              </a:rPr>
              <a:t>and</a:t>
            </a:r>
            <a:r>
              <a:rPr sz="2200" dirty="0">
                <a:latin typeface="Times New Roman"/>
                <a:cs typeface="Times New Roman"/>
              </a:rPr>
              <a:t> </a:t>
            </a:r>
            <a:r>
              <a:rPr sz="2200" spc="-114" dirty="0">
                <a:latin typeface="Times New Roman"/>
                <a:cs typeface="Times New Roman"/>
              </a:rPr>
              <a:t>low-latency</a:t>
            </a:r>
            <a:r>
              <a:rPr sz="2200" spc="-10" dirty="0">
                <a:latin typeface="Times New Roman"/>
                <a:cs typeface="Times New Roman"/>
              </a:rPr>
              <a:t> </a:t>
            </a:r>
            <a:r>
              <a:rPr sz="2200" spc="-30" dirty="0">
                <a:latin typeface="Times New Roman"/>
                <a:cs typeface="Times New Roman"/>
              </a:rPr>
              <a:t>applications.</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66700" indent="-254000">
              <a:lnSpc>
                <a:spcPct val="100000"/>
              </a:lnSpc>
              <a:spcBef>
                <a:spcPts val="5"/>
              </a:spcBef>
              <a:buAutoNum type="arabicPeriod" startAt="2"/>
              <a:tabLst>
                <a:tab pos="266700" algn="l"/>
              </a:tabLst>
            </a:pPr>
            <a:r>
              <a:rPr sz="2200" b="1" spc="-10" dirty="0">
                <a:latin typeface="Times New Roman"/>
                <a:cs typeface="Times New Roman"/>
              </a:rPr>
              <a:t>Provisioned</a:t>
            </a:r>
            <a:r>
              <a:rPr sz="2200" b="1" spc="-25" dirty="0">
                <a:latin typeface="Times New Roman"/>
                <a:cs typeface="Times New Roman"/>
              </a:rPr>
              <a:t> </a:t>
            </a:r>
            <a:r>
              <a:rPr sz="2200" b="1" spc="-150" dirty="0">
                <a:latin typeface="Times New Roman"/>
                <a:cs typeface="Times New Roman"/>
              </a:rPr>
              <a:t>IOPS</a:t>
            </a:r>
            <a:r>
              <a:rPr sz="2200" b="1" dirty="0">
                <a:latin typeface="Times New Roman"/>
                <a:cs typeface="Times New Roman"/>
              </a:rPr>
              <a:t> </a:t>
            </a:r>
            <a:r>
              <a:rPr sz="2200" b="1" spc="-170" dirty="0">
                <a:latin typeface="Times New Roman"/>
                <a:cs typeface="Times New Roman"/>
              </a:rPr>
              <a:t>SSD</a:t>
            </a:r>
            <a:r>
              <a:rPr sz="2200" b="1" spc="5" dirty="0">
                <a:latin typeface="Times New Roman"/>
                <a:cs typeface="Times New Roman"/>
              </a:rPr>
              <a:t> </a:t>
            </a:r>
            <a:r>
              <a:rPr sz="2200" b="1" dirty="0">
                <a:latin typeface="Times New Roman"/>
                <a:cs typeface="Times New Roman"/>
              </a:rPr>
              <a:t>(io2,</a:t>
            </a:r>
            <a:r>
              <a:rPr sz="2200" b="1" spc="-105" dirty="0">
                <a:latin typeface="Times New Roman"/>
                <a:cs typeface="Times New Roman"/>
              </a:rPr>
              <a:t> </a:t>
            </a:r>
            <a:r>
              <a:rPr sz="2200" b="1" spc="-10" dirty="0">
                <a:latin typeface="Times New Roman"/>
                <a:cs typeface="Times New Roman"/>
              </a:rPr>
              <a:t>io1)</a:t>
            </a:r>
            <a:r>
              <a:rPr sz="2200" spc="-10" dirty="0">
                <a:latin typeface="Times New Roman"/>
                <a:cs typeface="Times New Roman"/>
              </a:rPr>
              <a:t>:</a:t>
            </a:r>
            <a:endParaRPr sz="2200">
              <a:latin typeface="Times New Roman"/>
              <a:cs typeface="Times New Roman"/>
            </a:endParaRPr>
          </a:p>
          <a:p>
            <a:pPr marL="111125" lvl="1" indent="-106045">
              <a:lnSpc>
                <a:spcPct val="100000"/>
              </a:lnSpc>
              <a:buSzPct val="95454"/>
              <a:buChar char="•"/>
              <a:tabLst>
                <a:tab pos="111125" algn="l"/>
              </a:tabLst>
            </a:pPr>
            <a:r>
              <a:rPr sz="2200" spc="-130" dirty="0">
                <a:latin typeface="Times New Roman"/>
                <a:cs typeface="Times New Roman"/>
              </a:rPr>
              <a:t>Designed</a:t>
            </a:r>
            <a:r>
              <a:rPr sz="2200" dirty="0">
                <a:latin typeface="Times New Roman"/>
                <a:cs typeface="Times New Roman"/>
              </a:rPr>
              <a:t> </a:t>
            </a:r>
            <a:r>
              <a:rPr sz="2200" spc="-90" dirty="0">
                <a:latin typeface="Times New Roman"/>
                <a:cs typeface="Times New Roman"/>
              </a:rPr>
              <a:t>for</a:t>
            </a:r>
            <a:r>
              <a:rPr sz="2200" spc="15" dirty="0">
                <a:latin typeface="Times New Roman"/>
                <a:cs typeface="Times New Roman"/>
              </a:rPr>
              <a:t> </a:t>
            </a:r>
            <a:r>
              <a:rPr sz="2200" spc="-110" dirty="0">
                <a:latin typeface="Times New Roman"/>
                <a:cs typeface="Times New Roman"/>
              </a:rPr>
              <a:t>latency-</a:t>
            </a:r>
            <a:r>
              <a:rPr sz="2200" spc="-125" dirty="0">
                <a:latin typeface="Times New Roman"/>
                <a:cs typeface="Times New Roman"/>
              </a:rPr>
              <a:t>sensitive</a:t>
            </a:r>
            <a:r>
              <a:rPr sz="2200" spc="10" dirty="0">
                <a:latin typeface="Times New Roman"/>
                <a:cs typeface="Times New Roman"/>
              </a:rPr>
              <a:t> </a:t>
            </a:r>
            <a:r>
              <a:rPr sz="2200" spc="-100" dirty="0">
                <a:latin typeface="Times New Roman"/>
                <a:cs typeface="Times New Roman"/>
              </a:rPr>
              <a:t>transactional</a:t>
            </a:r>
            <a:r>
              <a:rPr sz="2200" spc="15" dirty="0">
                <a:latin typeface="Times New Roman"/>
                <a:cs typeface="Times New Roman"/>
              </a:rPr>
              <a:t> </a:t>
            </a:r>
            <a:r>
              <a:rPr sz="2200" spc="-110" dirty="0">
                <a:latin typeface="Times New Roman"/>
                <a:cs typeface="Times New Roman"/>
              </a:rPr>
              <a:t>workloads,</a:t>
            </a:r>
            <a:r>
              <a:rPr sz="2200" spc="-85" dirty="0">
                <a:latin typeface="Times New Roman"/>
                <a:cs typeface="Times New Roman"/>
              </a:rPr>
              <a:t> </a:t>
            </a:r>
            <a:r>
              <a:rPr sz="2200" spc="-135" dirty="0">
                <a:latin typeface="Times New Roman"/>
                <a:cs typeface="Times New Roman"/>
              </a:rPr>
              <a:t>such</a:t>
            </a:r>
            <a:r>
              <a:rPr sz="2200" spc="15" dirty="0">
                <a:latin typeface="Times New Roman"/>
                <a:cs typeface="Times New Roman"/>
              </a:rPr>
              <a:t> </a:t>
            </a:r>
            <a:r>
              <a:rPr sz="2200" spc="-180" dirty="0">
                <a:latin typeface="Times New Roman"/>
                <a:cs typeface="Times New Roman"/>
              </a:rPr>
              <a:t>as</a:t>
            </a:r>
            <a:r>
              <a:rPr sz="2200" spc="-10" dirty="0">
                <a:latin typeface="Times New Roman"/>
                <a:cs typeface="Times New Roman"/>
              </a:rPr>
              <a:t> databases.</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33045" indent="-222250">
              <a:lnSpc>
                <a:spcPct val="100000"/>
              </a:lnSpc>
              <a:buAutoNum type="arabicPeriod" startAt="3"/>
              <a:tabLst>
                <a:tab pos="233045" algn="l"/>
              </a:tabLst>
            </a:pPr>
            <a:r>
              <a:rPr sz="2200" b="1" spc="-20" dirty="0">
                <a:latin typeface="Times New Roman"/>
                <a:cs typeface="Times New Roman"/>
              </a:rPr>
              <a:t>Throughput</a:t>
            </a:r>
            <a:r>
              <a:rPr sz="2200" b="1" spc="-90" dirty="0">
                <a:latin typeface="Times New Roman"/>
                <a:cs typeface="Times New Roman"/>
              </a:rPr>
              <a:t> </a:t>
            </a:r>
            <a:r>
              <a:rPr sz="2200" b="1" dirty="0">
                <a:latin typeface="Times New Roman"/>
                <a:cs typeface="Times New Roman"/>
              </a:rPr>
              <a:t>Optimized</a:t>
            </a:r>
            <a:r>
              <a:rPr sz="2200" b="1" spc="-70" dirty="0">
                <a:latin typeface="Times New Roman"/>
                <a:cs typeface="Times New Roman"/>
              </a:rPr>
              <a:t> </a:t>
            </a:r>
            <a:r>
              <a:rPr sz="2200" b="1" dirty="0">
                <a:latin typeface="Times New Roman"/>
                <a:cs typeface="Times New Roman"/>
              </a:rPr>
              <a:t>HDD</a:t>
            </a:r>
            <a:r>
              <a:rPr sz="2200" b="1" spc="-80" dirty="0">
                <a:latin typeface="Times New Roman"/>
                <a:cs typeface="Times New Roman"/>
              </a:rPr>
              <a:t> </a:t>
            </a:r>
            <a:r>
              <a:rPr sz="2200" b="1" spc="-10" dirty="0">
                <a:latin typeface="Times New Roman"/>
                <a:cs typeface="Times New Roman"/>
              </a:rPr>
              <a:t>(st1)</a:t>
            </a:r>
            <a:r>
              <a:rPr sz="2200" spc="-10" dirty="0">
                <a:latin typeface="Times New Roman"/>
                <a:cs typeface="Times New Roman"/>
              </a:rPr>
              <a:t>:</a:t>
            </a:r>
            <a:endParaRPr sz="2200">
              <a:latin typeface="Times New Roman"/>
              <a:cs typeface="Times New Roman"/>
            </a:endParaRPr>
          </a:p>
          <a:p>
            <a:pPr marL="12700" marR="5080" lvl="1" indent="-7620">
              <a:lnSpc>
                <a:spcPct val="100000"/>
              </a:lnSpc>
              <a:buSzPct val="95454"/>
              <a:buChar char="•"/>
              <a:tabLst>
                <a:tab pos="111125" algn="l"/>
              </a:tabLst>
            </a:pPr>
            <a:r>
              <a:rPr sz="2200" spc="-135" dirty="0">
                <a:latin typeface="Times New Roman"/>
                <a:cs typeface="Times New Roman"/>
              </a:rPr>
              <a:t>	Ideal</a:t>
            </a:r>
            <a:r>
              <a:rPr sz="2200" spc="-25" dirty="0">
                <a:latin typeface="Times New Roman"/>
                <a:cs typeface="Times New Roman"/>
              </a:rPr>
              <a:t> </a:t>
            </a:r>
            <a:r>
              <a:rPr sz="2200" spc="-90" dirty="0">
                <a:latin typeface="Times New Roman"/>
                <a:cs typeface="Times New Roman"/>
              </a:rPr>
              <a:t>for</a:t>
            </a:r>
            <a:r>
              <a:rPr sz="2200" spc="10" dirty="0">
                <a:latin typeface="Times New Roman"/>
                <a:cs typeface="Times New Roman"/>
              </a:rPr>
              <a:t> </a:t>
            </a:r>
            <a:r>
              <a:rPr sz="2200" spc="-114" dirty="0">
                <a:latin typeface="Times New Roman"/>
                <a:cs typeface="Times New Roman"/>
              </a:rPr>
              <a:t>sequential</a:t>
            </a:r>
            <a:r>
              <a:rPr sz="2200" spc="-10" dirty="0">
                <a:latin typeface="Times New Roman"/>
                <a:cs typeface="Times New Roman"/>
              </a:rPr>
              <a:t> </a:t>
            </a:r>
            <a:r>
              <a:rPr sz="2200" spc="-125" dirty="0">
                <a:latin typeface="Times New Roman"/>
                <a:cs typeface="Times New Roman"/>
              </a:rPr>
              <a:t>data</a:t>
            </a:r>
            <a:r>
              <a:rPr sz="2200" spc="-15" dirty="0">
                <a:latin typeface="Times New Roman"/>
                <a:cs typeface="Times New Roman"/>
              </a:rPr>
              <a:t> </a:t>
            </a:r>
            <a:r>
              <a:rPr sz="2200" spc="-155" dirty="0">
                <a:latin typeface="Times New Roman"/>
                <a:cs typeface="Times New Roman"/>
              </a:rPr>
              <a:t>access</a:t>
            </a:r>
            <a:r>
              <a:rPr sz="2200" spc="-5" dirty="0">
                <a:latin typeface="Times New Roman"/>
                <a:cs typeface="Times New Roman"/>
              </a:rPr>
              <a:t> </a:t>
            </a:r>
            <a:r>
              <a:rPr sz="2200" spc="-130" dirty="0">
                <a:latin typeface="Times New Roman"/>
                <a:cs typeface="Times New Roman"/>
              </a:rPr>
              <a:t>workloads</a:t>
            </a:r>
            <a:r>
              <a:rPr sz="2200" dirty="0">
                <a:latin typeface="Times New Roman"/>
                <a:cs typeface="Times New Roman"/>
              </a:rPr>
              <a:t> </a:t>
            </a:r>
            <a:r>
              <a:rPr sz="2200" spc="-125" dirty="0">
                <a:latin typeface="Times New Roman"/>
                <a:cs typeface="Times New Roman"/>
              </a:rPr>
              <a:t>like</a:t>
            </a:r>
            <a:r>
              <a:rPr sz="2200" spc="-20" dirty="0">
                <a:latin typeface="Times New Roman"/>
                <a:cs typeface="Times New Roman"/>
              </a:rPr>
              <a:t> </a:t>
            </a:r>
            <a:r>
              <a:rPr sz="2200" spc="-150" dirty="0">
                <a:latin typeface="Times New Roman"/>
                <a:cs typeface="Times New Roman"/>
              </a:rPr>
              <a:t>big</a:t>
            </a:r>
            <a:r>
              <a:rPr sz="2200" spc="-20" dirty="0">
                <a:latin typeface="Times New Roman"/>
                <a:cs typeface="Times New Roman"/>
              </a:rPr>
              <a:t> </a:t>
            </a:r>
            <a:r>
              <a:rPr sz="2200" spc="-80" dirty="0">
                <a:latin typeface="Times New Roman"/>
                <a:cs typeface="Times New Roman"/>
              </a:rPr>
              <a:t>data,</a:t>
            </a:r>
            <a:r>
              <a:rPr sz="2200" spc="-105" dirty="0">
                <a:latin typeface="Times New Roman"/>
                <a:cs typeface="Times New Roman"/>
              </a:rPr>
              <a:t> </a:t>
            </a:r>
            <a:r>
              <a:rPr sz="2200" spc="-125" dirty="0">
                <a:latin typeface="Times New Roman"/>
                <a:cs typeface="Times New Roman"/>
              </a:rPr>
              <a:t>data</a:t>
            </a:r>
            <a:r>
              <a:rPr sz="2200" spc="-20" dirty="0">
                <a:latin typeface="Times New Roman"/>
                <a:cs typeface="Times New Roman"/>
              </a:rPr>
              <a:t> </a:t>
            </a:r>
            <a:r>
              <a:rPr sz="2200" spc="-110" dirty="0">
                <a:latin typeface="Times New Roman"/>
                <a:cs typeface="Times New Roman"/>
              </a:rPr>
              <a:t>warehouses,</a:t>
            </a:r>
            <a:r>
              <a:rPr sz="2200" spc="-85" dirty="0">
                <a:latin typeface="Times New Roman"/>
                <a:cs typeface="Times New Roman"/>
              </a:rPr>
              <a:t> </a:t>
            </a:r>
            <a:r>
              <a:rPr sz="2200" spc="-135" dirty="0">
                <a:latin typeface="Times New Roman"/>
                <a:cs typeface="Times New Roman"/>
              </a:rPr>
              <a:t>and</a:t>
            </a:r>
            <a:r>
              <a:rPr sz="2200" spc="-5" dirty="0">
                <a:latin typeface="Times New Roman"/>
                <a:cs typeface="Times New Roman"/>
              </a:rPr>
              <a:t> </a:t>
            </a:r>
            <a:r>
              <a:rPr sz="2200" spc="-25" dirty="0">
                <a:latin typeface="Times New Roman"/>
                <a:cs typeface="Times New Roman"/>
              </a:rPr>
              <a:t>log </a:t>
            </a:r>
            <a:r>
              <a:rPr sz="2200" spc="-35" dirty="0">
                <a:latin typeface="Times New Roman"/>
                <a:cs typeface="Times New Roman"/>
              </a:rPr>
              <a:t>processing.</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66065" indent="-253365">
              <a:lnSpc>
                <a:spcPct val="100000"/>
              </a:lnSpc>
              <a:buAutoNum type="arabicPeriod" startAt="4"/>
              <a:tabLst>
                <a:tab pos="266065" algn="l"/>
              </a:tabLst>
            </a:pPr>
            <a:r>
              <a:rPr sz="2200" b="1" spc="-10" dirty="0">
                <a:latin typeface="Times New Roman"/>
                <a:cs typeface="Times New Roman"/>
              </a:rPr>
              <a:t>Cold</a:t>
            </a:r>
            <a:r>
              <a:rPr sz="2200" b="1" spc="-120" dirty="0">
                <a:latin typeface="Times New Roman"/>
                <a:cs typeface="Times New Roman"/>
              </a:rPr>
              <a:t> </a:t>
            </a:r>
            <a:r>
              <a:rPr sz="2200" b="1" dirty="0">
                <a:latin typeface="Times New Roman"/>
                <a:cs typeface="Times New Roman"/>
              </a:rPr>
              <a:t>HDD</a:t>
            </a:r>
            <a:r>
              <a:rPr sz="2200" b="1" spc="-90" dirty="0">
                <a:latin typeface="Times New Roman"/>
                <a:cs typeface="Times New Roman"/>
              </a:rPr>
              <a:t> </a:t>
            </a:r>
            <a:r>
              <a:rPr sz="2200" b="1" spc="-10" dirty="0">
                <a:latin typeface="Times New Roman"/>
                <a:cs typeface="Times New Roman"/>
              </a:rPr>
              <a:t>(sc1)</a:t>
            </a:r>
            <a:r>
              <a:rPr sz="2200" spc="-10" dirty="0">
                <a:latin typeface="Times New Roman"/>
                <a:cs typeface="Times New Roman"/>
              </a:rPr>
              <a:t>:</a:t>
            </a:r>
            <a:endParaRPr sz="2200">
              <a:latin typeface="Times New Roman"/>
              <a:cs typeface="Times New Roman"/>
            </a:endParaRPr>
          </a:p>
          <a:p>
            <a:pPr marL="111125" lvl="1" indent="-106045">
              <a:lnSpc>
                <a:spcPct val="100000"/>
              </a:lnSpc>
              <a:buSzPct val="95454"/>
              <a:buChar char="•"/>
              <a:tabLst>
                <a:tab pos="111125" algn="l"/>
              </a:tabLst>
            </a:pPr>
            <a:r>
              <a:rPr sz="2200" spc="-150" dirty="0">
                <a:latin typeface="Times New Roman"/>
                <a:cs typeface="Times New Roman"/>
              </a:rPr>
              <a:t>Lowest</a:t>
            </a:r>
            <a:r>
              <a:rPr sz="2200" spc="-35" dirty="0">
                <a:latin typeface="Times New Roman"/>
                <a:cs typeface="Times New Roman"/>
              </a:rPr>
              <a:t> </a:t>
            </a:r>
            <a:r>
              <a:rPr sz="2200" spc="-80" dirty="0">
                <a:latin typeface="Times New Roman"/>
                <a:cs typeface="Times New Roman"/>
              </a:rPr>
              <a:t>cost;</a:t>
            </a:r>
            <a:r>
              <a:rPr sz="2200" spc="-105" dirty="0">
                <a:latin typeface="Times New Roman"/>
                <a:cs typeface="Times New Roman"/>
              </a:rPr>
              <a:t> </a:t>
            </a:r>
            <a:r>
              <a:rPr sz="2200" spc="-114" dirty="0">
                <a:latin typeface="Times New Roman"/>
                <a:cs typeface="Times New Roman"/>
              </a:rPr>
              <a:t>suitable</a:t>
            </a:r>
            <a:r>
              <a:rPr sz="2200" spc="-25" dirty="0">
                <a:latin typeface="Times New Roman"/>
                <a:cs typeface="Times New Roman"/>
              </a:rPr>
              <a:t> </a:t>
            </a:r>
            <a:r>
              <a:rPr sz="2200" spc="-90" dirty="0">
                <a:latin typeface="Times New Roman"/>
                <a:cs typeface="Times New Roman"/>
              </a:rPr>
              <a:t>for</a:t>
            </a:r>
            <a:r>
              <a:rPr sz="2200" spc="-10" dirty="0">
                <a:latin typeface="Times New Roman"/>
                <a:cs typeface="Times New Roman"/>
              </a:rPr>
              <a:t> </a:t>
            </a:r>
            <a:r>
              <a:rPr sz="2200" spc="-100" dirty="0">
                <a:latin typeface="Times New Roman"/>
                <a:cs typeface="Times New Roman"/>
              </a:rPr>
              <a:t>infrequently</a:t>
            </a:r>
            <a:r>
              <a:rPr sz="2200" spc="-15" dirty="0">
                <a:latin typeface="Times New Roman"/>
                <a:cs typeface="Times New Roman"/>
              </a:rPr>
              <a:t> </a:t>
            </a:r>
            <a:r>
              <a:rPr sz="2200" spc="-140" dirty="0">
                <a:latin typeface="Times New Roman"/>
                <a:cs typeface="Times New Roman"/>
              </a:rPr>
              <a:t>accessed</a:t>
            </a:r>
            <a:r>
              <a:rPr sz="2200" spc="10" dirty="0">
                <a:latin typeface="Times New Roman"/>
                <a:cs typeface="Times New Roman"/>
              </a:rPr>
              <a:t> </a:t>
            </a:r>
            <a:r>
              <a:rPr sz="2200" spc="-10" dirty="0">
                <a:latin typeface="Times New Roman"/>
                <a:cs typeface="Times New Roman"/>
              </a:rPr>
              <a:t>data.</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66700" indent="-254000">
              <a:lnSpc>
                <a:spcPct val="100000"/>
              </a:lnSpc>
              <a:spcBef>
                <a:spcPts val="5"/>
              </a:spcBef>
              <a:buAutoNum type="arabicPeriod" startAt="5"/>
              <a:tabLst>
                <a:tab pos="266700" algn="l"/>
              </a:tabLst>
            </a:pPr>
            <a:r>
              <a:rPr sz="2200" b="1" spc="-245" dirty="0">
                <a:latin typeface="Times New Roman"/>
                <a:cs typeface="Times New Roman"/>
              </a:rPr>
              <a:t>EBS</a:t>
            </a:r>
            <a:r>
              <a:rPr sz="2200" b="1" spc="-45" dirty="0">
                <a:latin typeface="Times New Roman"/>
                <a:cs typeface="Times New Roman"/>
              </a:rPr>
              <a:t> </a:t>
            </a:r>
            <a:r>
              <a:rPr sz="2200" b="1" dirty="0">
                <a:latin typeface="Times New Roman"/>
                <a:cs typeface="Times New Roman"/>
              </a:rPr>
              <a:t>Magnetic</a:t>
            </a:r>
            <a:r>
              <a:rPr sz="2200" b="1" spc="-40" dirty="0">
                <a:latin typeface="Times New Roman"/>
                <a:cs typeface="Times New Roman"/>
              </a:rPr>
              <a:t> </a:t>
            </a:r>
            <a:r>
              <a:rPr sz="2200" b="1" spc="-10" dirty="0">
                <a:latin typeface="Times New Roman"/>
                <a:cs typeface="Times New Roman"/>
              </a:rPr>
              <a:t>(Standard)</a:t>
            </a:r>
            <a:r>
              <a:rPr sz="2200" spc="-10" dirty="0">
                <a:latin typeface="Times New Roman"/>
                <a:cs typeface="Times New Roman"/>
              </a:rPr>
              <a:t>:</a:t>
            </a:r>
            <a:endParaRPr sz="2200">
              <a:latin typeface="Times New Roman"/>
              <a:cs typeface="Times New Roman"/>
            </a:endParaRPr>
          </a:p>
          <a:p>
            <a:pPr marL="111125" lvl="1" indent="-106045">
              <a:lnSpc>
                <a:spcPct val="100000"/>
              </a:lnSpc>
              <a:buSzPct val="95454"/>
              <a:buChar char="•"/>
              <a:tabLst>
                <a:tab pos="111125" algn="l"/>
              </a:tabLst>
            </a:pPr>
            <a:r>
              <a:rPr sz="2200" spc="-180" dirty="0">
                <a:latin typeface="Times New Roman"/>
                <a:cs typeface="Times New Roman"/>
              </a:rPr>
              <a:t>Legacy</a:t>
            </a:r>
            <a:r>
              <a:rPr sz="2200" spc="-45" dirty="0">
                <a:latin typeface="Times New Roman"/>
                <a:cs typeface="Times New Roman"/>
              </a:rPr>
              <a:t> </a:t>
            </a:r>
            <a:r>
              <a:rPr sz="2200" spc="-85" dirty="0">
                <a:latin typeface="Times New Roman"/>
                <a:cs typeface="Times New Roman"/>
              </a:rPr>
              <a:t>option</a:t>
            </a:r>
            <a:r>
              <a:rPr sz="2200" spc="-20" dirty="0">
                <a:latin typeface="Times New Roman"/>
                <a:cs typeface="Times New Roman"/>
              </a:rPr>
              <a:t> </a:t>
            </a:r>
            <a:r>
              <a:rPr sz="2200" spc="-95" dirty="0">
                <a:latin typeface="Times New Roman"/>
                <a:cs typeface="Times New Roman"/>
              </a:rPr>
              <a:t>for</a:t>
            </a:r>
            <a:r>
              <a:rPr sz="2200" spc="-30" dirty="0">
                <a:latin typeface="Times New Roman"/>
                <a:cs typeface="Times New Roman"/>
              </a:rPr>
              <a:t> </a:t>
            </a:r>
            <a:r>
              <a:rPr sz="2200" spc="-130" dirty="0">
                <a:latin typeface="Times New Roman"/>
                <a:cs typeface="Times New Roman"/>
              </a:rPr>
              <a:t>workloads</a:t>
            </a:r>
            <a:r>
              <a:rPr sz="2200" spc="-25" dirty="0">
                <a:latin typeface="Times New Roman"/>
                <a:cs typeface="Times New Roman"/>
              </a:rPr>
              <a:t> </a:t>
            </a:r>
            <a:r>
              <a:rPr sz="2200" spc="-80" dirty="0">
                <a:latin typeface="Times New Roman"/>
                <a:cs typeface="Times New Roman"/>
              </a:rPr>
              <a:t>that</a:t>
            </a:r>
            <a:r>
              <a:rPr sz="2200" spc="-45" dirty="0">
                <a:latin typeface="Times New Roman"/>
                <a:cs typeface="Times New Roman"/>
              </a:rPr>
              <a:t> </a:t>
            </a:r>
            <a:r>
              <a:rPr sz="2200" spc="-100" dirty="0">
                <a:latin typeface="Times New Roman"/>
                <a:cs typeface="Times New Roman"/>
              </a:rPr>
              <a:t>do</a:t>
            </a:r>
            <a:r>
              <a:rPr sz="2200" spc="-25" dirty="0">
                <a:latin typeface="Times New Roman"/>
                <a:cs typeface="Times New Roman"/>
              </a:rPr>
              <a:t> </a:t>
            </a:r>
            <a:r>
              <a:rPr sz="2200" spc="-40" dirty="0">
                <a:latin typeface="Times New Roman"/>
                <a:cs typeface="Times New Roman"/>
              </a:rPr>
              <a:t>not</a:t>
            </a:r>
            <a:r>
              <a:rPr sz="2200" spc="-25" dirty="0">
                <a:latin typeface="Times New Roman"/>
                <a:cs typeface="Times New Roman"/>
              </a:rPr>
              <a:t> </a:t>
            </a:r>
            <a:r>
              <a:rPr sz="2200" spc="-80" dirty="0">
                <a:latin typeface="Times New Roman"/>
                <a:cs typeface="Times New Roman"/>
              </a:rPr>
              <a:t>require</a:t>
            </a:r>
            <a:r>
              <a:rPr sz="2200" spc="-20" dirty="0">
                <a:latin typeface="Times New Roman"/>
                <a:cs typeface="Times New Roman"/>
              </a:rPr>
              <a:t> </a:t>
            </a:r>
            <a:r>
              <a:rPr sz="2200" spc="-155" dirty="0">
                <a:latin typeface="Times New Roman"/>
                <a:cs typeface="Times New Roman"/>
              </a:rPr>
              <a:t>high</a:t>
            </a:r>
            <a:r>
              <a:rPr sz="2200" spc="-45" dirty="0">
                <a:latin typeface="Times New Roman"/>
                <a:cs typeface="Times New Roman"/>
              </a:rPr>
              <a:t> </a:t>
            </a:r>
            <a:r>
              <a:rPr sz="2200" spc="-10" dirty="0">
                <a:latin typeface="Times New Roman"/>
                <a:cs typeface="Times New Roman"/>
              </a:rPr>
              <a:t>performance.</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EBS</a:t>
            </a:r>
            <a:r>
              <a:rPr spc="20" dirty="0"/>
              <a:t> </a:t>
            </a:r>
            <a:r>
              <a:rPr dirty="0"/>
              <a:t>–</a:t>
            </a:r>
            <a:r>
              <a:rPr spc="10" dirty="0"/>
              <a:t> </a:t>
            </a:r>
            <a:r>
              <a:rPr dirty="0"/>
              <a:t>Use</a:t>
            </a:r>
            <a:r>
              <a:rPr spc="15" dirty="0"/>
              <a:t> </a:t>
            </a:r>
            <a:r>
              <a:rPr spc="-20" dirty="0"/>
              <a:t>cases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32054" y="898016"/>
            <a:ext cx="7924800" cy="2952115"/>
          </a:xfrm>
          <a:prstGeom prst="rect">
            <a:avLst/>
          </a:prstGeom>
        </p:spPr>
        <p:txBody>
          <a:bodyPr vert="horz" wrap="square" lIns="0" tIns="12700" rIns="0" bIns="0" rtlCol="0">
            <a:spAutoFit/>
          </a:bodyPr>
          <a:lstStyle/>
          <a:p>
            <a:pPr marL="118745" indent="-114300">
              <a:lnSpc>
                <a:spcPct val="100000"/>
              </a:lnSpc>
              <a:spcBef>
                <a:spcPts val="100"/>
              </a:spcBef>
              <a:buSzPct val="95833"/>
              <a:buChar char="•"/>
              <a:tabLst>
                <a:tab pos="118745" algn="l"/>
              </a:tabLst>
            </a:pPr>
            <a:r>
              <a:rPr sz="2400" spc="-130" dirty="0">
                <a:latin typeface="Times New Roman"/>
                <a:cs typeface="Times New Roman"/>
              </a:rPr>
              <a:t>Hosting</a:t>
            </a:r>
            <a:r>
              <a:rPr sz="2400" spc="-40" dirty="0">
                <a:latin typeface="Times New Roman"/>
                <a:cs typeface="Times New Roman"/>
              </a:rPr>
              <a:t> </a:t>
            </a:r>
            <a:r>
              <a:rPr sz="2400" spc="-105" dirty="0">
                <a:latin typeface="Times New Roman"/>
                <a:cs typeface="Times New Roman"/>
              </a:rPr>
              <a:t>relational</a:t>
            </a:r>
            <a:r>
              <a:rPr sz="2400" spc="-20" dirty="0">
                <a:latin typeface="Times New Roman"/>
                <a:cs typeface="Times New Roman"/>
              </a:rPr>
              <a:t> </a:t>
            </a:r>
            <a:r>
              <a:rPr sz="2400" spc="-145" dirty="0">
                <a:latin typeface="Times New Roman"/>
                <a:cs typeface="Times New Roman"/>
              </a:rPr>
              <a:t>and</a:t>
            </a:r>
            <a:r>
              <a:rPr sz="2400" spc="-25" dirty="0">
                <a:latin typeface="Times New Roman"/>
                <a:cs typeface="Times New Roman"/>
              </a:rPr>
              <a:t> </a:t>
            </a:r>
            <a:r>
              <a:rPr sz="2400" spc="-90" dirty="0">
                <a:latin typeface="Times New Roman"/>
                <a:cs typeface="Times New Roman"/>
              </a:rPr>
              <a:t>non-</a:t>
            </a:r>
            <a:r>
              <a:rPr sz="2400" spc="-100" dirty="0">
                <a:latin typeface="Times New Roman"/>
                <a:cs typeface="Times New Roman"/>
              </a:rPr>
              <a:t>relational</a:t>
            </a:r>
            <a:r>
              <a:rPr sz="2400" spc="-55" dirty="0">
                <a:latin typeface="Times New Roman"/>
                <a:cs typeface="Times New Roman"/>
              </a:rPr>
              <a:t> </a:t>
            </a:r>
            <a:r>
              <a:rPr sz="2400" spc="-10" dirty="0">
                <a:latin typeface="Times New Roman"/>
                <a:cs typeface="Times New Roman"/>
              </a:rPr>
              <a:t>databases.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Char char="•"/>
              <a:tabLst>
                <a:tab pos="118745" algn="l"/>
              </a:tabLst>
            </a:pPr>
            <a:r>
              <a:rPr sz="2400" spc="-120" dirty="0">
                <a:latin typeface="Times New Roman"/>
                <a:cs typeface="Times New Roman"/>
              </a:rPr>
              <a:t>Storing</a:t>
            </a:r>
            <a:r>
              <a:rPr sz="2400" spc="-40" dirty="0">
                <a:latin typeface="Times New Roman"/>
                <a:cs typeface="Times New Roman"/>
              </a:rPr>
              <a:t> </a:t>
            </a:r>
            <a:r>
              <a:rPr sz="2400" spc="-150" dirty="0">
                <a:latin typeface="Times New Roman"/>
                <a:cs typeface="Times New Roman"/>
              </a:rPr>
              <a:t>logs</a:t>
            </a:r>
            <a:r>
              <a:rPr sz="2400" spc="-35" dirty="0">
                <a:latin typeface="Times New Roman"/>
                <a:cs typeface="Times New Roman"/>
              </a:rPr>
              <a:t> </a:t>
            </a:r>
            <a:r>
              <a:rPr sz="2400" spc="-145" dirty="0">
                <a:latin typeface="Times New Roman"/>
                <a:cs typeface="Times New Roman"/>
              </a:rPr>
              <a:t>and</a:t>
            </a:r>
            <a:r>
              <a:rPr sz="2400" spc="-45" dirty="0">
                <a:latin typeface="Times New Roman"/>
                <a:cs typeface="Times New Roman"/>
              </a:rPr>
              <a:t> </a:t>
            </a:r>
            <a:r>
              <a:rPr sz="2400" spc="-125" dirty="0">
                <a:latin typeface="Times New Roman"/>
                <a:cs typeface="Times New Roman"/>
              </a:rPr>
              <a:t>data</a:t>
            </a:r>
            <a:r>
              <a:rPr sz="2400" spc="-40" dirty="0">
                <a:latin typeface="Times New Roman"/>
                <a:cs typeface="Times New Roman"/>
              </a:rPr>
              <a:t> </a:t>
            </a:r>
            <a:r>
              <a:rPr sz="2400" spc="-140" dirty="0">
                <a:latin typeface="Times New Roman"/>
                <a:cs typeface="Times New Roman"/>
              </a:rPr>
              <a:t>files</a:t>
            </a:r>
            <a:r>
              <a:rPr sz="2400" spc="-50" dirty="0">
                <a:latin typeface="Times New Roman"/>
                <a:cs typeface="Times New Roman"/>
              </a:rPr>
              <a:t> </a:t>
            </a:r>
            <a:r>
              <a:rPr sz="2400" spc="-90" dirty="0">
                <a:latin typeface="Times New Roman"/>
                <a:cs typeface="Times New Roman"/>
              </a:rPr>
              <a:t>for</a:t>
            </a:r>
            <a:r>
              <a:rPr sz="2400" spc="-45" dirty="0">
                <a:latin typeface="Times New Roman"/>
                <a:cs typeface="Times New Roman"/>
              </a:rPr>
              <a:t> </a:t>
            </a:r>
            <a:r>
              <a:rPr sz="2400" spc="-160" dirty="0">
                <a:latin typeface="Times New Roman"/>
                <a:cs typeface="Times New Roman"/>
              </a:rPr>
              <a:t>big</a:t>
            </a:r>
            <a:r>
              <a:rPr sz="2400" spc="-35" dirty="0">
                <a:latin typeface="Times New Roman"/>
                <a:cs typeface="Times New Roman"/>
              </a:rPr>
              <a:t> </a:t>
            </a:r>
            <a:r>
              <a:rPr sz="2400" spc="-125" dirty="0">
                <a:latin typeface="Times New Roman"/>
                <a:cs typeface="Times New Roman"/>
              </a:rPr>
              <a:t>data</a:t>
            </a:r>
            <a:r>
              <a:rPr sz="2400" spc="-40" dirty="0">
                <a:latin typeface="Times New Roman"/>
                <a:cs typeface="Times New Roman"/>
              </a:rPr>
              <a:t> </a:t>
            </a:r>
            <a:r>
              <a:rPr sz="2400" spc="-10" dirty="0">
                <a:latin typeface="Times New Roman"/>
                <a:cs typeface="Times New Roman"/>
              </a:rPr>
              <a:t>analytics.</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Char char="•"/>
              <a:tabLst>
                <a:tab pos="118745" algn="l"/>
              </a:tabLst>
            </a:pPr>
            <a:r>
              <a:rPr sz="2400" spc="-140" dirty="0">
                <a:latin typeface="Times New Roman"/>
                <a:cs typeface="Times New Roman"/>
              </a:rPr>
              <a:t>Running</a:t>
            </a:r>
            <a:r>
              <a:rPr sz="2400" spc="-65" dirty="0">
                <a:latin typeface="Times New Roman"/>
                <a:cs typeface="Times New Roman"/>
              </a:rPr>
              <a:t> </a:t>
            </a:r>
            <a:r>
              <a:rPr sz="2400" spc="-125" dirty="0">
                <a:latin typeface="Times New Roman"/>
                <a:cs typeface="Times New Roman"/>
              </a:rPr>
              <a:t>applications</a:t>
            </a:r>
            <a:r>
              <a:rPr sz="2400" spc="-55" dirty="0">
                <a:latin typeface="Times New Roman"/>
                <a:cs typeface="Times New Roman"/>
              </a:rPr>
              <a:t> </a:t>
            </a:r>
            <a:r>
              <a:rPr sz="2400" spc="-80" dirty="0">
                <a:latin typeface="Times New Roman"/>
                <a:cs typeface="Times New Roman"/>
              </a:rPr>
              <a:t>that</a:t>
            </a:r>
            <a:r>
              <a:rPr sz="2400" spc="-35" dirty="0">
                <a:latin typeface="Times New Roman"/>
                <a:cs typeface="Times New Roman"/>
              </a:rPr>
              <a:t> </a:t>
            </a:r>
            <a:r>
              <a:rPr sz="2400" spc="-85" dirty="0">
                <a:latin typeface="Times New Roman"/>
                <a:cs typeface="Times New Roman"/>
              </a:rPr>
              <a:t>require</a:t>
            </a:r>
            <a:r>
              <a:rPr sz="2400" spc="-50" dirty="0">
                <a:latin typeface="Times New Roman"/>
                <a:cs typeface="Times New Roman"/>
              </a:rPr>
              <a:t> </a:t>
            </a:r>
            <a:r>
              <a:rPr sz="2400" spc="-165" dirty="0">
                <a:latin typeface="Times New Roman"/>
                <a:cs typeface="Times New Roman"/>
              </a:rPr>
              <a:t>high</a:t>
            </a:r>
            <a:r>
              <a:rPr sz="2400" spc="-35" dirty="0">
                <a:latin typeface="Times New Roman"/>
                <a:cs typeface="Times New Roman"/>
              </a:rPr>
              <a:t> </a:t>
            </a:r>
            <a:r>
              <a:rPr sz="2400" spc="-145" dirty="0">
                <a:latin typeface="Times New Roman"/>
                <a:cs typeface="Times New Roman"/>
              </a:rPr>
              <a:t>availability</a:t>
            </a:r>
            <a:r>
              <a:rPr sz="2400" spc="-35" dirty="0">
                <a:latin typeface="Times New Roman"/>
                <a:cs typeface="Times New Roman"/>
              </a:rPr>
              <a:t> </a:t>
            </a:r>
            <a:r>
              <a:rPr sz="2400" spc="-145" dirty="0">
                <a:latin typeface="Times New Roman"/>
                <a:cs typeface="Times New Roman"/>
              </a:rPr>
              <a:t>and</a:t>
            </a:r>
            <a:r>
              <a:rPr sz="2400" spc="-40" dirty="0">
                <a:latin typeface="Times New Roman"/>
                <a:cs typeface="Times New Roman"/>
              </a:rPr>
              <a:t> </a:t>
            </a:r>
            <a:r>
              <a:rPr sz="2400" spc="-10" dirty="0">
                <a:latin typeface="Times New Roman"/>
                <a:cs typeface="Times New Roman"/>
              </a:rPr>
              <a:t>reliability.</a:t>
            </a:r>
            <a:endParaRPr sz="2400">
              <a:latin typeface="Times New Roman"/>
              <a:cs typeface="Times New Roman"/>
            </a:endParaRPr>
          </a:p>
          <a:p>
            <a:pPr>
              <a:lnSpc>
                <a:spcPct val="100000"/>
              </a:lnSpc>
              <a:spcBef>
                <a:spcPts val="120"/>
              </a:spcBef>
              <a:buFont typeface="Times New Roman"/>
              <a:buChar char="•"/>
            </a:pPr>
            <a:endParaRPr sz="2400">
              <a:latin typeface="Times New Roman"/>
              <a:cs typeface="Times New Roman"/>
            </a:endParaRPr>
          </a:p>
          <a:p>
            <a:pPr marL="118745" indent="-114300">
              <a:lnSpc>
                <a:spcPct val="100000"/>
              </a:lnSpc>
              <a:buSzPct val="95833"/>
              <a:buChar char="•"/>
              <a:tabLst>
                <a:tab pos="118745" algn="l"/>
              </a:tabLst>
            </a:pPr>
            <a:r>
              <a:rPr sz="2400" spc="-100" dirty="0">
                <a:latin typeface="Times New Roman"/>
                <a:cs typeface="Times New Roman"/>
              </a:rPr>
              <a:t>Supporting</a:t>
            </a:r>
            <a:r>
              <a:rPr sz="2400" spc="-35" dirty="0">
                <a:latin typeface="Times New Roman"/>
                <a:cs typeface="Times New Roman"/>
              </a:rPr>
              <a:t> </a:t>
            </a:r>
            <a:r>
              <a:rPr sz="2400" spc="-114" dirty="0">
                <a:latin typeface="Times New Roman"/>
                <a:cs typeface="Times New Roman"/>
              </a:rPr>
              <a:t>disaster</a:t>
            </a:r>
            <a:r>
              <a:rPr sz="2400" spc="-45" dirty="0">
                <a:latin typeface="Times New Roman"/>
                <a:cs typeface="Times New Roman"/>
              </a:rPr>
              <a:t> </a:t>
            </a:r>
            <a:r>
              <a:rPr sz="2400" spc="-125" dirty="0">
                <a:latin typeface="Times New Roman"/>
                <a:cs typeface="Times New Roman"/>
              </a:rPr>
              <a:t>recovery</a:t>
            </a:r>
            <a:r>
              <a:rPr sz="2400" spc="-15" dirty="0">
                <a:latin typeface="Times New Roman"/>
                <a:cs typeface="Times New Roman"/>
              </a:rPr>
              <a:t> </a:t>
            </a:r>
            <a:r>
              <a:rPr sz="2400" spc="-140" dirty="0">
                <a:latin typeface="Times New Roman"/>
                <a:cs typeface="Times New Roman"/>
              </a:rPr>
              <a:t>and</a:t>
            </a:r>
            <a:r>
              <a:rPr sz="2400" spc="-20" dirty="0">
                <a:latin typeface="Times New Roman"/>
                <a:cs typeface="Times New Roman"/>
              </a:rPr>
              <a:t> </a:t>
            </a:r>
            <a:r>
              <a:rPr sz="2400" spc="-150" dirty="0">
                <a:latin typeface="Times New Roman"/>
                <a:cs typeface="Times New Roman"/>
              </a:rPr>
              <a:t>business</a:t>
            </a:r>
            <a:r>
              <a:rPr sz="2400" spc="-45" dirty="0">
                <a:latin typeface="Times New Roman"/>
                <a:cs typeface="Times New Roman"/>
              </a:rPr>
              <a:t> </a:t>
            </a:r>
            <a:r>
              <a:rPr sz="2400" spc="-95" dirty="0">
                <a:latin typeface="Times New Roman"/>
                <a:cs typeface="Times New Roman"/>
              </a:rPr>
              <a:t>continuity</a:t>
            </a:r>
            <a:r>
              <a:rPr sz="2400" spc="-40" dirty="0">
                <a:latin typeface="Times New Roman"/>
                <a:cs typeface="Times New Roman"/>
              </a:rPr>
              <a:t> </a:t>
            </a:r>
            <a:r>
              <a:rPr sz="2400" spc="-110" dirty="0">
                <a:latin typeface="Times New Roman"/>
                <a:cs typeface="Times New Roman"/>
              </a:rPr>
              <a:t>through</a:t>
            </a:r>
            <a:r>
              <a:rPr sz="2400" spc="-30" dirty="0">
                <a:latin typeface="Times New Roman"/>
                <a:cs typeface="Times New Roman"/>
              </a:rPr>
              <a:t> </a:t>
            </a:r>
            <a:r>
              <a:rPr sz="2400" spc="-95" dirty="0">
                <a:latin typeface="Times New Roman"/>
                <a:cs typeface="Times New Roman"/>
              </a:rPr>
              <a:t>snapshots</a:t>
            </a:r>
            <a:endParaRPr sz="2400">
              <a:latin typeface="Times New Roman"/>
              <a:cs typeface="Times New Roman"/>
            </a:endParaRPr>
          </a:p>
          <a:p>
            <a:pPr marL="12700">
              <a:lnSpc>
                <a:spcPct val="100000"/>
              </a:lnSpc>
              <a:spcBef>
                <a:spcPts val="5"/>
              </a:spcBef>
            </a:pPr>
            <a:r>
              <a:rPr sz="2400" spc="-145" dirty="0">
                <a:latin typeface="Times New Roman"/>
                <a:cs typeface="Times New Roman"/>
              </a:rPr>
              <a:t>and</a:t>
            </a:r>
            <a:r>
              <a:rPr sz="2400" spc="-25" dirty="0">
                <a:latin typeface="Times New Roman"/>
                <a:cs typeface="Times New Roman"/>
              </a:rPr>
              <a:t> </a:t>
            </a:r>
            <a:r>
              <a:rPr sz="2400" spc="-120" dirty="0">
                <a:latin typeface="Times New Roman"/>
                <a:cs typeface="Times New Roman"/>
              </a:rPr>
              <a:t>cross-</a:t>
            </a:r>
            <a:r>
              <a:rPr sz="2400" spc="-105" dirty="0">
                <a:latin typeface="Times New Roman"/>
                <a:cs typeface="Times New Roman"/>
              </a:rPr>
              <a:t>region</a:t>
            </a:r>
            <a:r>
              <a:rPr sz="2400" spc="-50" dirty="0">
                <a:latin typeface="Times New Roman"/>
                <a:cs typeface="Times New Roman"/>
              </a:rPr>
              <a:t> </a:t>
            </a:r>
            <a:r>
              <a:rPr sz="2400" spc="-10" dirty="0">
                <a:latin typeface="Times New Roman"/>
                <a:cs typeface="Times New Roman"/>
              </a:rPr>
              <a:t>replication.</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10" dirty="0"/>
              <a:t> </a:t>
            </a:r>
            <a:r>
              <a:rPr spc="-10" dirty="0"/>
              <a:t>Snapshots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58</a:t>
            </a:r>
            <a:endParaRPr sz="1400">
              <a:latin typeface="Franklin Gothic Medium"/>
              <a:cs typeface="Franklin Gothic Medium"/>
            </a:endParaRPr>
          </a:p>
        </p:txBody>
      </p:sp>
      <p:sp>
        <p:nvSpPr>
          <p:cNvPr id="5" name="object 5"/>
          <p:cNvSpPr txBox="1"/>
          <p:nvPr/>
        </p:nvSpPr>
        <p:spPr>
          <a:xfrm>
            <a:off x="232054" y="898016"/>
            <a:ext cx="8313420" cy="5528310"/>
          </a:xfrm>
          <a:prstGeom prst="rect">
            <a:avLst/>
          </a:prstGeom>
        </p:spPr>
        <p:txBody>
          <a:bodyPr vert="horz" wrap="square" lIns="0" tIns="12700" rIns="0" bIns="0" rtlCol="0">
            <a:spAutoFit/>
          </a:bodyPr>
          <a:lstStyle/>
          <a:p>
            <a:pPr marL="12700" marR="5080" indent="-8255" algn="just">
              <a:lnSpc>
                <a:spcPct val="100000"/>
              </a:lnSpc>
              <a:spcBef>
                <a:spcPts val="100"/>
              </a:spcBef>
              <a:buSzPct val="95833"/>
              <a:buChar char="•"/>
              <a:tabLst>
                <a:tab pos="118745" algn="l"/>
              </a:tabLst>
            </a:pPr>
            <a:r>
              <a:rPr sz="2400" spc="-190" dirty="0">
                <a:latin typeface="Times New Roman"/>
                <a:cs typeface="Times New Roman"/>
              </a:rPr>
              <a:t>	In</a:t>
            </a:r>
            <a:r>
              <a:rPr sz="2400" spc="30" dirty="0">
                <a:latin typeface="Times New Roman"/>
                <a:cs typeface="Times New Roman"/>
              </a:rPr>
              <a:t> </a:t>
            </a:r>
            <a:r>
              <a:rPr sz="2400" spc="-300" dirty="0">
                <a:latin typeface="Times New Roman"/>
                <a:cs typeface="Times New Roman"/>
              </a:rPr>
              <a:t>AWS,</a:t>
            </a:r>
            <a:r>
              <a:rPr sz="2400" spc="150" dirty="0">
                <a:latin typeface="Times New Roman"/>
                <a:cs typeface="Times New Roman"/>
              </a:rPr>
              <a:t> </a:t>
            </a:r>
            <a:r>
              <a:rPr sz="2400" b="1" spc="-20" dirty="0">
                <a:latin typeface="Times New Roman"/>
                <a:cs typeface="Times New Roman"/>
              </a:rPr>
              <a:t>snapshots</a:t>
            </a:r>
            <a:r>
              <a:rPr sz="2400" b="1" spc="-130" dirty="0">
                <a:latin typeface="Times New Roman"/>
                <a:cs typeface="Times New Roman"/>
              </a:rPr>
              <a:t> </a:t>
            </a:r>
            <a:r>
              <a:rPr sz="2400" spc="-114" dirty="0">
                <a:latin typeface="Times New Roman"/>
                <a:cs typeface="Times New Roman"/>
              </a:rPr>
              <a:t>are</a:t>
            </a:r>
            <a:r>
              <a:rPr sz="2400" spc="-35" dirty="0">
                <a:latin typeface="Times New Roman"/>
                <a:cs typeface="Times New Roman"/>
              </a:rPr>
              <a:t> </a:t>
            </a:r>
            <a:r>
              <a:rPr sz="2400" spc="-75" dirty="0">
                <a:latin typeface="Times New Roman"/>
                <a:cs typeface="Times New Roman"/>
              </a:rPr>
              <a:t>point-</a:t>
            </a:r>
            <a:r>
              <a:rPr sz="2400" spc="-105" dirty="0">
                <a:latin typeface="Times New Roman"/>
                <a:cs typeface="Times New Roman"/>
              </a:rPr>
              <a:t>in-</a:t>
            </a:r>
            <a:r>
              <a:rPr sz="2400" spc="-85" dirty="0">
                <a:latin typeface="Times New Roman"/>
                <a:cs typeface="Times New Roman"/>
              </a:rPr>
              <a:t>time</a:t>
            </a:r>
            <a:r>
              <a:rPr sz="2400" spc="10" dirty="0">
                <a:latin typeface="Times New Roman"/>
                <a:cs typeface="Times New Roman"/>
              </a:rPr>
              <a:t> </a:t>
            </a:r>
            <a:r>
              <a:rPr sz="2400" spc="-155" dirty="0">
                <a:latin typeface="Times New Roman"/>
                <a:cs typeface="Times New Roman"/>
              </a:rPr>
              <a:t>backups</a:t>
            </a:r>
            <a:r>
              <a:rPr sz="2400" spc="45" dirty="0">
                <a:latin typeface="Times New Roman"/>
                <a:cs typeface="Times New Roman"/>
              </a:rPr>
              <a:t> </a:t>
            </a:r>
            <a:r>
              <a:rPr sz="2400" spc="-204" dirty="0">
                <a:latin typeface="Times New Roman"/>
                <a:cs typeface="Times New Roman"/>
              </a:rPr>
              <a:t>of</a:t>
            </a:r>
            <a:r>
              <a:rPr sz="2400" spc="55" dirty="0">
                <a:latin typeface="Times New Roman"/>
                <a:cs typeface="Times New Roman"/>
              </a:rPr>
              <a:t> </a:t>
            </a:r>
            <a:r>
              <a:rPr sz="2400" spc="-105" dirty="0">
                <a:latin typeface="Times New Roman"/>
                <a:cs typeface="Times New Roman"/>
              </a:rPr>
              <a:t>data,</a:t>
            </a:r>
            <a:r>
              <a:rPr sz="2400" spc="-45" dirty="0">
                <a:latin typeface="Times New Roman"/>
                <a:cs typeface="Times New Roman"/>
              </a:rPr>
              <a:t> </a:t>
            </a:r>
            <a:r>
              <a:rPr sz="2400" spc="-140" dirty="0">
                <a:latin typeface="Times New Roman"/>
                <a:cs typeface="Times New Roman"/>
              </a:rPr>
              <a:t>typically</a:t>
            </a:r>
            <a:r>
              <a:rPr sz="2400" spc="45" dirty="0">
                <a:latin typeface="Times New Roman"/>
                <a:cs typeface="Times New Roman"/>
              </a:rPr>
              <a:t> </a:t>
            </a:r>
            <a:r>
              <a:rPr sz="2400" spc="-95" dirty="0">
                <a:latin typeface="Times New Roman"/>
                <a:cs typeface="Times New Roman"/>
              </a:rPr>
              <a:t>associated </a:t>
            </a:r>
            <a:r>
              <a:rPr sz="2400" spc="-90" dirty="0">
                <a:latin typeface="Times New Roman"/>
                <a:cs typeface="Times New Roman"/>
              </a:rPr>
              <a:t>with</a:t>
            </a:r>
            <a:r>
              <a:rPr sz="2400" spc="-60" dirty="0">
                <a:latin typeface="Times New Roman"/>
                <a:cs typeface="Times New Roman"/>
              </a:rPr>
              <a:t> </a:t>
            </a:r>
            <a:r>
              <a:rPr sz="2400" spc="-105" dirty="0">
                <a:latin typeface="Times New Roman"/>
                <a:cs typeface="Times New Roman"/>
              </a:rPr>
              <a:t>storage</a:t>
            </a:r>
            <a:r>
              <a:rPr sz="2400" spc="-45" dirty="0">
                <a:latin typeface="Times New Roman"/>
                <a:cs typeface="Times New Roman"/>
              </a:rPr>
              <a:t> </a:t>
            </a:r>
            <a:r>
              <a:rPr sz="2400" spc="-125" dirty="0">
                <a:latin typeface="Times New Roman"/>
                <a:cs typeface="Times New Roman"/>
              </a:rPr>
              <a:t>services</a:t>
            </a:r>
            <a:r>
              <a:rPr sz="2400" spc="5" dirty="0">
                <a:latin typeface="Times New Roman"/>
                <a:cs typeface="Times New Roman"/>
              </a:rPr>
              <a:t> </a:t>
            </a:r>
            <a:r>
              <a:rPr sz="2400" spc="-130" dirty="0">
                <a:latin typeface="Times New Roman"/>
                <a:cs typeface="Times New Roman"/>
              </a:rPr>
              <a:t>like</a:t>
            </a:r>
            <a:r>
              <a:rPr sz="2400" spc="10" dirty="0">
                <a:latin typeface="Times New Roman"/>
                <a:cs typeface="Times New Roman"/>
              </a:rPr>
              <a:t> </a:t>
            </a:r>
            <a:r>
              <a:rPr sz="2400" spc="-200" dirty="0">
                <a:latin typeface="Times New Roman"/>
                <a:cs typeface="Times New Roman"/>
              </a:rPr>
              <a:t>Amazon</a:t>
            </a:r>
            <a:r>
              <a:rPr sz="2400" spc="50" dirty="0">
                <a:latin typeface="Times New Roman"/>
                <a:cs typeface="Times New Roman"/>
              </a:rPr>
              <a:t> </a:t>
            </a:r>
            <a:r>
              <a:rPr sz="2400" spc="-140" dirty="0">
                <a:latin typeface="Times New Roman"/>
                <a:cs typeface="Times New Roman"/>
              </a:rPr>
              <a:t>Elastic</a:t>
            </a:r>
            <a:r>
              <a:rPr sz="2400" spc="15" dirty="0">
                <a:latin typeface="Times New Roman"/>
                <a:cs typeface="Times New Roman"/>
              </a:rPr>
              <a:t> </a:t>
            </a:r>
            <a:r>
              <a:rPr sz="2400" spc="-185" dirty="0">
                <a:latin typeface="Times New Roman"/>
                <a:cs typeface="Times New Roman"/>
              </a:rPr>
              <a:t>Block</a:t>
            </a:r>
            <a:r>
              <a:rPr sz="2400" spc="35" dirty="0">
                <a:latin typeface="Times New Roman"/>
                <a:cs typeface="Times New Roman"/>
              </a:rPr>
              <a:t> </a:t>
            </a:r>
            <a:r>
              <a:rPr sz="2400" spc="-110" dirty="0">
                <a:latin typeface="Times New Roman"/>
                <a:cs typeface="Times New Roman"/>
              </a:rPr>
              <a:t>Store</a:t>
            </a:r>
            <a:r>
              <a:rPr sz="2400" spc="20" dirty="0">
                <a:latin typeface="Times New Roman"/>
                <a:cs typeface="Times New Roman"/>
              </a:rPr>
              <a:t> </a:t>
            </a:r>
            <a:r>
              <a:rPr sz="2400" spc="-200" dirty="0">
                <a:latin typeface="Times New Roman"/>
                <a:cs typeface="Times New Roman"/>
              </a:rPr>
              <a:t>(EBS),</a:t>
            </a:r>
            <a:r>
              <a:rPr sz="2400" spc="50" dirty="0">
                <a:latin typeface="Times New Roman"/>
                <a:cs typeface="Times New Roman"/>
              </a:rPr>
              <a:t> </a:t>
            </a:r>
            <a:r>
              <a:rPr sz="2400" spc="-195" dirty="0">
                <a:latin typeface="Times New Roman"/>
                <a:cs typeface="Times New Roman"/>
              </a:rPr>
              <a:t>Amazon</a:t>
            </a:r>
            <a:r>
              <a:rPr sz="2400" spc="45" dirty="0">
                <a:latin typeface="Times New Roman"/>
                <a:cs typeface="Times New Roman"/>
              </a:rPr>
              <a:t> </a:t>
            </a:r>
            <a:r>
              <a:rPr sz="2400" spc="-55" dirty="0">
                <a:latin typeface="Times New Roman"/>
                <a:cs typeface="Times New Roman"/>
              </a:rPr>
              <a:t>RDS, </a:t>
            </a:r>
            <a:r>
              <a:rPr sz="2400" spc="-30" dirty="0">
                <a:latin typeface="Times New Roman"/>
                <a:cs typeface="Times New Roman"/>
              </a:rPr>
              <a:t>and</a:t>
            </a:r>
            <a:r>
              <a:rPr sz="2400" spc="-120" dirty="0">
                <a:latin typeface="Times New Roman"/>
                <a:cs typeface="Times New Roman"/>
              </a:rPr>
              <a:t> </a:t>
            </a:r>
            <a:r>
              <a:rPr sz="2400" spc="-150" dirty="0">
                <a:latin typeface="Times New Roman"/>
                <a:cs typeface="Times New Roman"/>
              </a:rPr>
              <a:t>Amazon</a:t>
            </a:r>
            <a:r>
              <a:rPr sz="2400" dirty="0">
                <a:latin typeface="Times New Roman"/>
                <a:cs typeface="Times New Roman"/>
              </a:rPr>
              <a:t> </a:t>
            </a:r>
            <a:r>
              <a:rPr sz="2400" spc="-120" dirty="0">
                <a:latin typeface="Times New Roman"/>
                <a:cs typeface="Times New Roman"/>
              </a:rPr>
              <a:t>FSx.</a:t>
            </a:r>
            <a:r>
              <a:rPr sz="2400" spc="-30" dirty="0">
                <a:latin typeface="Times New Roman"/>
                <a:cs typeface="Times New Roman"/>
              </a:rPr>
              <a:t> </a:t>
            </a:r>
            <a:r>
              <a:rPr sz="2400" spc="-130" dirty="0">
                <a:latin typeface="Times New Roman"/>
                <a:cs typeface="Times New Roman"/>
              </a:rPr>
              <a:t>Snapshots</a:t>
            </a:r>
            <a:r>
              <a:rPr sz="2400" spc="-20" dirty="0">
                <a:latin typeface="Times New Roman"/>
                <a:cs typeface="Times New Roman"/>
              </a:rPr>
              <a:t> </a:t>
            </a:r>
            <a:r>
              <a:rPr sz="2400" dirty="0">
                <a:latin typeface="Times New Roman"/>
                <a:cs typeface="Times New Roman"/>
              </a:rPr>
              <a:t>are</a:t>
            </a:r>
            <a:r>
              <a:rPr sz="2400" spc="-55" dirty="0">
                <a:latin typeface="Times New Roman"/>
                <a:cs typeface="Times New Roman"/>
              </a:rPr>
              <a:t> </a:t>
            </a:r>
            <a:r>
              <a:rPr sz="2400" spc="-95" dirty="0">
                <a:latin typeface="Times New Roman"/>
                <a:cs typeface="Times New Roman"/>
              </a:rPr>
              <a:t>widely</a:t>
            </a:r>
            <a:r>
              <a:rPr sz="2400" spc="-35" dirty="0">
                <a:latin typeface="Times New Roman"/>
                <a:cs typeface="Times New Roman"/>
              </a:rPr>
              <a:t> </a:t>
            </a:r>
            <a:r>
              <a:rPr sz="2400" spc="-50" dirty="0">
                <a:latin typeface="Times New Roman"/>
                <a:cs typeface="Times New Roman"/>
              </a:rPr>
              <a:t>used</a:t>
            </a:r>
            <a:r>
              <a:rPr sz="2400" spc="-2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spc="-45" dirty="0">
                <a:latin typeface="Times New Roman"/>
                <a:cs typeface="Times New Roman"/>
              </a:rPr>
              <a:t>data</a:t>
            </a:r>
            <a:r>
              <a:rPr sz="2400" spc="-40" dirty="0">
                <a:latin typeface="Times New Roman"/>
                <a:cs typeface="Times New Roman"/>
              </a:rPr>
              <a:t> protection,</a:t>
            </a:r>
            <a:r>
              <a:rPr sz="2400" spc="-100" dirty="0">
                <a:latin typeface="Times New Roman"/>
                <a:cs typeface="Times New Roman"/>
              </a:rPr>
              <a:t> </a:t>
            </a:r>
            <a:r>
              <a:rPr sz="2400" spc="-55" dirty="0">
                <a:latin typeface="Times New Roman"/>
                <a:cs typeface="Times New Roman"/>
              </a:rPr>
              <a:t>disaster </a:t>
            </a:r>
            <a:r>
              <a:rPr sz="2400" spc="-125" dirty="0">
                <a:latin typeface="Times New Roman"/>
                <a:cs typeface="Times New Roman"/>
              </a:rPr>
              <a:t>recovery,</a:t>
            </a:r>
            <a:r>
              <a:rPr sz="2400" spc="-110" dirty="0">
                <a:latin typeface="Times New Roman"/>
                <a:cs typeface="Times New Roman"/>
              </a:rPr>
              <a:t> </a:t>
            </a:r>
            <a:r>
              <a:rPr sz="2400" spc="-145" dirty="0">
                <a:latin typeface="Times New Roman"/>
                <a:cs typeface="Times New Roman"/>
              </a:rPr>
              <a:t>and</a:t>
            </a:r>
            <a:r>
              <a:rPr sz="2400" spc="-15" dirty="0">
                <a:latin typeface="Times New Roman"/>
                <a:cs typeface="Times New Roman"/>
              </a:rPr>
              <a:t> </a:t>
            </a:r>
            <a:r>
              <a:rPr sz="2400" spc="-110" dirty="0">
                <a:latin typeface="Times New Roman"/>
                <a:cs typeface="Times New Roman"/>
              </a:rPr>
              <a:t>migration</a:t>
            </a:r>
            <a:r>
              <a:rPr sz="2400" spc="-25" dirty="0">
                <a:latin typeface="Times New Roman"/>
                <a:cs typeface="Times New Roman"/>
              </a:rPr>
              <a:t> </a:t>
            </a:r>
            <a:r>
              <a:rPr sz="2400" spc="-10" dirty="0">
                <a:latin typeface="Times New Roman"/>
                <a:cs typeface="Times New Roman"/>
              </a:rPr>
              <a:t>purposes.</a:t>
            </a:r>
            <a:endParaRPr sz="2400">
              <a:latin typeface="Times New Roman"/>
              <a:cs typeface="Times New Roman"/>
            </a:endParaRPr>
          </a:p>
          <a:p>
            <a:pPr>
              <a:lnSpc>
                <a:spcPct val="100000"/>
              </a:lnSpc>
              <a:spcBef>
                <a:spcPts val="720"/>
              </a:spcBef>
            </a:pPr>
            <a:endParaRPr sz="2400">
              <a:latin typeface="Times New Roman"/>
              <a:cs typeface="Times New Roman"/>
            </a:endParaRPr>
          </a:p>
          <a:p>
            <a:pPr marL="287020" indent="-274320" algn="just">
              <a:lnSpc>
                <a:spcPct val="100000"/>
              </a:lnSpc>
              <a:buClr>
                <a:srgbClr val="D24717"/>
              </a:buClr>
              <a:buSzPct val="85416"/>
              <a:buFont typeface="Segoe UI Symbol"/>
              <a:buChar char="⚫"/>
              <a:tabLst>
                <a:tab pos="287020" algn="l"/>
              </a:tabLst>
            </a:pPr>
            <a:r>
              <a:rPr sz="2400" b="1" spc="-100" dirty="0">
                <a:latin typeface="Times New Roman"/>
                <a:cs typeface="Times New Roman"/>
              </a:rPr>
              <a:t>Key</a:t>
            </a:r>
            <a:r>
              <a:rPr sz="2400" b="1" spc="-50" dirty="0">
                <a:latin typeface="Times New Roman"/>
                <a:cs typeface="Times New Roman"/>
              </a:rPr>
              <a:t> </a:t>
            </a:r>
            <a:r>
              <a:rPr sz="2400" b="1" spc="-55" dirty="0">
                <a:latin typeface="Times New Roman"/>
                <a:cs typeface="Times New Roman"/>
              </a:rPr>
              <a:t>Features</a:t>
            </a:r>
            <a:r>
              <a:rPr sz="2400" b="1" spc="-65" dirty="0">
                <a:latin typeface="Times New Roman"/>
                <a:cs typeface="Times New Roman"/>
              </a:rPr>
              <a:t> </a:t>
            </a:r>
            <a:r>
              <a:rPr sz="2400" b="1" dirty="0">
                <a:latin typeface="Times New Roman"/>
                <a:cs typeface="Times New Roman"/>
              </a:rPr>
              <a:t>of</a:t>
            </a:r>
            <a:r>
              <a:rPr sz="2400" b="1" spc="-45" dirty="0">
                <a:latin typeface="Times New Roman"/>
                <a:cs typeface="Times New Roman"/>
              </a:rPr>
              <a:t> </a:t>
            </a:r>
            <a:r>
              <a:rPr sz="2400" b="1" spc="-10" dirty="0">
                <a:latin typeface="Times New Roman"/>
                <a:cs typeface="Times New Roman"/>
              </a:rPr>
              <a:t>Snapshots</a:t>
            </a:r>
            <a:endParaRPr sz="2400">
              <a:latin typeface="Times New Roman"/>
              <a:cs typeface="Times New Roman"/>
            </a:endParaRPr>
          </a:p>
          <a:p>
            <a:pPr marL="12700" algn="just">
              <a:lnSpc>
                <a:spcPct val="100000"/>
              </a:lnSpc>
              <a:spcBef>
                <a:spcPts val="605"/>
              </a:spcBef>
            </a:pPr>
            <a:r>
              <a:rPr sz="2050" b="1" dirty="0">
                <a:solidFill>
                  <a:srgbClr val="D24717"/>
                </a:solidFill>
                <a:latin typeface="Times New Roman"/>
                <a:cs typeface="Times New Roman"/>
              </a:rPr>
              <a:t>1.</a:t>
            </a:r>
            <a:r>
              <a:rPr sz="2050" b="1" spc="114" dirty="0">
                <a:solidFill>
                  <a:srgbClr val="D24717"/>
                </a:solidFill>
                <a:latin typeface="Times New Roman"/>
                <a:cs typeface="Times New Roman"/>
              </a:rPr>
              <a:t> </a:t>
            </a:r>
            <a:r>
              <a:rPr sz="2400" b="1" spc="-10" dirty="0">
                <a:latin typeface="Times New Roman"/>
                <a:cs typeface="Times New Roman"/>
              </a:rPr>
              <a:t>Incremental</a:t>
            </a:r>
            <a:r>
              <a:rPr sz="2400" b="1" spc="-130" dirty="0">
                <a:latin typeface="Times New Roman"/>
                <a:cs typeface="Times New Roman"/>
              </a:rPr>
              <a:t> </a:t>
            </a:r>
            <a:r>
              <a:rPr sz="2400" b="1" spc="-10" dirty="0">
                <a:latin typeface="Times New Roman"/>
                <a:cs typeface="Times New Roman"/>
              </a:rPr>
              <a:t>Backups</a:t>
            </a:r>
            <a:endParaRPr sz="2400">
              <a:latin typeface="Times New Roman"/>
              <a:cs typeface="Times New Roman"/>
            </a:endParaRPr>
          </a:p>
          <a:p>
            <a:pPr marL="755015" marR="7620" indent="-285750" algn="just">
              <a:lnSpc>
                <a:spcPct val="100000"/>
              </a:lnSpc>
              <a:spcBef>
                <a:spcPts val="395"/>
              </a:spcBef>
              <a:buClr>
                <a:srgbClr val="9B2C1F"/>
              </a:buClr>
              <a:buSzPct val="85416"/>
              <a:buAutoNum type="arabicPeriod"/>
              <a:tabLst>
                <a:tab pos="756285" algn="l"/>
              </a:tabLst>
            </a:pPr>
            <a:r>
              <a:rPr sz="2400" spc="-65" dirty="0">
                <a:latin typeface="Times New Roman"/>
                <a:cs typeface="Times New Roman"/>
              </a:rPr>
              <a:t>After</a:t>
            </a:r>
            <a:r>
              <a:rPr sz="2400" spc="-85" dirty="0">
                <a:latin typeface="Times New Roman"/>
                <a:cs typeface="Times New Roman"/>
              </a:rPr>
              <a:t> </a:t>
            </a:r>
            <a:r>
              <a:rPr sz="2400" dirty="0">
                <a:latin typeface="Times New Roman"/>
                <a:cs typeface="Times New Roman"/>
              </a:rPr>
              <a:t>the</a:t>
            </a:r>
            <a:r>
              <a:rPr sz="2400" spc="-45" dirty="0">
                <a:latin typeface="Times New Roman"/>
                <a:cs typeface="Times New Roman"/>
              </a:rPr>
              <a:t> </a:t>
            </a:r>
            <a:r>
              <a:rPr sz="2400" spc="-25" dirty="0">
                <a:latin typeface="Times New Roman"/>
                <a:cs typeface="Times New Roman"/>
              </a:rPr>
              <a:t>first</a:t>
            </a:r>
            <a:r>
              <a:rPr sz="2400" spc="-35" dirty="0">
                <a:latin typeface="Times New Roman"/>
                <a:cs typeface="Times New Roman"/>
              </a:rPr>
              <a:t> </a:t>
            </a:r>
            <a:r>
              <a:rPr sz="2400" spc="-55" dirty="0">
                <a:latin typeface="Times New Roman"/>
                <a:cs typeface="Times New Roman"/>
              </a:rPr>
              <a:t>full</a:t>
            </a:r>
            <a:r>
              <a:rPr sz="2400" spc="-35" dirty="0">
                <a:latin typeface="Times New Roman"/>
                <a:cs typeface="Times New Roman"/>
              </a:rPr>
              <a:t> </a:t>
            </a:r>
            <a:r>
              <a:rPr sz="2400" spc="-95" dirty="0">
                <a:latin typeface="Times New Roman"/>
                <a:cs typeface="Times New Roman"/>
              </a:rPr>
              <a:t>snapshot,</a:t>
            </a:r>
            <a:r>
              <a:rPr sz="2400" spc="-55" dirty="0">
                <a:latin typeface="Times New Roman"/>
                <a:cs typeface="Times New Roman"/>
              </a:rPr>
              <a:t> </a:t>
            </a:r>
            <a:r>
              <a:rPr sz="2400" spc="-95" dirty="0">
                <a:latin typeface="Times New Roman"/>
                <a:cs typeface="Times New Roman"/>
              </a:rPr>
              <a:t>subsequent</a:t>
            </a:r>
            <a:r>
              <a:rPr sz="2400" spc="-40" dirty="0">
                <a:latin typeface="Times New Roman"/>
                <a:cs typeface="Times New Roman"/>
              </a:rPr>
              <a:t> </a:t>
            </a:r>
            <a:r>
              <a:rPr sz="2400" spc="-120" dirty="0">
                <a:latin typeface="Times New Roman"/>
                <a:cs typeface="Times New Roman"/>
              </a:rPr>
              <a:t>snapshots</a:t>
            </a:r>
            <a:r>
              <a:rPr sz="2400" spc="-30" dirty="0">
                <a:latin typeface="Times New Roman"/>
                <a:cs typeface="Times New Roman"/>
              </a:rPr>
              <a:t> </a:t>
            </a:r>
            <a:r>
              <a:rPr sz="2400" dirty="0">
                <a:latin typeface="Times New Roman"/>
                <a:cs typeface="Times New Roman"/>
              </a:rPr>
              <a:t>are</a:t>
            </a:r>
            <a:r>
              <a:rPr sz="2400" spc="-30" dirty="0">
                <a:latin typeface="Times New Roman"/>
                <a:cs typeface="Times New Roman"/>
              </a:rPr>
              <a:t> </a:t>
            </a:r>
            <a:r>
              <a:rPr sz="2400" spc="-50" dirty="0">
                <a:latin typeface="Times New Roman"/>
                <a:cs typeface="Times New Roman"/>
              </a:rPr>
              <a:t>incremental, 	</a:t>
            </a:r>
            <a:r>
              <a:rPr sz="2400" spc="-150" dirty="0">
                <a:latin typeface="Times New Roman"/>
                <a:cs typeface="Times New Roman"/>
              </a:rPr>
              <a:t>meaning</a:t>
            </a:r>
            <a:r>
              <a:rPr sz="2400" dirty="0">
                <a:latin typeface="Times New Roman"/>
                <a:cs typeface="Times New Roman"/>
              </a:rPr>
              <a:t> </a:t>
            </a:r>
            <a:r>
              <a:rPr sz="2400" spc="-170" dirty="0">
                <a:latin typeface="Times New Roman"/>
                <a:cs typeface="Times New Roman"/>
              </a:rPr>
              <a:t>only</a:t>
            </a:r>
            <a:r>
              <a:rPr sz="2400" spc="20" dirty="0">
                <a:latin typeface="Times New Roman"/>
                <a:cs typeface="Times New Roman"/>
              </a:rPr>
              <a:t> </a:t>
            </a:r>
            <a:r>
              <a:rPr sz="2400" spc="-160" dirty="0">
                <a:latin typeface="Times New Roman"/>
                <a:cs typeface="Times New Roman"/>
              </a:rPr>
              <a:t>changes</a:t>
            </a:r>
            <a:r>
              <a:rPr sz="2400" spc="10" dirty="0">
                <a:latin typeface="Times New Roman"/>
                <a:cs typeface="Times New Roman"/>
              </a:rPr>
              <a:t> </a:t>
            </a:r>
            <a:r>
              <a:rPr sz="2400" spc="-145" dirty="0">
                <a:latin typeface="Times New Roman"/>
                <a:cs typeface="Times New Roman"/>
              </a:rPr>
              <a:t>since</a:t>
            </a:r>
            <a:r>
              <a:rPr sz="2400" spc="-5" dirty="0">
                <a:latin typeface="Times New Roman"/>
                <a:cs typeface="Times New Roman"/>
              </a:rPr>
              <a:t> </a:t>
            </a:r>
            <a:r>
              <a:rPr sz="2400" spc="-60" dirty="0">
                <a:latin typeface="Times New Roman"/>
                <a:cs typeface="Times New Roman"/>
              </a:rPr>
              <a:t>the</a:t>
            </a:r>
            <a:r>
              <a:rPr sz="2400" spc="-25" dirty="0">
                <a:latin typeface="Times New Roman"/>
                <a:cs typeface="Times New Roman"/>
              </a:rPr>
              <a:t> </a:t>
            </a:r>
            <a:r>
              <a:rPr sz="2400" spc="-125" dirty="0">
                <a:latin typeface="Times New Roman"/>
                <a:cs typeface="Times New Roman"/>
              </a:rPr>
              <a:t>last</a:t>
            </a:r>
            <a:r>
              <a:rPr sz="2400" spc="20" dirty="0">
                <a:latin typeface="Times New Roman"/>
                <a:cs typeface="Times New Roman"/>
              </a:rPr>
              <a:t> </a:t>
            </a:r>
            <a:r>
              <a:rPr sz="2400" spc="-135" dirty="0">
                <a:latin typeface="Times New Roman"/>
                <a:cs typeface="Times New Roman"/>
              </a:rPr>
              <a:t>snapshot</a:t>
            </a:r>
            <a:r>
              <a:rPr sz="2400" spc="30" dirty="0">
                <a:latin typeface="Times New Roman"/>
                <a:cs typeface="Times New Roman"/>
              </a:rPr>
              <a:t> </a:t>
            </a:r>
            <a:r>
              <a:rPr sz="2400" spc="-114" dirty="0">
                <a:latin typeface="Times New Roman"/>
                <a:cs typeface="Times New Roman"/>
              </a:rPr>
              <a:t>are</a:t>
            </a:r>
            <a:r>
              <a:rPr sz="2400" spc="10" dirty="0">
                <a:latin typeface="Times New Roman"/>
                <a:cs typeface="Times New Roman"/>
              </a:rPr>
              <a:t> </a:t>
            </a:r>
            <a:r>
              <a:rPr sz="2400" spc="-90" dirty="0">
                <a:latin typeface="Times New Roman"/>
                <a:cs typeface="Times New Roman"/>
              </a:rPr>
              <a:t>stored.</a:t>
            </a:r>
            <a:r>
              <a:rPr sz="2400" spc="-60" dirty="0">
                <a:latin typeface="Times New Roman"/>
                <a:cs typeface="Times New Roman"/>
              </a:rPr>
              <a:t> </a:t>
            </a:r>
            <a:r>
              <a:rPr sz="2400" spc="-185" dirty="0">
                <a:latin typeface="Times New Roman"/>
                <a:cs typeface="Times New Roman"/>
              </a:rPr>
              <a:t>This</a:t>
            </a:r>
            <a:r>
              <a:rPr sz="2400" spc="35" dirty="0">
                <a:latin typeface="Times New Roman"/>
                <a:cs typeface="Times New Roman"/>
              </a:rPr>
              <a:t> </a:t>
            </a:r>
            <a:r>
              <a:rPr sz="2400" spc="-70" dirty="0">
                <a:latin typeface="Times New Roman"/>
                <a:cs typeface="Times New Roman"/>
              </a:rPr>
              <a:t>reduces 	</a:t>
            </a:r>
            <a:r>
              <a:rPr sz="2400" spc="-105" dirty="0">
                <a:latin typeface="Times New Roman"/>
                <a:cs typeface="Times New Roman"/>
              </a:rPr>
              <a:t>storage</a:t>
            </a:r>
            <a:r>
              <a:rPr sz="2400" spc="-40" dirty="0">
                <a:latin typeface="Times New Roman"/>
                <a:cs typeface="Times New Roman"/>
              </a:rPr>
              <a:t> </a:t>
            </a:r>
            <a:r>
              <a:rPr sz="2400" spc="-125" dirty="0">
                <a:latin typeface="Times New Roman"/>
                <a:cs typeface="Times New Roman"/>
              </a:rPr>
              <a:t>costs</a:t>
            </a:r>
            <a:r>
              <a:rPr sz="2400" spc="-55" dirty="0">
                <a:latin typeface="Times New Roman"/>
                <a:cs typeface="Times New Roman"/>
              </a:rPr>
              <a:t> </a:t>
            </a:r>
            <a:r>
              <a:rPr sz="2400" spc="-145" dirty="0">
                <a:latin typeface="Times New Roman"/>
                <a:cs typeface="Times New Roman"/>
              </a:rPr>
              <a:t>and</a:t>
            </a:r>
            <a:r>
              <a:rPr sz="2400" spc="-40" dirty="0">
                <a:latin typeface="Times New Roman"/>
                <a:cs typeface="Times New Roman"/>
              </a:rPr>
              <a:t> </a:t>
            </a:r>
            <a:r>
              <a:rPr sz="2400" spc="-135" dirty="0">
                <a:latin typeface="Times New Roman"/>
                <a:cs typeface="Times New Roman"/>
              </a:rPr>
              <a:t>speeds</a:t>
            </a:r>
            <a:r>
              <a:rPr sz="2400" spc="-30" dirty="0">
                <a:latin typeface="Times New Roman"/>
                <a:cs typeface="Times New Roman"/>
              </a:rPr>
              <a:t> </a:t>
            </a:r>
            <a:r>
              <a:rPr sz="2400" spc="-110" dirty="0">
                <a:latin typeface="Times New Roman"/>
                <a:cs typeface="Times New Roman"/>
              </a:rPr>
              <a:t>up</a:t>
            </a:r>
            <a:r>
              <a:rPr sz="2400" spc="-40" dirty="0">
                <a:latin typeface="Times New Roman"/>
                <a:cs typeface="Times New Roman"/>
              </a:rPr>
              <a:t> </a:t>
            </a:r>
            <a:r>
              <a:rPr sz="2400" spc="-70" dirty="0">
                <a:latin typeface="Times New Roman"/>
                <a:cs typeface="Times New Roman"/>
              </a:rPr>
              <a:t>the</a:t>
            </a:r>
            <a:r>
              <a:rPr sz="2400" spc="-40" dirty="0">
                <a:latin typeface="Times New Roman"/>
                <a:cs typeface="Times New Roman"/>
              </a:rPr>
              <a:t> </a:t>
            </a:r>
            <a:r>
              <a:rPr sz="2400" spc="-140" dirty="0">
                <a:latin typeface="Times New Roman"/>
                <a:cs typeface="Times New Roman"/>
              </a:rPr>
              <a:t>backup</a:t>
            </a:r>
            <a:r>
              <a:rPr sz="2400" spc="-55" dirty="0">
                <a:latin typeface="Times New Roman"/>
                <a:cs typeface="Times New Roman"/>
              </a:rPr>
              <a:t> </a:t>
            </a:r>
            <a:r>
              <a:rPr sz="2400" spc="-10" dirty="0">
                <a:latin typeface="Times New Roman"/>
                <a:cs typeface="Times New Roman"/>
              </a:rPr>
              <a:t>process.</a:t>
            </a:r>
            <a:endParaRPr sz="2400">
              <a:latin typeface="Times New Roman"/>
              <a:cs typeface="Times New Roman"/>
            </a:endParaRPr>
          </a:p>
          <a:p>
            <a:pPr marL="286385" indent="-273685" algn="just">
              <a:lnSpc>
                <a:spcPct val="100000"/>
              </a:lnSpc>
              <a:spcBef>
                <a:spcPts val="600"/>
              </a:spcBef>
              <a:buClr>
                <a:srgbClr val="D24717"/>
              </a:buClr>
              <a:buSzPct val="85416"/>
              <a:buAutoNum type="arabicPeriod"/>
              <a:tabLst>
                <a:tab pos="286385" algn="l"/>
              </a:tabLst>
            </a:pPr>
            <a:r>
              <a:rPr sz="2400" b="1" spc="-70" dirty="0">
                <a:latin typeface="Times New Roman"/>
                <a:cs typeface="Times New Roman"/>
              </a:rPr>
              <a:t>Cross-</a:t>
            </a:r>
            <a:r>
              <a:rPr sz="2400" b="1" dirty="0">
                <a:latin typeface="Times New Roman"/>
                <a:cs typeface="Times New Roman"/>
              </a:rPr>
              <a:t>Region and</a:t>
            </a:r>
            <a:r>
              <a:rPr sz="2400" b="1" spc="-10" dirty="0">
                <a:latin typeface="Times New Roman"/>
                <a:cs typeface="Times New Roman"/>
              </a:rPr>
              <a:t> </a:t>
            </a:r>
            <a:r>
              <a:rPr sz="2400" b="1" spc="-65" dirty="0">
                <a:latin typeface="Times New Roman"/>
                <a:cs typeface="Times New Roman"/>
              </a:rPr>
              <a:t>Cross-</a:t>
            </a:r>
            <a:r>
              <a:rPr sz="2400" b="1" dirty="0">
                <a:latin typeface="Times New Roman"/>
                <a:cs typeface="Times New Roman"/>
              </a:rPr>
              <a:t>Account</a:t>
            </a:r>
            <a:r>
              <a:rPr sz="2400" b="1" spc="-10" dirty="0">
                <a:latin typeface="Times New Roman"/>
                <a:cs typeface="Times New Roman"/>
              </a:rPr>
              <a:t> Copying</a:t>
            </a:r>
            <a:endParaRPr sz="2400">
              <a:latin typeface="Times New Roman"/>
              <a:cs typeface="Times New Roman"/>
            </a:endParaRPr>
          </a:p>
          <a:p>
            <a:pPr marL="755015" marR="15240" lvl="1" indent="-285750" algn="just">
              <a:lnSpc>
                <a:spcPct val="100000"/>
              </a:lnSpc>
              <a:spcBef>
                <a:spcPts val="400"/>
              </a:spcBef>
              <a:buClr>
                <a:srgbClr val="9B2C1F"/>
              </a:buClr>
              <a:buSzPct val="85416"/>
              <a:buAutoNum type="arabicPeriod"/>
              <a:tabLst>
                <a:tab pos="756285" algn="l"/>
              </a:tabLst>
            </a:pPr>
            <a:r>
              <a:rPr sz="2400" spc="-75" dirty="0">
                <a:latin typeface="Times New Roman"/>
                <a:cs typeface="Times New Roman"/>
              </a:rPr>
              <a:t>Snapshots</a:t>
            </a:r>
            <a:r>
              <a:rPr sz="2400" spc="210" dirty="0">
                <a:latin typeface="Times New Roman"/>
                <a:cs typeface="Times New Roman"/>
              </a:rPr>
              <a:t> </a:t>
            </a:r>
            <a:r>
              <a:rPr sz="2400" dirty="0">
                <a:latin typeface="Times New Roman"/>
                <a:cs typeface="Times New Roman"/>
              </a:rPr>
              <a:t>can</a:t>
            </a:r>
            <a:r>
              <a:rPr sz="2400" spc="204" dirty="0">
                <a:latin typeface="Times New Roman"/>
                <a:cs typeface="Times New Roman"/>
              </a:rPr>
              <a:t> </a:t>
            </a:r>
            <a:r>
              <a:rPr sz="2400" dirty="0">
                <a:latin typeface="Times New Roman"/>
                <a:cs typeface="Times New Roman"/>
              </a:rPr>
              <a:t>be</a:t>
            </a:r>
            <a:r>
              <a:rPr sz="2400" spc="200" dirty="0">
                <a:latin typeface="Times New Roman"/>
                <a:cs typeface="Times New Roman"/>
              </a:rPr>
              <a:t> </a:t>
            </a:r>
            <a:r>
              <a:rPr sz="2400" dirty="0">
                <a:latin typeface="Times New Roman"/>
                <a:cs typeface="Times New Roman"/>
              </a:rPr>
              <a:t>copied</a:t>
            </a:r>
            <a:r>
              <a:rPr sz="2400" spc="200" dirty="0">
                <a:latin typeface="Times New Roman"/>
                <a:cs typeface="Times New Roman"/>
              </a:rPr>
              <a:t> </a:t>
            </a:r>
            <a:r>
              <a:rPr sz="2400" dirty="0">
                <a:latin typeface="Times New Roman"/>
                <a:cs typeface="Times New Roman"/>
              </a:rPr>
              <a:t>to</a:t>
            </a:r>
            <a:r>
              <a:rPr sz="2400" spc="210" dirty="0">
                <a:latin typeface="Times New Roman"/>
                <a:cs typeface="Times New Roman"/>
              </a:rPr>
              <a:t> </a:t>
            </a:r>
            <a:r>
              <a:rPr sz="2400" spc="-10" dirty="0">
                <a:latin typeface="Times New Roman"/>
                <a:cs typeface="Times New Roman"/>
              </a:rPr>
              <a:t>different</a:t>
            </a:r>
            <a:r>
              <a:rPr sz="2400" spc="204" dirty="0">
                <a:latin typeface="Times New Roman"/>
                <a:cs typeface="Times New Roman"/>
              </a:rPr>
              <a:t> </a:t>
            </a:r>
            <a:r>
              <a:rPr sz="2400" spc="-325" dirty="0">
                <a:latin typeface="Times New Roman"/>
                <a:cs typeface="Times New Roman"/>
              </a:rPr>
              <a:t>AWS</a:t>
            </a:r>
            <a:r>
              <a:rPr sz="2400" spc="195" dirty="0">
                <a:latin typeface="Times New Roman"/>
                <a:cs typeface="Times New Roman"/>
              </a:rPr>
              <a:t> </a:t>
            </a:r>
            <a:r>
              <a:rPr sz="2400" dirty="0">
                <a:latin typeface="Times New Roman"/>
                <a:cs typeface="Times New Roman"/>
              </a:rPr>
              <a:t>regions</a:t>
            </a:r>
            <a:r>
              <a:rPr sz="2400" spc="215" dirty="0">
                <a:latin typeface="Times New Roman"/>
                <a:cs typeface="Times New Roman"/>
              </a:rPr>
              <a:t> </a:t>
            </a:r>
            <a:r>
              <a:rPr sz="2400" dirty="0">
                <a:latin typeface="Times New Roman"/>
                <a:cs typeface="Times New Roman"/>
              </a:rPr>
              <a:t>for</a:t>
            </a:r>
            <a:r>
              <a:rPr sz="2400" spc="210" dirty="0">
                <a:latin typeface="Times New Roman"/>
                <a:cs typeface="Times New Roman"/>
              </a:rPr>
              <a:t> </a:t>
            </a:r>
            <a:r>
              <a:rPr sz="2400" spc="-80" dirty="0">
                <a:latin typeface="Times New Roman"/>
                <a:cs typeface="Times New Roman"/>
              </a:rPr>
              <a:t>disaster 	</a:t>
            </a:r>
            <a:r>
              <a:rPr sz="2400" spc="-125" dirty="0">
                <a:latin typeface="Times New Roman"/>
                <a:cs typeface="Times New Roman"/>
              </a:rPr>
              <a:t>recovery</a:t>
            </a:r>
            <a:r>
              <a:rPr sz="2400" spc="-45"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110" dirty="0">
                <a:latin typeface="Times New Roman"/>
                <a:cs typeface="Times New Roman"/>
              </a:rPr>
              <a:t>closer</a:t>
            </a:r>
            <a:r>
              <a:rPr sz="2400" spc="-50" dirty="0">
                <a:latin typeface="Times New Roman"/>
                <a:cs typeface="Times New Roman"/>
              </a:rPr>
              <a:t> </a:t>
            </a:r>
            <a:r>
              <a:rPr sz="2400" spc="-110" dirty="0">
                <a:latin typeface="Times New Roman"/>
                <a:cs typeface="Times New Roman"/>
              </a:rPr>
              <a:t>proximity</a:t>
            </a:r>
            <a:r>
              <a:rPr sz="2400" spc="-6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100" dirty="0">
                <a:latin typeface="Times New Roman"/>
                <a:cs typeface="Times New Roman"/>
              </a:rPr>
              <a:t>end-</a:t>
            </a:r>
            <a:r>
              <a:rPr sz="2400" spc="-10" dirty="0">
                <a:latin typeface="Times New Roman"/>
                <a:cs typeface="Times New Roman"/>
              </a:rPr>
              <a:t>users.</a:t>
            </a:r>
            <a:endParaRPr sz="2400">
              <a:latin typeface="Times New Roman"/>
              <a:cs typeface="Times New Roman"/>
            </a:endParaRPr>
          </a:p>
          <a:p>
            <a:pPr marL="755650" lvl="1" indent="-285750" algn="just">
              <a:lnSpc>
                <a:spcPct val="100000"/>
              </a:lnSpc>
              <a:spcBef>
                <a:spcPts val="405"/>
              </a:spcBef>
              <a:buClr>
                <a:srgbClr val="9B2C1F"/>
              </a:buClr>
              <a:buSzPct val="85416"/>
              <a:buAutoNum type="arabicPeriod"/>
              <a:tabLst>
                <a:tab pos="755650" algn="l"/>
              </a:tabLst>
            </a:pPr>
            <a:r>
              <a:rPr sz="2400" spc="-160" dirty="0">
                <a:latin typeface="Times New Roman"/>
                <a:cs typeface="Times New Roman"/>
              </a:rPr>
              <a:t>They</a:t>
            </a:r>
            <a:r>
              <a:rPr sz="2400" spc="-55" dirty="0">
                <a:latin typeface="Times New Roman"/>
                <a:cs typeface="Times New Roman"/>
              </a:rPr>
              <a:t> </a:t>
            </a:r>
            <a:r>
              <a:rPr sz="2400" spc="-155" dirty="0">
                <a:latin typeface="Times New Roman"/>
                <a:cs typeface="Times New Roman"/>
              </a:rPr>
              <a:t>can</a:t>
            </a:r>
            <a:r>
              <a:rPr sz="2400" spc="-30" dirty="0">
                <a:latin typeface="Times New Roman"/>
                <a:cs typeface="Times New Roman"/>
              </a:rPr>
              <a:t> </a:t>
            </a:r>
            <a:r>
              <a:rPr sz="2400" spc="-150" dirty="0">
                <a:latin typeface="Times New Roman"/>
                <a:cs typeface="Times New Roman"/>
              </a:rPr>
              <a:t>also</a:t>
            </a:r>
            <a:r>
              <a:rPr sz="2400" spc="-40" dirty="0">
                <a:latin typeface="Times New Roman"/>
                <a:cs typeface="Times New Roman"/>
              </a:rPr>
              <a:t> </a:t>
            </a:r>
            <a:r>
              <a:rPr sz="2400" spc="-120" dirty="0">
                <a:latin typeface="Times New Roman"/>
                <a:cs typeface="Times New Roman"/>
              </a:rPr>
              <a:t>be</a:t>
            </a:r>
            <a:r>
              <a:rPr sz="2400" spc="-50" dirty="0">
                <a:latin typeface="Times New Roman"/>
                <a:cs typeface="Times New Roman"/>
              </a:rPr>
              <a:t> </a:t>
            </a:r>
            <a:r>
              <a:rPr sz="2400" spc="-130" dirty="0">
                <a:latin typeface="Times New Roman"/>
                <a:cs typeface="Times New Roman"/>
              </a:rPr>
              <a:t>shared</a:t>
            </a:r>
            <a:r>
              <a:rPr sz="2400" spc="-40" dirty="0">
                <a:latin typeface="Times New Roman"/>
                <a:cs typeface="Times New Roman"/>
              </a:rPr>
              <a:t> </a:t>
            </a:r>
            <a:r>
              <a:rPr sz="2400" spc="-100" dirty="0">
                <a:latin typeface="Times New Roman"/>
                <a:cs typeface="Times New Roman"/>
              </a:rPr>
              <a:t>with</a:t>
            </a:r>
            <a:r>
              <a:rPr sz="2400" spc="-40" dirty="0">
                <a:latin typeface="Times New Roman"/>
                <a:cs typeface="Times New Roman"/>
              </a:rPr>
              <a:t> </a:t>
            </a:r>
            <a:r>
              <a:rPr sz="2400" spc="-70" dirty="0">
                <a:latin typeface="Times New Roman"/>
                <a:cs typeface="Times New Roman"/>
              </a:rPr>
              <a:t>other</a:t>
            </a:r>
            <a:r>
              <a:rPr sz="2400" spc="-220" dirty="0">
                <a:latin typeface="Times New Roman"/>
                <a:cs typeface="Times New Roman"/>
              </a:rPr>
              <a:t> </a:t>
            </a:r>
            <a:r>
              <a:rPr sz="2400" spc="-325" dirty="0">
                <a:latin typeface="Times New Roman"/>
                <a:cs typeface="Times New Roman"/>
              </a:rPr>
              <a:t>AWS</a:t>
            </a:r>
            <a:r>
              <a:rPr sz="2400" spc="-50" dirty="0">
                <a:latin typeface="Times New Roman"/>
                <a:cs typeface="Times New Roman"/>
              </a:rPr>
              <a:t> </a:t>
            </a:r>
            <a:r>
              <a:rPr sz="2400" spc="-130" dirty="0">
                <a:latin typeface="Times New Roman"/>
                <a:cs typeface="Times New Roman"/>
              </a:rPr>
              <a:t>accounts</a:t>
            </a:r>
            <a:r>
              <a:rPr sz="2400" spc="-40" dirty="0">
                <a:latin typeface="Times New Roman"/>
                <a:cs typeface="Times New Roman"/>
              </a:rPr>
              <a:t> </a:t>
            </a:r>
            <a:r>
              <a:rPr sz="2400" spc="-10" dirty="0">
                <a:latin typeface="Times New Roman"/>
                <a:cs typeface="Times New Roman"/>
              </a:rPr>
              <a:t>securely.</a:t>
            </a:r>
            <a:endParaRPr sz="2400">
              <a:latin typeface="Times New Roman"/>
              <a:cs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10" dirty="0"/>
              <a:t> </a:t>
            </a:r>
            <a:r>
              <a:rPr spc="-10" dirty="0"/>
              <a:t>Snapshots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59</a:t>
            </a:r>
            <a:endParaRPr sz="1400">
              <a:latin typeface="Franklin Gothic Medium"/>
              <a:cs typeface="Franklin Gothic Medium"/>
            </a:endParaRPr>
          </a:p>
        </p:txBody>
      </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231140" indent="-226695">
              <a:lnSpc>
                <a:spcPct val="100000"/>
              </a:lnSpc>
              <a:spcBef>
                <a:spcPts val="100"/>
              </a:spcBef>
              <a:buSzPct val="93750"/>
              <a:buAutoNum type="arabicPeriod" startAt="3"/>
              <a:tabLst>
                <a:tab pos="231140" algn="l"/>
              </a:tabLst>
            </a:pPr>
            <a:r>
              <a:rPr b="1" spc="-10" dirty="0">
                <a:solidFill>
                  <a:srgbClr val="000000"/>
                </a:solidFill>
                <a:latin typeface="Times New Roman"/>
                <a:cs typeface="Times New Roman"/>
              </a:rPr>
              <a:t>Encryption</a:t>
            </a:r>
          </a:p>
          <a:p>
            <a:pPr marL="118745" lvl="1" indent="-114300">
              <a:lnSpc>
                <a:spcPct val="100000"/>
              </a:lnSpc>
              <a:buSzPct val="95833"/>
              <a:buChar char="•"/>
              <a:tabLst>
                <a:tab pos="118745" algn="l"/>
              </a:tabLst>
            </a:pPr>
            <a:r>
              <a:rPr sz="2400" spc="-150" dirty="0">
                <a:latin typeface="Times New Roman"/>
                <a:cs typeface="Times New Roman"/>
              </a:rPr>
              <a:t>Snapshots</a:t>
            </a:r>
            <a:r>
              <a:rPr sz="2400" spc="-60" dirty="0">
                <a:latin typeface="Times New Roman"/>
                <a:cs typeface="Times New Roman"/>
              </a:rPr>
              <a:t> </a:t>
            </a:r>
            <a:r>
              <a:rPr sz="2400" spc="-145" dirty="0">
                <a:latin typeface="Times New Roman"/>
                <a:cs typeface="Times New Roman"/>
              </a:rPr>
              <a:t>of</a:t>
            </a:r>
            <a:r>
              <a:rPr sz="2400" spc="-55" dirty="0">
                <a:latin typeface="Times New Roman"/>
                <a:cs typeface="Times New Roman"/>
              </a:rPr>
              <a:t> </a:t>
            </a:r>
            <a:r>
              <a:rPr sz="2400" spc="-95" dirty="0">
                <a:latin typeface="Times New Roman"/>
                <a:cs typeface="Times New Roman"/>
              </a:rPr>
              <a:t>encrypted</a:t>
            </a:r>
            <a:r>
              <a:rPr sz="2400" spc="-35" dirty="0">
                <a:latin typeface="Times New Roman"/>
                <a:cs typeface="Times New Roman"/>
              </a:rPr>
              <a:t> </a:t>
            </a:r>
            <a:r>
              <a:rPr sz="2400" spc="-150" dirty="0">
                <a:latin typeface="Times New Roman"/>
                <a:cs typeface="Times New Roman"/>
              </a:rPr>
              <a:t>volumes</a:t>
            </a:r>
            <a:r>
              <a:rPr sz="2400" spc="-45" dirty="0">
                <a:latin typeface="Times New Roman"/>
                <a:cs typeface="Times New Roman"/>
              </a:rPr>
              <a:t> </a:t>
            </a:r>
            <a:r>
              <a:rPr sz="2400" dirty="0">
                <a:latin typeface="Times New Roman"/>
                <a:cs typeface="Times New Roman"/>
              </a:rPr>
              <a:t>or</a:t>
            </a:r>
            <a:r>
              <a:rPr sz="2400" spc="-50" dirty="0">
                <a:latin typeface="Times New Roman"/>
                <a:cs typeface="Times New Roman"/>
              </a:rPr>
              <a:t> </a:t>
            </a:r>
            <a:r>
              <a:rPr sz="2400" spc="-150" dirty="0">
                <a:latin typeface="Times New Roman"/>
                <a:cs typeface="Times New Roman"/>
              </a:rPr>
              <a:t>databases</a:t>
            </a:r>
            <a:r>
              <a:rPr sz="2400" spc="-40" dirty="0">
                <a:latin typeface="Times New Roman"/>
                <a:cs typeface="Times New Roman"/>
              </a:rPr>
              <a:t> </a:t>
            </a:r>
            <a:r>
              <a:rPr sz="2400" spc="-105" dirty="0">
                <a:latin typeface="Times New Roman"/>
                <a:cs typeface="Times New Roman"/>
              </a:rPr>
              <a:t>are</a:t>
            </a:r>
            <a:r>
              <a:rPr sz="2400" spc="-55" dirty="0">
                <a:latin typeface="Times New Roman"/>
                <a:cs typeface="Times New Roman"/>
              </a:rPr>
              <a:t> </a:t>
            </a:r>
            <a:r>
              <a:rPr sz="2400" spc="-150" dirty="0">
                <a:latin typeface="Times New Roman"/>
                <a:cs typeface="Times New Roman"/>
              </a:rPr>
              <a:t>also</a:t>
            </a:r>
            <a:r>
              <a:rPr sz="2400" spc="-45" dirty="0">
                <a:latin typeface="Times New Roman"/>
                <a:cs typeface="Times New Roman"/>
              </a:rPr>
              <a:t> </a:t>
            </a:r>
            <a:r>
              <a:rPr sz="2400" spc="-10" dirty="0">
                <a:latin typeface="Times New Roman"/>
                <a:cs typeface="Times New Roman"/>
              </a:rPr>
              <a:t>encrypted.</a:t>
            </a:r>
            <a:endParaRPr sz="2400">
              <a:latin typeface="Times New Roman"/>
              <a:cs typeface="Times New Roman"/>
            </a:endParaRPr>
          </a:p>
          <a:p>
            <a:pPr marL="118745" lvl="1" indent="-114300">
              <a:lnSpc>
                <a:spcPct val="100000"/>
              </a:lnSpc>
              <a:buSzPct val="95833"/>
              <a:buChar char="•"/>
              <a:tabLst>
                <a:tab pos="118745" algn="l"/>
              </a:tabLst>
            </a:pPr>
            <a:r>
              <a:rPr sz="2400" spc="-140" dirty="0">
                <a:latin typeface="Times New Roman"/>
                <a:cs typeface="Times New Roman"/>
              </a:rPr>
              <a:t>Data</a:t>
            </a:r>
            <a:r>
              <a:rPr sz="2400" spc="-40" dirty="0">
                <a:latin typeface="Times New Roman"/>
                <a:cs typeface="Times New Roman"/>
              </a:rPr>
              <a:t> </a:t>
            </a:r>
            <a:r>
              <a:rPr sz="2400" spc="-160" dirty="0">
                <a:latin typeface="Times New Roman"/>
                <a:cs typeface="Times New Roman"/>
              </a:rPr>
              <a:t>is</a:t>
            </a:r>
            <a:r>
              <a:rPr sz="2400" spc="-40" dirty="0">
                <a:latin typeface="Times New Roman"/>
                <a:cs typeface="Times New Roman"/>
              </a:rPr>
              <a:t> </a:t>
            </a:r>
            <a:r>
              <a:rPr sz="2400" spc="-65" dirty="0">
                <a:latin typeface="Times New Roman"/>
                <a:cs typeface="Times New Roman"/>
              </a:rPr>
              <a:t>protected</a:t>
            </a:r>
            <a:r>
              <a:rPr sz="2400" spc="-25" dirty="0">
                <a:latin typeface="Times New Roman"/>
                <a:cs typeface="Times New Roman"/>
              </a:rPr>
              <a:t> </a:t>
            </a:r>
            <a:r>
              <a:rPr sz="2400" spc="-155" dirty="0">
                <a:latin typeface="Times New Roman"/>
                <a:cs typeface="Times New Roman"/>
              </a:rPr>
              <a:t>using</a:t>
            </a:r>
            <a:r>
              <a:rPr sz="2400" spc="-229" dirty="0">
                <a:latin typeface="Times New Roman"/>
                <a:cs typeface="Times New Roman"/>
              </a:rPr>
              <a:t> </a:t>
            </a:r>
            <a:r>
              <a:rPr sz="2400" spc="-325" dirty="0">
                <a:latin typeface="Times New Roman"/>
                <a:cs typeface="Times New Roman"/>
              </a:rPr>
              <a:t>AWS</a:t>
            </a:r>
            <a:r>
              <a:rPr sz="2400" spc="-45" dirty="0">
                <a:latin typeface="Times New Roman"/>
                <a:cs typeface="Times New Roman"/>
              </a:rPr>
              <a:t> </a:t>
            </a:r>
            <a:r>
              <a:rPr sz="2400" spc="-229" dirty="0">
                <a:latin typeface="Times New Roman"/>
                <a:cs typeface="Times New Roman"/>
              </a:rPr>
              <a:t>Key</a:t>
            </a:r>
            <a:r>
              <a:rPr sz="2400" spc="-30" dirty="0">
                <a:latin typeface="Times New Roman"/>
                <a:cs typeface="Times New Roman"/>
              </a:rPr>
              <a:t> </a:t>
            </a:r>
            <a:r>
              <a:rPr sz="2400" spc="-150" dirty="0">
                <a:latin typeface="Times New Roman"/>
                <a:cs typeface="Times New Roman"/>
              </a:rPr>
              <a:t>Management</a:t>
            </a:r>
            <a:r>
              <a:rPr sz="2400" spc="-40" dirty="0">
                <a:latin typeface="Times New Roman"/>
                <a:cs typeface="Times New Roman"/>
              </a:rPr>
              <a:t> </a:t>
            </a:r>
            <a:r>
              <a:rPr sz="2400" spc="-135" dirty="0">
                <a:latin typeface="Times New Roman"/>
                <a:cs typeface="Times New Roman"/>
              </a:rPr>
              <a:t>Service</a:t>
            </a:r>
            <a:r>
              <a:rPr sz="2400" spc="-45" dirty="0">
                <a:latin typeface="Times New Roman"/>
                <a:cs typeface="Times New Roman"/>
              </a:rPr>
              <a:t> </a:t>
            </a:r>
            <a:r>
              <a:rPr sz="2400" spc="-10" dirty="0">
                <a:latin typeface="Times New Roman"/>
                <a:cs typeface="Times New Roman"/>
              </a:rPr>
              <a:t>(KMS).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31140" indent="-226695">
              <a:lnSpc>
                <a:spcPct val="100000"/>
              </a:lnSpc>
              <a:buSzPct val="93750"/>
              <a:buAutoNum type="arabicPeriod" startAt="4"/>
              <a:tabLst>
                <a:tab pos="231140" algn="l"/>
              </a:tabLst>
            </a:pPr>
            <a:r>
              <a:rPr b="1" spc="-10" dirty="0">
                <a:solidFill>
                  <a:srgbClr val="000000"/>
                </a:solidFill>
                <a:latin typeface="Times New Roman"/>
                <a:cs typeface="Times New Roman"/>
              </a:rPr>
              <a:t>Lifecycle</a:t>
            </a:r>
            <a:r>
              <a:rPr b="1" spc="-130" dirty="0">
                <a:solidFill>
                  <a:srgbClr val="000000"/>
                </a:solidFill>
                <a:latin typeface="Times New Roman"/>
                <a:cs typeface="Times New Roman"/>
              </a:rPr>
              <a:t> </a:t>
            </a:r>
            <a:r>
              <a:rPr b="1" spc="-10" dirty="0">
                <a:solidFill>
                  <a:srgbClr val="000000"/>
                </a:solidFill>
                <a:latin typeface="Times New Roman"/>
                <a:cs typeface="Times New Roman"/>
              </a:rPr>
              <a:t>Management</a:t>
            </a:r>
          </a:p>
          <a:p>
            <a:pPr marL="12700" marR="5080" lvl="1" indent="-8255">
              <a:lnSpc>
                <a:spcPct val="100000"/>
              </a:lnSpc>
              <a:buSzPct val="95833"/>
              <a:buChar char="•"/>
              <a:tabLst>
                <a:tab pos="118745" algn="l"/>
              </a:tabLst>
            </a:pPr>
            <a:r>
              <a:rPr sz="2400" spc="-135" dirty="0">
                <a:latin typeface="Times New Roman"/>
                <a:cs typeface="Times New Roman"/>
              </a:rPr>
              <a:t>	Automate</a:t>
            </a:r>
            <a:r>
              <a:rPr sz="2400" spc="-25" dirty="0">
                <a:latin typeface="Times New Roman"/>
                <a:cs typeface="Times New Roman"/>
              </a:rPr>
              <a:t> </a:t>
            </a:r>
            <a:r>
              <a:rPr sz="2400" spc="-135" dirty="0">
                <a:latin typeface="Times New Roman"/>
                <a:cs typeface="Times New Roman"/>
              </a:rPr>
              <a:t>snapshot</a:t>
            </a:r>
            <a:r>
              <a:rPr sz="2400" spc="-15" dirty="0">
                <a:latin typeface="Times New Roman"/>
                <a:cs typeface="Times New Roman"/>
              </a:rPr>
              <a:t> </a:t>
            </a:r>
            <a:r>
              <a:rPr sz="2400" spc="-85" dirty="0">
                <a:latin typeface="Times New Roman"/>
                <a:cs typeface="Times New Roman"/>
              </a:rPr>
              <a:t>creation,</a:t>
            </a:r>
            <a:r>
              <a:rPr sz="2400" spc="-125" dirty="0">
                <a:latin typeface="Times New Roman"/>
                <a:cs typeface="Times New Roman"/>
              </a:rPr>
              <a:t> </a:t>
            </a:r>
            <a:r>
              <a:rPr sz="2400" spc="-50" dirty="0">
                <a:latin typeface="Times New Roman"/>
                <a:cs typeface="Times New Roman"/>
              </a:rPr>
              <a:t>retention,</a:t>
            </a:r>
            <a:r>
              <a:rPr sz="2400" spc="-120" dirty="0">
                <a:latin typeface="Times New Roman"/>
                <a:cs typeface="Times New Roman"/>
              </a:rPr>
              <a:t> </a:t>
            </a:r>
            <a:r>
              <a:rPr sz="2400" spc="-140" dirty="0">
                <a:latin typeface="Times New Roman"/>
                <a:cs typeface="Times New Roman"/>
              </a:rPr>
              <a:t>and</a:t>
            </a:r>
            <a:r>
              <a:rPr sz="2400" spc="-10" dirty="0">
                <a:latin typeface="Times New Roman"/>
                <a:cs typeface="Times New Roman"/>
              </a:rPr>
              <a:t> </a:t>
            </a:r>
            <a:r>
              <a:rPr sz="2400" spc="-90" dirty="0">
                <a:latin typeface="Times New Roman"/>
                <a:cs typeface="Times New Roman"/>
              </a:rPr>
              <a:t>deletion</a:t>
            </a:r>
            <a:r>
              <a:rPr sz="2400" spc="-10" dirty="0">
                <a:latin typeface="Times New Roman"/>
                <a:cs typeface="Times New Roman"/>
              </a:rPr>
              <a:t> </a:t>
            </a:r>
            <a:r>
              <a:rPr sz="2400" spc="-155" dirty="0">
                <a:latin typeface="Times New Roman"/>
                <a:cs typeface="Times New Roman"/>
              </a:rPr>
              <a:t>using</a:t>
            </a:r>
            <a:r>
              <a:rPr sz="2400" spc="-15" dirty="0">
                <a:latin typeface="Times New Roman"/>
                <a:cs typeface="Times New Roman"/>
              </a:rPr>
              <a:t> </a:t>
            </a:r>
            <a:r>
              <a:rPr sz="2400" spc="-325" dirty="0">
                <a:latin typeface="Times New Roman"/>
                <a:cs typeface="Times New Roman"/>
              </a:rPr>
              <a:t>AWS</a:t>
            </a:r>
            <a:r>
              <a:rPr sz="2400" spc="-25" dirty="0">
                <a:latin typeface="Times New Roman"/>
                <a:cs typeface="Times New Roman"/>
              </a:rPr>
              <a:t> </a:t>
            </a:r>
            <a:r>
              <a:rPr sz="2400" spc="-180" dirty="0">
                <a:latin typeface="Times New Roman"/>
                <a:cs typeface="Times New Roman"/>
              </a:rPr>
              <a:t>Backup</a:t>
            </a:r>
            <a:r>
              <a:rPr sz="2400" spc="-5" dirty="0">
                <a:latin typeface="Times New Roman"/>
                <a:cs typeface="Times New Roman"/>
              </a:rPr>
              <a:t> </a:t>
            </a:r>
            <a:r>
              <a:rPr sz="2400" spc="-25" dirty="0">
                <a:latin typeface="Times New Roman"/>
                <a:cs typeface="Times New Roman"/>
              </a:rPr>
              <a:t>or </a:t>
            </a:r>
            <a:r>
              <a:rPr sz="2400" spc="-140" dirty="0">
                <a:latin typeface="Times New Roman"/>
                <a:cs typeface="Times New Roman"/>
              </a:rPr>
              <a:t>Data</a:t>
            </a:r>
            <a:r>
              <a:rPr sz="2400" spc="-25" dirty="0">
                <a:latin typeface="Times New Roman"/>
                <a:cs typeface="Times New Roman"/>
              </a:rPr>
              <a:t> </a:t>
            </a:r>
            <a:r>
              <a:rPr sz="2400" spc="-155" dirty="0">
                <a:latin typeface="Times New Roman"/>
                <a:cs typeface="Times New Roman"/>
              </a:rPr>
              <a:t>Lifecycle</a:t>
            </a:r>
            <a:r>
              <a:rPr sz="2400" spc="5" dirty="0">
                <a:latin typeface="Times New Roman"/>
                <a:cs typeface="Times New Roman"/>
              </a:rPr>
              <a:t> </a:t>
            </a:r>
            <a:r>
              <a:rPr sz="2400" spc="-165" dirty="0">
                <a:latin typeface="Times New Roman"/>
                <a:cs typeface="Times New Roman"/>
              </a:rPr>
              <a:t>Manager</a:t>
            </a:r>
            <a:r>
              <a:rPr sz="2400" spc="-15" dirty="0">
                <a:latin typeface="Times New Roman"/>
                <a:cs typeface="Times New Roman"/>
              </a:rPr>
              <a:t> </a:t>
            </a:r>
            <a:r>
              <a:rPr sz="2400" spc="-10" dirty="0">
                <a:latin typeface="Times New Roman"/>
                <a:cs typeface="Times New Roman"/>
              </a:rPr>
              <a:t>(DLM).</a:t>
            </a:r>
            <a:endParaRPr sz="2400">
              <a:latin typeface="Times New Roman"/>
              <a:cs typeface="Times New Roman"/>
            </a:endParaRPr>
          </a:p>
          <a:p>
            <a:pPr>
              <a:lnSpc>
                <a:spcPct val="100000"/>
              </a:lnSpc>
              <a:spcBef>
                <a:spcPts val="125"/>
              </a:spcBef>
            </a:pPr>
            <a:endParaRPr sz="2400">
              <a:latin typeface="Times New Roman"/>
              <a:cs typeface="Times New Roman"/>
            </a:endParaRPr>
          </a:p>
          <a:p>
            <a:pPr marL="231140" indent="-226695">
              <a:lnSpc>
                <a:spcPct val="100000"/>
              </a:lnSpc>
              <a:buSzPct val="93750"/>
              <a:buAutoNum type="arabicPeriod" startAt="5"/>
              <a:tabLst>
                <a:tab pos="231140" algn="l"/>
              </a:tabLst>
            </a:pPr>
            <a:r>
              <a:rPr b="1" spc="-130" dirty="0">
                <a:solidFill>
                  <a:srgbClr val="000000"/>
                </a:solidFill>
                <a:latin typeface="Times New Roman"/>
                <a:cs typeface="Times New Roman"/>
              </a:rPr>
              <a:t>Fast</a:t>
            </a:r>
            <a:r>
              <a:rPr b="1" spc="-40" dirty="0">
                <a:solidFill>
                  <a:srgbClr val="000000"/>
                </a:solidFill>
                <a:latin typeface="Times New Roman"/>
                <a:cs typeface="Times New Roman"/>
              </a:rPr>
              <a:t> </a:t>
            </a:r>
            <a:r>
              <a:rPr b="1" spc="-10" dirty="0">
                <a:solidFill>
                  <a:srgbClr val="000000"/>
                </a:solidFill>
                <a:latin typeface="Times New Roman"/>
                <a:cs typeface="Times New Roman"/>
              </a:rPr>
              <a:t>Recovery</a:t>
            </a:r>
          </a:p>
          <a:p>
            <a:pPr marL="12700" marR="8255" lvl="1" indent="-8255">
              <a:lnSpc>
                <a:spcPct val="100000"/>
              </a:lnSpc>
              <a:buSzPct val="95833"/>
              <a:buChar char="•"/>
              <a:tabLst>
                <a:tab pos="118745" algn="l"/>
              </a:tabLst>
            </a:pPr>
            <a:r>
              <a:rPr sz="2400" spc="-155" dirty="0">
                <a:latin typeface="Times New Roman"/>
                <a:cs typeface="Times New Roman"/>
              </a:rPr>
              <a:t>	Snapshots</a:t>
            </a:r>
            <a:r>
              <a:rPr sz="2400" spc="-25" dirty="0">
                <a:latin typeface="Times New Roman"/>
                <a:cs typeface="Times New Roman"/>
              </a:rPr>
              <a:t> </a:t>
            </a:r>
            <a:r>
              <a:rPr sz="2400" spc="-165" dirty="0">
                <a:latin typeface="Times New Roman"/>
                <a:cs typeface="Times New Roman"/>
              </a:rPr>
              <a:t>can</a:t>
            </a:r>
            <a:r>
              <a:rPr sz="2400" spc="-35" dirty="0">
                <a:latin typeface="Times New Roman"/>
                <a:cs typeface="Times New Roman"/>
              </a:rPr>
              <a:t> </a:t>
            </a:r>
            <a:r>
              <a:rPr sz="2400" spc="-114" dirty="0">
                <a:latin typeface="Times New Roman"/>
                <a:cs typeface="Times New Roman"/>
              </a:rPr>
              <a:t>be</a:t>
            </a:r>
            <a:r>
              <a:rPr sz="2400" spc="-30" dirty="0">
                <a:latin typeface="Times New Roman"/>
                <a:cs typeface="Times New Roman"/>
              </a:rPr>
              <a:t> </a:t>
            </a:r>
            <a:r>
              <a:rPr sz="2400" spc="-125" dirty="0">
                <a:latin typeface="Times New Roman"/>
                <a:cs typeface="Times New Roman"/>
              </a:rPr>
              <a:t>used</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145" dirty="0">
                <a:latin typeface="Times New Roman"/>
                <a:cs typeface="Times New Roman"/>
              </a:rPr>
              <a:t>quickly</a:t>
            </a:r>
            <a:r>
              <a:rPr sz="2400" spc="-30" dirty="0">
                <a:latin typeface="Times New Roman"/>
                <a:cs typeface="Times New Roman"/>
              </a:rPr>
              <a:t> </a:t>
            </a:r>
            <a:r>
              <a:rPr sz="2400" spc="-70" dirty="0">
                <a:latin typeface="Times New Roman"/>
                <a:cs typeface="Times New Roman"/>
              </a:rPr>
              <a:t>restore</a:t>
            </a:r>
            <a:r>
              <a:rPr sz="2400" spc="-40" dirty="0">
                <a:latin typeface="Times New Roman"/>
                <a:cs typeface="Times New Roman"/>
              </a:rPr>
              <a:t> </a:t>
            </a:r>
            <a:r>
              <a:rPr sz="2400" spc="-150" dirty="0">
                <a:latin typeface="Times New Roman"/>
                <a:cs typeface="Times New Roman"/>
              </a:rPr>
              <a:t>volumes</a:t>
            </a:r>
            <a:r>
              <a:rPr sz="2400" spc="-35"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spc="-155" dirty="0">
                <a:latin typeface="Times New Roman"/>
                <a:cs typeface="Times New Roman"/>
              </a:rPr>
              <a:t>databases</a:t>
            </a:r>
            <a:r>
              <a:rPr sz="2400" spc="-3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200" dirty="0">
                <a:latin typeface="Times New Roman"/>
                <a:cs typeface="Times New Roman"/>
              </a:rPr>
              <a:t>a</a:t>
            </a:r>
            <a:r>
              <a:rPr sz="2400" spc="-40" dirty="0">
                <a:latin typeface="Times New Roman"/>
                <a:cs typeface="Times New Roman"/>
              </a:rPr>
              <a:t> </a:t>
            </a:r>
            <a:r>
              <a:rPr sz="2400" spc="-100" dirty="0">
                <a:latin typeface="Times New Roman"/>
                <a:cs typeface="Times New Roman"/>
              </a:rPr>
              <a:t>specific </a:t>
            </a:r>
            <a:r>
              <a:rPr sz="2400" spc="-80" dirty="0">
                <a:latin typeface="Times New Roman"/>
                <a:cs typeface="Times New Roman"/>
              </a:rPr>
              <a:t>point</a:t>
            </a:r>
            <a:r>
              <a:rPr sz="2400" spc="-65" dirty="0">
                <a:latin typeface="Times New Roman"/>
                <a:cs typeface="Times New Roman"/>
              </a:rPr>
              <a:t> </a:t>
            </a:r>
            <a:r>
              <a:rPr sz="2400" spc="-114" dirty="0">
                <a:latin typeface="Times New Roman"/>
                <a:cs typeface="Times New Roman"/>
              </a:rPr>
              <a:t>in</a:t>
            </a:r>
            <a:r>
              <a:rPr sz="2400" spc="-65" dirty="0">
                <a:latin typeface="Times New Roman"/>
                <a:cs typeface="Times New Roman"/>
              </a:rPr>
              <a:t> </a:t>
            </a:r>
            <a:r>
              <a:rPr sz="2400" spc="-20" dirty="0">
                <a:latin typeface="Times New Roman"/>
                <a:cs typeface="Times New Roman"/>
              </a:rPr>
              <a:t>time.</a:t>
            </a:r>
            <a:endParaRPr sz="2400">
              <a:latin typeface="Times New Roman"/>
              <a:cs typeface="Times New Roman"/>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F99CCAFC-391A-01BB-FAC7-84C7F459805E}"/>
                  </a:ext>
                </a:extLst>
              </p14:cNvPr>
              <p14:cNvContentPartPr/>
              <p14:nvPr/>
            </p14:nvContentPartPr>
            <p14:xfrm>
              <a:off x="4148640" y="1064160"/>
              <a:ext cx="3357000" cy="889560"/>
            </p14:xfrm>
          </p:contentPart>
        </mc:Choice>
        <mc:Fallback xmlns="">
          <p:pic>
            <p:nvPicPr>
              <p:cNvPr id="6" name="Ink 5">
                <a:extLst>
                  <a:ext uri="{FF2B5EF4-FFF2-40B4-BE49-F238E27FC236}">
                    <a16:creationId xmlns:a16="http://schemas.microsoft.com/office/drawing/2014/main" id="{F99CCAFC-391A-01BB-FAC7-84C7F459805E}"/>
                  </a:ext>
                </a:extLst>
              </p:cNvPr>
              <p:cNvPicPr/>
              <p:nvPr/>
            </p:nvPicPr>
            <p:blipFill>
              <a:blip r:embed="rId3"/>
              <a:stretch>
                <a:fillRect/>
              </a:stretch>
            </p:blipFill>
            <p:spPr>
              <a:xfrm>
                <a:off x="4139280" y="1054800"/>
                <a:ext cx="3375720" cy="908280"/>
              </a:xfrm>
              <a:prstGeom prst="rect">
                <a:avLst/>
              </a:prstGeom>
            </p:spPr>
          </p:pic>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Types</a:t>
            </a:r>
            <a:r>
              <a:rPr spc="-180" dirty="0"/>
              <a:t> </a:t>
            </a:r>
            <a:r>
              <a:rPr dirty="0"/>
              <a:t>of</a:t>
            </a:r>
            <a:r>
              <a:rPr spc="-85" dirty="0"/>
              <a:t> </a:t>
            </a:r>
            <a:r>
              <a:rPr spc="-240" dirty="0"/>
              <a:t>AWS</a:t>
            </a:r>
            <a:r>
              <a:rPr spc="-5" dirty="0"/>
              <a:t> </a:t>
            </a:r>
            <a:r>
              <a:rPr spc="-10" dirty="0"/>
              <a:t>Snapshots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43433" y="1057402"/>
            <a:ext cx="8347075" cy="5491480"/>
          </a:xfrm>
          <a:prstGeom prst="rect">
            <a:avLst/>
          </a:prstGeom>
        </p:spPr>
        <p:txBody>
          <a:bodyPr vert="horz" wrap="square" lIns="0" tIns="88900" rIns="0" bIns="0" rtlCol="0">
            <a:spAutoFit/>
          </a:bodyPr>
          <a:lstStyle/>
          <a:p>
            <a:pPr marL="319405" indent="-274320">
              <a:lnSpc>
                <a:spcPct val="100000"/>
              </a:lnSpc>
              <a:spcBef>
                <a:spcPts val="700"/>
              </a:spcBef>
              <a:buAutoNum type="arabicPeriod"/>
              <a:tabLst>
                <a:tab pos="319405" algn="l"/>
              </a:tabLst>
            </a:pPr>
            <a:r>
              <a:rPr sz="2400" b="1" spc="-260" dirty="0">
                <a:latin typeface="Times New Roman"/>
                <a:cs typeface="Times New Roman"/>
              </a:rPr>
              <a:t>EBS</a:t>
            </a:r>
            <a:r>
              <a:rPr sz="2400" b="1" spc="-65" dirty="0">
                <a:latin typeface="Times New Roman"/>
                <a:cs typeface="Times New Roman"/>
              </a:rPr>
              <a:t> </a:t>
            </a:r>
            <a:r>
              <a:rPr sz="2400" b="1" spc="-10" dirty="0">
                <a:latin typeface="Times New Roman"/>
                <a:cs typeface="Times New Roman"/>
              </a:rPr>
              <a:t>Snapshots</a:t>
            </a:r>
            <a:endParaRPr sz="2400">
              <a:latin typeface="Times New Roman"/>
              <a:cs typeface="Times New Roman"/>
            </a:endParaRPr>
          </a:p>
          <a:p>
            <a:pPr marL="319405" lvl="1" indent="-274320">
              <a:lnSpc>
                <a:spcPct val="100000"/>
              </a:lnSpc>
              <a:spcBef>
                <a:spcPts val="600"/>
              </a:spcBef>
              <a:buClr>
                <a:srgbClr val="D24717"/>
              </a:buClr>
              <a:buSzPct val="85416"/>
              <a:buFont typeface="Arial MT"/>
              <a:buChar char="•"/>
              <a:tabLst>
                <a:tab pos="319405" algn="l"/>
              </a:tabLst>
            </a:pPr>
            <a:r>
              <a:rPr sz="2400" spc="-90" dirty="0">
                <a:latin typeface="Times New Roman"/>
                <a:cs typeface="Times New Roman"/>
              </a:rPr>
              <a:t>Create</a:t>
            </a:r>
            <a:r>
              <a:rPr sz="2400" spc="-45" dirty="0">
                <a:latin typeface="Times New Roman"/>
                <a:cs typeface="Times New Roman"/>
              </a:rPr>
              <a:t> </a:t>
            </a:r>
            <a:r>
              <a:rPr sz="2400" spc="-145" dirty="0">
                <a:latin typeface="Times New Roman"/>
                <a:cs typeface="Times New Roman"/>
              </a:rPr>
              <a:t>backups</a:t>
            </a:r>
            <a:r>
              <a:rPr sz="2400" spc="-45" dirty="0">
                <a:latin typeface="Times New Roman"/>
                <a:cs typeface="Times New Roman"/>
              </a:rPr>
              <a:t> </a:t>
            </a:r>
            <a:r>
              <a:rPr sz="2400" spc="-145" dirty="0">
                <a:latin typeface="Times New Roman"/>
                <a:cs typeface="Times New Roman"/>
              </a:rPr>
              <a:t>of</a:t>
            </a:r>
            <a:r>
              <a:rPr sz="2400" spc="-220" dirty="0">
                <a:latin typeface="Times New Roman"/>
                <a:cs typeface="Times New Roman"/>
              </a:rPr>
              <a:t> </a:t>
            </a:r>
            <a:r>
              <a:rPr sz="2400" spc="-185" dirty="0">
                <a:latin typeface="Times New Roman"/>
                <a:cs typeface="Times New Roman"/>
              </a:rPr>
              <a:t>Amazon</a:t>
            </a:r>
            <a:r>
              <a:rPr sz="2400" spc="-50" dirty="0">
                <a:latin typeface="Times New Roman"/>
                <a:cs typeface="Times New Roman"/>
              </a:rPr>
              <a:t> </a:t>
            </a:r>
            <a:r>
              <a:rPr sz="2400" spc="-325" dirty="0">
                <a:latin typeface="Times New Roman"/>
                <a:cs typeface="Times New Roman"/>
              </a:rPr>
              <a:t>EBS</a:t>
            </a:r>
            <a:r>
              <a:rPr sz="2400" spc="-45" dirty="0">
                <a:latin typeface="Times New Roman"/>
                <a:cs typeface="Times New Roman"/>
              </a:rPr>
              <a:t> </a:t>
            </a:r>
            <a:r>
              <a:rPr sz="2400" spc="-10" dirty="0">
                <a:latin typeface="Times New Roman"/>
                <a:cs typeface="Times New Roman"/>
              </a:rPr>
              <a:t>volumes.</a:t>
            </a:r>
            <a:endParaRPr sz="2400">
              <a:latin typeface="Times New Roman"/>
              <a:cs typeface="Times New Roman"/>
            </a:endParaRPr>
          </a:p>
          <a:p>
            <a:pPr marL="319405" lvl="1" indent="-274320">
              <a:lnSpc>
                <a:spcPct val="100000"/>
              </a:lnSpc>
              <a:spcBef>
                <a:spcPts val="600"/>
              </a:spcBef>
              <a:buClr>
                <a:srgbClr val="D24717"/>
              </a:buClr>
              <a:buSzPct val="85416"/>
              <a:buFont typeface="Arial MT"/>
              <a:buChar char="•"/>
              <a:tabLst>
                <a:tab pos="319405" algn="l"/>
              </a:tabLst>
            </a:pPr>
            <a:r>
              <a:rPr sz="2400" spc="-150" dirty="0">
                <a:latin typeface="Times New Roman"/>
                <a:cs typeface="Times New Roman"/>
              </a:rPr>
              <a:t>Can</a:t>
            </a:r>
            <a:r>
              <a:rPr sz="2400" spc="-70" dirty="0">
                <a:latin typeface="Times New Roman"/>
                <a:cs typeface="Times New Roman"/>
              </a:rPr>
              <a:t> </a:t>
            </a:r>
            <a:r>
              <a:rPr sz="2400" spc="-120" dirty="0">
                <a:latin typeface="Times New Roman"/>
                <a:cs typeface="Times New Roman"/>
              </a:rPr>
              <a:t>be</a:t>
            </a:r>
            <a:r>
              <a:rPr sz="2400" spc="-65" dirty="0">
                <a:latin typeface="Times New Roman"/>
                <a:cs typeface="Times New Roman"/>
              </a:rPr>
              <a:t> </a:t>
            </a:r>
            <a:r>
              <a:rPr sz="2400" spc="-70" dirty="0">
                <a:latin typeface="Times New Roman"/>
                <a:cs typeface="Times New Roman"/>
              </a:rPr>
              <a:t>restored</a:t>
            </a:r>
            <a:r>
              <a:rPr sz="2400" spc="-80" dirty="0">
                <a:latin typeface="Times New Roman"/>
                <a:cs typeface="Times New Roman"/>
              </a:rPr>
              <a:t> </a:t>
            </a:r>
            <a:r>
              <a:rPr sz="2400" dirty="0">
                <a:latin typeface="Times New Roman"/>
                <a:cs typeface="Times New Roman"/>
              </a:rPr>
              <a:t>to</a:t>
            </a:r>
            <a:r>
              <a:rPr sz="2400" spc="-60" dirty="0">
                <a:latin typeface="Times New Roman"/>
                <a:cs typeface="Times New Roman"/>
              </a:rPr>
              <a:t> </a:t>
            </a:r>
            <a:r>
              <a:rPr sz="2400" spc="-90" dirty="0">
                <a:latin typeface="Times New Roman"/>
                <a:cs typeface="Times New Roman"/>
              </a:rPr>
              <a:t>create</a:t>
            </a:r>
            <a:r>
              <a:rPr sz="2400" spc="-65" dirty="0">
                <a:latin typeface="Times New Roman"/>
                <a:cs typeface="Times New Roman"/>
              </a:rPr>
              <a:t> </a:t>
            </a:r>
            <a:r>
              <a:rPr sz="2400" spc="-200" dirty="0">
                <a:latin typeface="Times New Roman"/>
                <a:cs typeface="Times New Roman"/>
              </a:rPr>
              <a:t>a</a:t>
            </a:r>
            <a:r>
              <a:rPr sz="2400" spc="-60" dirty="0">
                <a:latin typeface="Times New Roman"/>
                <a:cs typeface="Times New Roman"/>
              </a:rPr>
              <a:t> </a:t>
            </a:r>
            <a:r>
              <a:rPr sz="2400" spc="-135" dirty="0">
                <a:latin typeface="Times New Roman"/>
                <a:cs typeface="Times New Roman"/>
              </a:rPr>
              <a:t>new</a:t>
            </a:r>
            <a:r>
              <a:rPr sz="2400" spc="-70" dirty="0">
                <a:latin typeface="Times New Roman"/>
                <a:cs typeface="Times New Roman"/>
              </a:rPr>
              <a:t> </a:t>
            </a:r>
            <a:r>
              <a:rPr sz="2400" spc="-140" dirty="0">
                <a:latin typeface="Times New Roman"/>
                <a:cs typeface="Times New Roman"/>
              </a:rPr>
              <a:t>volume</a:t>
            </a:r>
            <a:r>
              <a:rPr sz="2400" spc="-75" dirty="0">
                <a:latin typeface="Times New Roman"/>
                <a:cs typeface="Times New Roman"/>
              </a:rPr>
              <a:t> </a:t>
            </a:r>
            <a:r>
              <a:rPr sz="2400" dirty="0">
                <a:latin typeface="Times New Roman"/>
                <a:cs typeface="Times New Roman"/>
              </a:rPr>
              <a:t>or</a:t>
            </a:r>
            <a:r>
              <a:rPr sz="2400" spc="-60" dirty="0">
                <a:latin typeface="Times New Roman"/>
                <a:cs typeface="Times New Roman"/>
              </a:rPr>
              <a:t> </a:t>
            </a:r>
            <a:r>
              <a:rPr sz="2400" spc="-110" dirty="0">
                <a:latin typeface="Times New Roman"/>
                <a:cs typeface="Times New Roman"/>
              </a:rPr>
              <a:t>attached</a:t>
            </a:r>
            <a:r>
              <a:rPr sz="2400" spc="-65" dirty="0">
                <a:latin typeface="Times New Roman"/>
                <a:cs typeface="Times New Roman"/>
              </a:rPr>
              <a:t> </a:t>
            </a:r>
            <a:r>
              <a:rPr sz="2400" dirty="0">
                <a:latin typeface="Times New Roman"/>
                <a:cs typeface="Times New Roman"/>
              </a:rPr>
              <a:t>to</a:t>
            </a:r>
            <a:r>
              <a:rPr sz="2400" spc="-60" dirty="0">
                <a:latin typeface="Times New Roman"/>
                <a:cs typeface="Times New Roman"/>
              </a:rPr>
              <a:t> </a:t>
            </a:r>
            <a:r>
              <a:rPr sz="2400" spc="-155" dirty="0">
                <a:latin typeface="Times New Roman"/>
                <a:cs typeface="Times New Roman"/>
              </a:rPr>
              <a:t>an</a:t>
            </a:r>
            <a:r>
              <a:rPr sz="2400" spc="-60" dirty="0">
                <a:latin typeface="Times New Roman"/>
                <a:cs typeface="Times New Roman"/>
              </a:rPr>
              <a:t> </a:t>
            </a:r>
            <a:r>
              <a:rPr sz="2400" spc="-10" dirty="0">
                <a:latin typeface="Times New Roman"/>
                <a:cs typeface="Times New Roman"/>
              </a:rPr>
              <a:t>instance.</a:t>
            </a:r>
            <a:endParaRPr sz="2400">
              <a:latin typeface="Times New Roman"/>
              <a:cs typeface="Times New Roman"/>
            </a:endParaRPr>
          </a:p>
          <a:p>
            <a:pPr marL="319405" marR="19050" lvl="1" indent="-274320">
              <a:lnSpc>
                <a:spcPct val="100000"/>
              </a:lnSpc>
              <a:spcBef>
                <a:spcPts val="600"/>
              </a:spcBef>
              <a:buClr>
                <a:srgbClr val="D24717"/>
              </a:buClr>
              <a:buSzPct val="85416"/>
              <a:buFont typeface="Arial MT"/>
              <a:buChar char="•"/>
              <a:tabLst>
                <a:tab pos="319405" algn="l"/>
                <a:tab pos="1363980" algn="l"/>
                <a:tab pos="1889760" algn="l"/>
                <a:tab pos="2985135" algn="l"/>
                <a:tab pos="3912235" algn="l"/>
                <a:tab pos="4702810" algn="l"/>
                <a:tab pos="5180330" algn="l"/>
                <a:tab pos="6217920" algn="l"/>
                <a:tab pos="7359650" algn="l"/>
              </a:tabLst>
            </a:pPr>
            <a:r>
              <a:rPr sz="2400" spc="-10" dirty="0">
                <a:latin typeface="Times New Roman"/>
                <a:cs typeface="Times New Roman"/>
              </a:rPr>
              <a:t>Support</a:t>
            </a:r>
            <a:r>
              <a:rPr sz="2400" dirty="0">
                <a:latin typeface="Times New Roman"/>
                <a:cs typeface="Times New Roman"/>
              </a:rPr>
              <a:t>	</a:t>
            </a:r>
            <a:r>
              <a:rPr sz="2400" spc="-20" dirty="0">
                <a:latin typeface="Times New Roman"/>
                <a:cs typeface="Times New Roman"/>
              </a:rPr>
              <a:t>fast</a:t>
            </a:r>
            <a:r>
              <a:rPr sz="2400" dirty="0">
                <a:latin typeface="Times New Roman"/>
                <a:cs typeface="Times New Roman"/>
              </a:rPr>
              <a:t>	</a:t>
            </a:r>
            <a:r>
              <a:rPr sz="2400" spc="-10" dirty="0">
                <a:latin typeface="Times New Roman"/>
                <a:cs typeface="Times New Roman"/>
              </a:rPr>
              <a:t>snapshot</a:t>
            </a:r>
            <a:r>
              <a:rPr sz="2400" dirty="0">
                <a:latin typeface="Times New Roman"/>
                <a:cs typeface="Times New Roman"/>
              </a:rPr>
              <a:t>	</a:t>
            </a:r>
            <a:r>
              <a:rPr sz="2400" spc="-10" dirty="0">
                <a:latin typeface="Times New Roman"/>
                <a:cs typeface="Times New Roman"/>
              </a:rPr>
              <a:t>restore</a:t>
            </a:r>
            <a:r>
              <a:rPr sz="2400" dirty="0">
                <a:latin typeface="Times New Roman"/>
                <a:cs typeface="Times New Roman"/>
              </a:rPr>
              <a:t>	</a:t>
            </a:r>
            <a:r>
              <a:rPr sz="2400" spc="-10" dirty="0">
                <a:latin typeface="Times New Roman"/>
                <a:cs typeface="Times New Roman"/>
              </a:rPr>
              <a:t>(FSR)</a:t>
            </a:r>
            <a:r>
              <a:rPr sz="2400" dirty="0">
                <a:latin typeface="Times New Roman"/>
                <a:cs typeface="Times New Roman"/>
              </a:rPr>
              <a:t>	</a:t>
            </a:r>
            <a:r>
              <a:rPr sz="2400" spc="-25" dirty="0">
                <a:latin typeface="Times New Roman"/>
                <a:cs typeface="Times New Roman"/>
              </a:rPr>
              <a:t>for</a:t>
            </a:r>
            <a:r>
              <a:rPr sz="2400" dirty="0">
                <a:latin typeface="Times New Roman"/>
                <a:cs typeface="Times New Roman"/>
              </a:rPr>
              <a:t>	</a:t>
            </a:r>
            <a:r>
              <a:rPr sz="2400" spc="-10" dirty="0">
                <a:latin typeface="Times New Roman"/>
                <a:cs typeface="Times New Roman"/>
              </a:rPr>
              <a:t>selected</a:t>
            </a:r>
            <a:r>
              <a:rPr sz="2400" dirty="0">
                <a:latin typeface="Times New Roman"/>
                <a:cs typeface="Times New Roman"/>
              </a:rPr>
              <a:t>	</a:t>
            </a:r>
            <a:r>
              <a:rPr sz="2400" spc="-10" dirty="0">
                <a:latin typeface="Times New Roman"/>
                <a:cs typeface="Times New Roman"/>
              </a:rPr>
              <a:t>volumes,</a:t>
            </a:r>
            <a:r>
              <a:rPr sz="2400" dirty="0">
                <a:latin typeface="Times New Roman"/>
                <a:cs typeface="Times New Roman"/>
              </a:rPr>
              <a:t>	</a:t>
            </a:r>
            <a:r>
              <a:rPr sz="2400" spc="-114" dirty="0">
                <a:latin typeface="Times New Roman"/>
                <a:cs typeface="Times New Roman"/>
              </a:rPr>
              <a:t>reducing </a:t>
            </a:r>
            <a:r>
              <a:rPr sz="2400" spc="-125" dirty="0">
                <a:latin typeface="Times New Roman"/>
                <a:cs typeface="Times New Roman"/>
              </a:rPr>
              <a:t>recovery</a:t>
            </a:r>
            <a:r>
              <a:rPr sz="2400" spc="10" dirty="0">
                <a:latin typeface="Times New Roman"/>
                <a:cs typeface="Times New Roman"/>
              </a:rPr>
              <a:t> </a:t>
            </a:r>
            <a:r>
              <a:rPr sz="2400" spc="-10" dirty="0">
                <a:latin typeface="Times New Roman"/>
                <a:cs typeface="Times New Roman"/>
              </a:rPr>
              <a:t>times.</a:t>
            </a:r>
            <a:endParaRPr sz="2400">
              <a:latin typeface="Times New Roman"/>
              <a:cs typeface="Times New Roman"/>
            </a:endParaRPr>
          </a:p>
          <a:p>
            <a:pPr marL="319405" indent="-274320">
              <a:lnSpc>
                <a:spcPct val="100000"/>
              </a:lnSpc>
              <a:spcBef>
                <a:spcPts val="600"/>
              </a:spcBef>
              <a:buAutoNum type="arabicPeriod" startAt="2"/>
              <a:tabLst>
                <a:tab pos="319405" algn="l"/>
              </a:tabLst>
            </a:pPr>
            <a:r>
              <a:rPr sz="2400" b="1" spc="-150" dirty="0">
                <a:latin typeface="Times New Roman"/>
                <a:cs typeface="Times New Roman"/>
              </a:rPr>
              <a:t>RDS</a:t>
            </a:r>
            <a:r>
              <a:rPr sz="2400" b="1" spc="-60" dirty="0">
                <a:latin typeface="Times New Roman"/>
                <a:cs typeface="Times New Roman"/>
              </a:rPr>
              <a:t> </a:t>
            </a:r>
            <a:r>
              <a:rPr sz="2400" b="1" spc="-10" dirty="0">
                <a:latin typeface="Times New Roman"/>
                <a:cs typeface="Times New Roman"/>
              </a:rPr>
              <a:t>Snapshots</a:t>
            </a:r>
            <a:endParaRPr sz="2400">
              <a:latin typeface="Times New Roman"/>
              <a:cs typeface="Times New Roman"/>
            </a:endParaRPr>
          </a:p>
          <a:p>
            <a:pPr marL="319405" lvl="1" indent="-274320">
              <a:lnSpc>
                <a:spcPct val="100000"/>
              </a:lnSpc>
              <a:spcBef>
                <a:spcPts val="605"/>
              </a:spcBef>
              <a:buClr>
                <a:srgbClr val="D24717"/>
              </a:buClr>
              <a:buSzPct val="85416"/>
              <a:buFont typeface="Arial MT"/>
              <a:buChar char="•"/>
              <a:tabLst>
                <a:tab pos="319405" algn="l"/>
              </a:tabLst>
            </a:pPr>
            <a:r>
              <a:rPr sz="2400" spc="-210" dirty="0">
                <a:latin typeface="Times New Roman"/>
                <a:cs typeface="Times New Roman"/>
              </a:rPr>
              <a:t>Back</a:t>
            </a:r>
            <a:r>
              <a:rPr sz="2400" spc="-45" dirty="0">
                <a:latin typeface="Times New Roman"/>
                <a:cs typeface="Times New Roman"/>
              </a:rPr>
              <a:t> </a:t>
            </a:r>
            <a:r>
              <a:rPr sz="2400" spc="-114" dirty="0">
                <a:latin typeface="Times New Roman"/>
                <a:cs typeface="Times New Roman"/>
              </a:rPr>
              <a:t>up</a:t>
            </a:r>
            <a:r>
              <a:rPr sz="2400" spc="-235" dirty="0">
                <a:latin typeface="Times New Roman"/>
                <a:cs typeface="Times New Roman"/>
              </a:rPr>
              <a:t> </a:t>
            </a:r>
            <a:r>
              <a:rPr sz="2400" spc="-185" dirty="0">
                <a:latin typeface="Times New Roman"/>
                <a:cs typeface="Times New Roman"/>
              </a:rPr>
              <a:t>Amazon</a:t>
            </a:r>
            <a:r>
              <a:rPr sz="2400" spc="-50" dirty="0">
                <a:latin typeface="Times New Roman"/>
                <a:cs typeface="Times New Roman"/>
              </a:rPr>
              <a:t> </a:t>
            </a:r>
            <a:r>
              <a:rPr sz="2400" spc="-225" dirty="0">
                <a:latin typeface="Times New Roman"/>
                <a:cs typeface="Times New Roman"/>
              </a:rPr>
              <a:t>RDS</a:t>
            </a:r>
            <a:r>
              <a:rPr sz="2400" spc="-40" dirty="0">
                <a:latin typeface="Times New Roman"/>
                <a:cs typeface="Times New Roman"/>
              </a:rPr>
              <a:t> </a:t>
            </a:r>
            <a:r>
              <a:rPr sz="2400" spc="-20" dirty="0">
                <a:latin typeface="Times New Roman"/>
                <a:cs typeface="Times New Roman"/>
              </a:rPr>
              <a:t>databases.</a:t>
            </a:r>
            <a:endParaRPr sz="2400">
              <a:latin typeface="Times New Roman"/>
              <a:cs typeface="Times New Roman"/>
            </a:endParaRPr>
          </a:p>
          <a:p>
            <a:pPr marL="319405" lvl="1" indent="-274320">
              <a:lnSpc>
                <a:spcPct val="100000"/>
              </a:lnSpc>
              <a:spcBef>
                <a:spcPts val="600"/>
              </a:spcBef>
              <a:buClr>
                <a:srgbClr val="D24717"/>
              </a:buClr>
              <a:buSzPct val="85416"/>
              <a:buFont typeface="Arial MT"/>
              <a:buChar char="•"/>
              <a:tabLst>
                <a:tab pos="319405" algn="l"/>
              </a:tabLst>
            </a:pPr>
            <a:r>
              <a:rPr sz="2400" spc="-240" dirty="0">
                <a:latin typeface="Times New Roman"/>
                <a:cs typeface="Times New Roman"/>
              </a:rPr>
              <a:t>Two</a:t>
            </a:r>
            <a:r>
              <a:rPr sz="2400" spc="-45" dirty="0">
                <a:latin typeface="Times New Roman"/>
                <a:cs typeface="Times New Roman"/>
              </a:rPr>
              <a:t> </a:t>
            </a:r>
            <a:r>
              <a:rPr sz="2400" spc="-10" dirty="0">
                <a:latin typeface="Times New Roman"/>
                <a:cs typeface="Times New Roman"/>
              </a:rPr>
              <a:t>types:</a:t>
            </a:r>
            <a:endParaRPr sz="2400">
              <a:latin typeface="Times New Roman"/>
              <a:cs typeface="Times New Roman"/>
            </a:endParaRPr>
          </a:p>
          <a:p>
            <a:pPr marL="788670" marR="19050" lvl="2" indent="-287020">
              <a:lnSpc>
                <a:spcPct val="100000"/>
              </a:lnSpc>
              <a:spcBef>
                <a:spcPts val="395"/>
              </a:spcBef>
              <a:buClr>
                <a:srgbClr val="9B2C1F"/>
              </a:buClr>
              <a:buSzPct val="85416"/>
              <a:buFont typeface="Arial MT"/>
              <a:buChar char="•"/>
              <a:tabLst>
                <a:tab pos="788670" algn="l"/>
              </a:tabLst>
            </a:pPr>
            <a:r>
              <a:rPr sz="2400" b="1" dirty="0">
                <a:latin typeface="Times New Roman"/>
                <a:cs typeface="Times New Roman"/>
              </a:rPr>
              <a:t>Automated</a:t>
            </a:r>
            <a:r>
              <a:rPr sz="2400" b="1" spc="-80" dirty="0">
                <a:latin typeface="Times New Roman"/>
                <a:cs typeface="Times New Roman"/>
              </a:rPr>
              <a:t> </a:t>
            </a:r>
            <a:r>
              <a:rPr sz="2400" b="1" spc="-35" dirty="0">
                <a:latin typeface="Times New Roman"/>
                <a:cs typeface="Times New Roman"/>
              </a:rPr>
              <a:t>Snapshots</a:t>
            </a:r>
            <a:r>
              <a:rPr sz="2400" spc="-35" dirty="0">
                <a:latin typeface="Times New Roman"/>
                <a:cs typeface="Times New Roman"/>
              </a:rPr>
              <a:t>:</a:t>
            </a:r>
            <a:r>
              <a:rPr sz="2400" spc="-114" dirty="0">
                <a:latin typeface="Times New Roman"/>
                <a:cs typeface="Times New Roman"/>
              </a:rPr>
              <a:t> </a:t>
            </a:r>
            <a:r>
              <a:rPr sz="2400" spc="-145" dirty="0">
                <a:latin typeface="Times New Roman"/>
                <a:cs typeface="Times New Roman"/>
              </a:rPr>
              <a:t>Automatically</a:t>
            </a:r>
            <a:r>
              <a:rPr sz="2400" spc="-5" dirty="0">
                <a:latin typeface="Times New Roman"/>
                <a:cs typeface="Times New Roman"/>
              </a:rPr>
              <a:t> </a:t>
            </a:r>
            <a:r>
              <a:rPr sz="2400" spc="-80" dirty="0">
                <a:latin typeface="Times New Roman"/>
                <a:cs typeface="Times New Roman"/>
              </a:rPr>
              <a:t>created</a:t>
            </a:r>
            <a:r>
              <a:rPr sz="2400" spc="-30" dirty="0">
                <a:latin typeface="Times New Roman"/>
                <a:cs typeface="Times New Roman"/>
              </a:rPr>
              <a:t> </a:t>
            </a:r>
            <a:r>
              <a:rPr sz="2400" spc="-130" dirty="0">
                <a:latin typeface="Times New Roman"/>
                <a:cs typeface="Times New Roman"/>
              </a:rPr>
              <a:t>based</a:t>
            </a:r>
            <a:r>
              <a:rPr sz="2400" spc="-20" dirty="0">
                <a:latin typeface="Times New Roman"/>
                <a:cs typeface="Times New Roman"/>
              </a:rPr>
              <a:t> on</a:t>
            </a:r>
            <a:r>
              <a:rPr sz="2400" spc="-25" dirty="0">
                <a:latin typeface="Times New Roman"/>
                <a:cs typeface="Times New Roman"/>
              </a:rPr>
              <a:t> </a:t>
            </a:r>
            <a:r>
              <a:rPr sz="2400" spc="-20" dirty="0">
                <a:latin typeface="Times New Roman"/>
                <a:cs typeface="Times New Roman"/>
              </a:rPr>
              <a:t>retention </a:t>
            </a:r>
            <a:r>
              <a:rPr sz="2400" spc="-10" dirty="0">
                <a:latin typeface="Times New Roman"/>
                <a:cs typeface="Times New Roman"/>
              </a:rPr>
              <a:t>settings.</a:t>
            </a:r>
            <a:endParaRPr sz="2400">
              <a:latin typeface="Times New Roman"/>
              <a:cs typeface="Times New Roman"/>
            </a:endParaRPr>
          </a:p>
          <a:p>
            <a:pPr marL="788670" marR="17780" lvl="2" indent="-287020">
              <a:lnSpc>
                <a:spcPct val="100000"/>
              </a:lnSpc>
              <a:spcBef>
                <a:spcPts val="400"/>
              </a:spcBef>
              <a:buClr>
                <a:srgbClr val="9B2C1F"/>
              </a:buClr>
              <a:buSzPct val="85416"/>
              <a:buFont typeface="Arial MT"/>
              <a:buChar char="•"/>
              <a:tabLst>
                <a:tab pos="788670" algn="l"/>
                <a:tab pos="1913889" algn="l"/>
                <a:tab pos="3418204" algn="l"/>
                <a:tab pos="5081270" algn="l"/>
                <a:tab pos="5613400" algn="l"/>
                <a:tab pos="6652259" algn="l"/>
                <a:tab pos="7306309" algn="l"/>
              </a:tabLst>
            </a:pPr>
            <a:r>
              <a:rPr sz="2400" b="1" spc="-10" dirty="0">
                <a:latin typeface="Times New Roman"/>
                <a:cs typeface="Times New Roman"/>
              </a:rPr>
              <a:t>Manual</a:t>
            </a:r>
            <a:r>
              <a:rPr sz="2400" b="1" dirty="0">
                <a:latin typeface="Times New Roman"/>
                <a:cs typeface="Times New Roman"/>
              </a:rPr>
              <a:t>	</a:t>
            </a:r>
            <a:r>
              <a:rPr sz="2400" b="1" spc="-10" dirty="0">
                <a:latin typeface="Times New Roman"/>
                <a:cs typeface="Times New Roman"/>
              </a:rPr>
              <a:t>Snapshots</a:t>
            </a:r>
            <a:r>
              <a:rPr sz="2400" spc="-10" dirty="0">
                <a:latin typeface="Times New Roman"/>
                <a:cs typeface="Times New Roman"/>
              </a:rPr>
              <a:t>:</a:t>
            </a:r>
            <a:r>
              <a:rPr sz="2400" dirty="0">
                <a:latin typeface="Times New Roman"/>
                <a:cs typeface="Times New Roman"/>
              </a:rPr>
              <a:t>	</a:t>
            </a:r>
            <a:r>
              <a:rPr sz="2400" spc="-105" dirty="0">
                <a:latin typeface="Times New Roman"/>
                <a:cs typeface="Times New Roman"/>
              </a:rPr>
              <a:t>User-</a:t>
            </a:r>
            <a:r>
              <a:rPr sz="2400" spc="-10" dirty="0">
                <a:latin typeface="Times New Roman"/>
                <a:cs typeface="Times New Roman"/>
              </a:rPr>
              <a:t>initiated</a:t>
            </a:r>
            <a:r>
              <a:rPr sz="2400" dirty="0">
                <a:latin typeface="Times New Roman"/>
                <a:cs typeface="Times New Roman"/>
              </a:rPr>
              <a:t>	</a:t>
            </a:r>
            <a:r>
              <a:rPr sz="2400" spc="-25" dirty="0">
                <a:latin typeface="Times New Roman"/>
                <a:cs typeface="Times New Roman"/>
              </a:rPr>
              <a:t>and</a:t>
            </a:r>
            <a:r>
              <a:rPr sz="2400" dirty="0">
                <a:latin typeface="Times New Roman"/>
                <a:cs typeface="Times New Roman"/>
              </a:rPr>
              <a:t>	</a:t>
            </a:r>
            <a:r>
              <a:rPr sz="2400" spc="-10" dirty="0">
                <a:latin typeface="Times New Roman"/>
                <a:cs typeface="Times New Roman"/>
              </a:rPr>
              <a:t>retained</a:t>
            </a:r>
            <a:r>
              <a:rPr sz="2400" dirty="0">
                <a:latin typeface="Times New Roman"/>
                <a:cs typeface="Times New Roman"/>
              </a:rPr>
              <a:t>	</a:t>
            </a:r>
            <a:r>
              <a:rPr sz="2400" spc="-10" dirty="0">
                <a:latin typeface="Times New Roman"/>
                <a:cs typeface="Times New Roman"/>
              </a:rPr>
              <a:t>until</a:t>
            </a:r>
            <a:r>
              <a:rPr sz="2400" dirty="0">
                <a:latin typeface="Times New Roman"/>
                <a:cs typeface="Times New Roman"/>
              </a:rPr>
              <a:t>	</a:t>
            </a:r>
            <a:r>
              <a:rPr sz="2400" spc="-114" dirty="0">
                <a:latin typeface="Times New Roman"/>
                <a:cs typeface="Times New Roman"/>
              </a:rPr>
              <a:t>explicitly </a:t>
            </a:r>
            <a:r>
              <a:rPr sz="2400" spc="-10" dirty="0">
                <a:latin typeface="Times New Roman"/>
                <a:cs typeface="Times New Roman"/>
              </a:rPr>
              <a:t>deleted.</a:t>
            </a:r>
            <a:endParaRPr sz="2400">
              <a:latin typeface="Times New Roman"/>
              <a:cs typeface="Times New Roman"/>
            </a:endParaRPr>
          </a:p>
          <a:p>
            <a:pPr marL="25400">
              <a:lnSpc>
                <a:spcPct val="100000"/>
              </a:lnSpc>
              <a:spcBef>
                <a:spcPts val="600"/>
              </a:spcBef>
            </a:pPr>
            <a:r>
              <a:rPr sz="2100" spc="-907" baseline="-9920" dirty="0">
                <a:solidFill>
                  <a:srgbClr val="FFFFFF"/>
                </a:solidFill>
                <a:latin typeface="Franklin Gothic Medium"/>
                <a:cs typeface="Franklin Gothic Medium"/>
              </a:rPr>
              <a:t>6</a:t>
            </a:r>
            <a:r>
              <a:rPr sz="2050" spc="25" dirty="0">
                <a:solidFill>
                  <a:srgbClr val="D24717"/>
                </a:solidFill>
                <a:latin typeface="Arial MT"/>
                <a:cs typeface="Arial MT"/>
              </a:rPr>
              <a:t>•</a:t>
            </a:r>
            <a:r>
              <a:rPr sz="2100" spc="104" baseline="-9920" dirty="0">
                <a:solidFill>
                  <a:srgbClr val="FFFFFF"/>
                </a:solidFill>
                <a:latin typeface="Franklin Gothic Medium"/>
                <a:cs typeface="Franklin Gothic Medium"/>
              </a:rPr>
              <a:t>0</a:t>
            </a:r>
            <a:r>
              <a:rPr sz="2100" spc="322" baseline="-9920" dirty="0">
                <a:solidFill>
                  <a:srgbClr val="FFFFFF"/>
                </a:solidFill>
                <a:latin typeface="Franklin Gothic Medium"/>
                <a:cs typeface="Franklin Gothic Medium"/>
              </a:rPr>
              <a:t> </a:t>
            </a:r>
            <a:r>
              <a:rPr sz="2400" spc="-145" dirty="0">
                <a:latin typeface="Times New Roman"/>
                <a:cs typeface="Times New Roman"/>
              </a:rPr>
              <a:t>Used</a:t>
            </a:r>
            <a:r>
              <a:rPr sz="2400" spc="-60" dirty="0">
                <a:latin typeface="Times New Roman"/>
                <a:cs typeface="Times New Roman"/>
              </a:rPr>
              <a:t> </a:t>
            </a:r>
            <a:r>
              <a:rPr sz="2400" spc="-95" dirty="0">
                <a:latin typeface="Times New Roman"/>
                <a:cs typeface="Times New Roman"/>
              </a:rPr>
              <a:t>for</a:t>
            </a:r>
            <a:r>
              <a:rPr sz="2400" spc="-65" dirty="0">
                <a:latin typeface="Times New Roman"/>
                <a:cs typeface="Times New Roman"/>
              </a:rPr>
              <a:t> </a:t>
            </a:r>
            <a:r>
              <a:rPr sz="2400" spc="-80" dirty="0">
                <a:latin typeface="Times New Roman"/>
                <a:cs typeface="Times New Roman"/>
              </a:rPr>
              <a:t>point-</a:t>
            </a:r>
            <a:r>
              <a:rPr sz="2400" spc="-100" dirty="0">
                <a:latin typeface="Times New Roman"/>
                <a:cs typeface="Times New Roman"/>
              </a:rPr>
              <a:t>in-</a:t>
            </a:r>
            <a:r>
              <a:rPr sz="2400" spc="-85" dirty="0">
                <a:latin typeface="Times New Roman"/>
                <a:cs typeface="Times New Roman"/>
              </a:rPr>
              <a:t>time</a:t>
            </a:r>
            <a:r>
              <a:rPr sz="2400" spc="-105" dirty="0">
                <a:latin typeface="Times New Roman"/>
                <a:cs typeface="Times New Roman"/>
              </a:rPr>
              <a:t> </a:t>
            </a:r>
            <a:r>
              <a:rPr sz="2400" spc="-10" dirty="0">
                <a:latin typeface="Times New Roman"/>
                <a:cs typeface="Times New Roman"/>
              </a:rPr>
              <a:t>recovery.</a:t>
            </a:r>
            <a:endParaRPr sz="2400">
              <a:latin typeface="Times New Roman"/>
              <a:cs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Types</a:t>
            </a:r>
            <a:r>
              <a:rPr spc="-180" dirty="0"/>
              <a:t> </a:t>
            </a:r>
            <a:r>
              <a:rPr dirty="0"/>
              <a:t>of</a:t>
            </a:r>
            <a:r>
              <a:rPr spc="-85" dirty="0"/>
              <a:t> </a:t>
            </a:r>
            <a:r>
              <a:rPr spc="-240" dirty="0"/>
              <a:t>AWS</a:t>
            </a:r>
            <a:r>
              <a:rPr spc="-5" dirty="0"/>
              <a:t> </a:t>
            </a:r>
            <a:r>
              <a:rPr spc="-10" dirty="0"/>
              <a:t>Snapshots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057402"/>
            <a:ext cx="8302625" cy="3927475"/>
          </a:xfrm>
          <a:prstGeom prst="rect">
            <a:avLst/>
          </a:prstGeom>
        </p:spPr>
        <p:txBody>
          <a:bodyPr vert="horz" wrap="square" lIns="0" tIns="88900" rIns="0" bIns="0" rtlCol="0">
            <a:spAutoFit/>
          </a:bodyPr>
          <a:lstStyle/>
          <a:p>
            <a:pPr marL="287020" indent="-274320">
              <a:lnSpc>
                <a:spcPct val="100000"/>
              </a:lnSpc>
              <a:spcBef>
                <a:spcPts val="700"/>
              </a:spcBef>
              <a:buAutoNum type="arabicPeriod" startAt="3"/>
              <a:tabLst>
                <a:tab pos="287020" algn="l"/>
              </a:tabLst>
            </a:pPr>
            <a:r>
              <a:rPr sz="2400" b="1" spc="-30" dirty="0">
                <a:latin typeface="Times New Roman"/>
                <a:cs typeface="Times New Roman"/>
              </a:rPr>
              <a:t>DynamoDB</a:t>
            </a:r>
            <a:r>
              <a:rPr sz="2400" b="1" spc="-85" dirty="0">
                <a:latin typeface="Times New Roman"/>
                <a:cs typeface="Times New Roman"/>
              </a:rPr>
              <a:t> </a:t>
            </a:r>
            <a:r>
              <a:rPr sz="2400" b="1" spc="-10" dirty="0">
                <a:latin typeface="Times New Roman"/>
                <a:cs typeface="Times New Roman"/>
              </a:rPr>
              <a:t>Backups</a:t>
            </a:r>
            <a:endParaRPr sz="2400">
              <a:latin typeface="Times New Roman"/>
              <a:cs typeface="Times New Roman"/>
            </a:endParaRPr>
          </a:p>
          <a:p>
            <a:pPr marL="286385" lvl="1" indent="-273685">
              <a:lnSpc>
                <a:spcPct val="100000"/>
              </a:lnSpc>
              <a:spcBef>
                <a:spcPts val="600"/>
              </a:spcBef>
              <a:buClr>
                <a:srgbClr val="D24717"/>
              </a:buClr>
              <a:buSzPct val="85416"/>
              <a:buFont typeface="Arial MT"/>
              <a:buChar char="•"/>
              <a:tabLst>
                <a:tab pos="286385" algn="l"/>
              </a:tabLst>
            </a:pPr>
            <a:r>
              <a:rPr sz="2400" spc="-65" dirty="0">
                <a:latin typeface="Times New Roman"/>
                <a:cs typeface="Times New Roman"/>
              </a:rPr>
              <a:t>On-</a:t>
            </a:r>
            <a:r>
              <a:rPr sz="2400" spc="-130" dirty="0">
                <a:latin typeface="Times New Roman"/>
                <a:cs typeface="Times New Roman"/>
              </a:rPr>
              <a:t>demand</a:t>
            </a:r>
            <a:r>
              <a:rPr sz="2400" spc="-60" dirty="0">
                <a:latin typeface="Times New Roman"/>
                <a:cs typeface="Times New Roman"/>
              </a:rPr>
              <a:t> </a:t>
            </a:r>
            <a:r>
              <a:rPr sz="2400" spc="-135" dirty="0">
                <a:latin typeface="Times New Roman"/>
                <a:cs typeface="Times New Roman"/>
              </a:rPr>
              <a:t>snapshots</a:t>
            </a:r>
            <a:r>
              <a:rPr sz="2400" spc="-70" dirty="0">
                <a:latin typeface="Times New Roman"/>
                <a:cs typeface="Times New Roman"/>
              </a:rPr>
              <a:t> </a:t>
            </a:r>
            <a:r>
              <a:rPr sz="2400" dirty="0">
                <a:latin typeface="Times New Roman"/>
                <a:cs typeface="Times New Roman"/>
              </a:rPr>
              <a:t>or</a:t>
            </a:r>
            <a:r>
              <a:rPr sz="2400" spc="-50" dirty="0">
                <a:latin typeface="Times New Roman"/>
                <a:cs typeface="Times New Roman"/>
              </a:rPr>
              <a:t> </a:t>
            </a:r>
            <a:r>
              <a:rPr sz="2400" spc="-105" dirty="0">
                <a:latin typeface="Times New Roman"/>
                <a:cs typeface="Times New Roman"/>
              </a:rPr>
              <a:t>continuous</a:t>
            </a:r>
            <a:r>
              <a:rPr sz="2400" spc="-50" dirty="0">
                <a:latin typeface="Times New Roman"/>
                <a:cs typeface="Times New Roman"/>
              </a:rPr>
              <a:t> </a:t>
            </a:r>
            <a:r>
              <a:rPr sz="2400" spc="-145" dirty="0">
                <a:latin typeface="Times New Roman"/>
                <a:cs typeface="Times New Roman"/>
              </a:rPr>
              <a:t>backups</a:t>
            </a:r>
            <a:r>
              <a:rPr sz="2400" spc="-65"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80" dirty="0">
                <a:latin typeface="Times New Roman"/>
                <a:cs typeface="Times New Roman"/>
              </a:rPr>
              <a:t>point-</a:t>
            </a:r>
            <a:r>
              <a:rPr sz="2400" spc="-100" dirty="0">
                <a:latin typeface="Times New Roman"/>
                <a:cs typeface="Times New Roman"/>
              </a:rPr>
              <a:t>in-</a:t>
            </a:r>
            <a:r>
              <a:rPr sz="2400" spc="-85" dirty="0">
                <a:latin typeface="Times New Roman"/>
                <a:cs typeface="Times New Roman"/>
              </a:rPr>
              <a:t>time </a:t>
            </a:r>
            <a:r>
              <a:rPr sz="2400" spc="-70" dirty="0">
                <a:latin typeface="Times New Roman"/>
                <a:cs typeface="Times New Roman"/>
              </a:rPr>
              <a:t>recovery.</a:t>
            </a:r>
            <a:endParaRPr sz="2400">
              <a:latin typeface="Times New Roman"/>
              <a:cs typeface="Times New Roman"/>
            </a:endParaRPr>
          </a:p>
          <a:p>
            <a:pPr marL="12700">
              <a:lnSpc>
                <a:spcPct val="100000"/>
              </a:lnSpc>
              <a:spcBef>
                <a:spcPts val="600"/>
              </a:spcBef>
            </a:pPr>
            <a:r>
              <a:rPr sz="2400" b="1" spc="-45" dirty="0">
                <a:latin typeface="Times New Roman"/>
                <a:cs typeface="Times New Roman"/>
              </a:rPr>
              <a:t>4.</a:t>
            </a:r>
            <a:r>
              <a:rPr sz="2400" b="1" spc="-254" dirty="0">
                <a:latin typeface="Times New Roman"/>
                <a:cs typeface="Times New Roman"/>
              </a:rPr>
              <a:t> </a:t>
            </a:r>
            <a:r>
              <a:rPr sz="2400" b="1" spc="-25" dirty="0">
                <a:latin typeface="Times New Roman"/>
                <a:cs typeface="Times New Roman"/>
              </a:rPr>
              <a:t>Amazon</a:t>
            </a:r>
            <a:r>
              <a:rPr sz="2400" b="1" spc="-95" dirty="0">
                <a:latin typeface="Times New Roman"/>
                <a:cs typeface="Times New Roman"/>
              </a:rPr>
              <a:t> </a:t>
            </a:r>
            <a:r>
              <a:rPr sz="2400" b="1" spc="-155" dirty="0">
                <a:latin typeface="Times New Roman"/>
                <a:cs typeface="Times New Roman"/>
              </a:rPr>
              <a:t>FSx</a:t>
            </a:r>
            <a:r>
              <a:rPr sz="2400" b="1" spc="-60" dirty="0">
                <a:latin typeface="Times New Roman"/>
                <a:cs typeface="Times New Roman"/>
              </a:rPr>
              <a:t> </a:t>
            </a:r>
            <a:r>
              <a:rPr sz="2400" b="1" spc="-10" dirty="0">
                <a:latin typeface="Times New Roman"/>
                <a:cs typeface="Times New Roman"/>
              </a:rPr>
              <a:t>Snapshots</a:t>
            </a:r>
            <a:endParaRPr sz="2400">
              <a:latin typeface="Times New Roman"/>
              <a:cs typeface="Times New Roman"/>
            </a:endParaRPr>
          </a:p>
          <a:p>
            <a:pPr marL="286385" marR="5080" indent="-274320">
              <a:lnSpc>
                <a:spcPct val="100000"/>
              </a:lnSpc>
              <a:spcBef>
                <a:spcPts val="600"/>
              </a:spcBef>
              <a:buClr>
                <a:srgbClr val="D24717"/>
              </a:buClr>
              <a:buSzPct val="85416"/>
              <a:buFont typeface="Arial MT"/>
              <a:buChar char="•"/>
              <a:tabLst>
                <a:tab pos="286385" algn="l"/>
              </a:tabLst>
            </a:pPr>
            <a:r>
              <a:rPr sz="2400" spc="-130" dirty="0">
                <a:latin typeface="Times New Roman"/>
                <a:cs typeface="Times New Roman"/>
              </a:rPr>
              <a:t>Backup</a:t>
            </a:r>
            <a:r>
              <a:rPr sz="2400" spc="5" dirty="0">
                <a:latin typeface="Times New Roman"/>
                <a:cs typeface="Times New Roman"/>
              </a:rPr>
              <a:t> </a:t>
            </a:r>
            <a:r>
              <a:rPr sz="2400" spc="-55" dirty="0">
                <a:latin typeface="Times New Roman"/>
                <a:cs typeface="Times New Roman"/>
              </a:rPr>
              <a:t>file</a:t>
            </a:r>
            <a:r>
              <a:rPr sz="2400" spc="10" dirty="0">
                <a:latin typeface="Times New Roman"/>
                <a:cs typeface="Times New Roman"/>
              </a:rPr>
              <a:t> </a:t>
            </a:r>
            <a:r>
              <a:rPr sz="2400" spc="-110" dirty="0">
                <a:latin typeface="Times New Roman"/>
                <a:cs typeface="Times New Roman"/>
              </a:rPr>
              <a:t>systems</a:t>
            </a:r>
            <a:r>
              <a:rPr sz="2400" spc="10" dirty="0">
                <a:latin typeface="Times New Roman"/>
                <a:cs typeface="Times New Roman"/>
              </a:rPr>
              <a:t> </a:t>
            </a:r>
            <a:r>
              <a:rPr sz="2400" spc="-60" dirty="0">
                <a:latin typeface="Times New Roman"/>
                <a:cs typeface="Times New Roman"/>
              </a:rPr>
              <a:t>like</a:t>
            </a:r>
            <a:r>
              <a:rPr sz="2400" spc="10" dirty="0">
                <a:latin typeface="Times New Roman"/>
                <a:cs typeface="Times New Roman"/>
              </a:rPr>
              <a:t> </a:t>
            </a:r>
            <a:r>
              <a:rPr sz="2400" spc="-160" dirty="0">
                <a:latin typeface="Times New Roman"/>
                <a:cs typeface="Times New Roman"/>
              </a:rPr>
              <a:t>FSx</a:t>
            </a:r>
            <a:r>
              <a:rPr sz="2400" spc="20"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spc="-90" dirty="0">
                <a:latin typeface="Times New Roman"/>
                <a:cs typeface="Times New Roman"/>
              </a:rPr>
              <a:t>Windows,</a:t>
            </a:r>
            <a:r>
              <a:rPr sz="2400" spc="-60" dirty="0">
                <a:latin typeface="Times New Roman"/>
                <a:cs typeface="Times New Roman"/>
              </a:rPr>
              <a:t> </a:t>
            </a:r>
            <a:r>
              <a:rPr sz="2400" spc="-160" dirty="0">
                <a:latin typeface="Times New Roman"/>
                <a:cs typeface="Times New Roman"/>
              </a:rPr>
              <a:t>FSx</a:t>
            </a:r>
            <a:r>
              <a:rPr sz="2400" spc="15" dirty="0">
                <a:latin typeface="Times New Roman"/>
                <a:cs typeface="Times New Roman"/>
              </a:rPr>
              <a:t> </a:t>
            </a:r>
            <a:r>
              <a:rPr sz="2400" dirty="0">
                <a:latin typeface="Times New Roman"/>
                <a:cs typeface="Times New Roman"/>
              </a:rPr>
              <a:t>for </a:t>
            </a:r>
            <a:r>
              <a:rPr sz="2400" spc="-55" dirty="0">
                <a:latin typeface="Times New Roman"/>
                <a:cs typeface="Times New Roman"/>
              </a:rPr>
              <a:t>Lustre,</a:t>
            </a:r>
            <a:r>
              <a:rPr sz="2400" spc="-60" dirty="0">
                <a:latin typeface="Times New Roman"/>
                <a:cs typeface="Times New Roman"/>
              </a:rPr>
              <a:t> </a:t>
            </a:r>
            <a:r>
              <a:rPr sz="2400" dirty="0">
                <a:latin typeface="Times New Roman"/>
                <a:cs typeface="Times New Roman"/>
              </a:rPr>
              <a:t>or</a:t>
            </a:r>
            <a:r>
              <a:rPr sz="2400" spc="5" dirty="0">
                <a:latin typeface="Times New Roman"/>
                <a:cs typeface="Times New Roman"/>
              </a:rPr>
              <a:t> </a:t>
            </a:r>
            <a:r>
              <a:rPr sz="2400" spc="-155" dirty="0">
                <a:latin typeface="Times New Roman"/>
                <a:cs typeface="Times New Roman"/>
              </a:rPr>
              <a:t>FSx</a:t>
            </a:r>
            <a:r>
              <a:rPr sz="2400" spc="15" dirty="0">
                <a:latin typeface="Times New Roman"/>
                <a:cs typeface="Times New Roman"/>
              </a:rPr>
              <a:t> </a:t>
            </a:r>
            <a:r>
              <a:rPr sz="2400" spc="-25" dirty="0">
                <a:latin typeface="Times New Roman"/>
                <a:cs typeface="Times New Roman"/>
              </a:rPr>
              <a:t>for </a:t>
            </a:r>
            <a:r>
              <a:rPr sz="2400" spc="-10" dirty="0">
                <a:latin typeface="Times New Roman"/>
                <a:cs typeface="Times New Roman"/>
              </a:rPr>
              <a:t>OpenZFS.</a:t>
            </a:r>
            <a:endParaRPr sz="2400">
              <a:latin typeface="Times New Roman"/>
              <a:cs typeface="Times New Roman"/>
            </a:endParaRPr>
          </a:p>
          <a:p>
            <a:pPr marL="286385" indent="-273685">
              <a:lnSpc>
                <a:spcPct val="100000"/>
              </a:lnSpc>
              <a:spcBef>
                <a:spcPts val="600"/>
              </a:spcBef>
              <a:buClr>
                <a:srgbClr val="D24717"/>
              </a:buClr>
              <a:buSzPct val="85416"/>
              <a:buFont typeface="Arial MT"/>
              <a:buChar char="•"/>
              <a:tabLst>
                <a:tab pos="286385" algn="l"/>
              </a:tabLst>
            </a:pPr>
            <a:r>
              <a:rPr sz="2400" spc="-135" dirty="0">
                <a:latin typeface="Times New Roman"/>
                <a:cs typeface="Times New Roman"/>
              </a:rPr>
              <a:t>Ensures</a:t>
            </a:r>
            <a:r>
              <a:rPr sz="2400" spc="-55" dirty="0">
                <a:latin typeface="Times New Roman"/>
                <a:cs typeface="Times New Roman"/>
              </a:rPr>
              <a:t> </a:t>
            </a:r>
            <a:r>
              <a:rPr sz="2400" spc="-100" dirty="0">
                <a:latin typeface="Times New Roman"/>
                <a:cs typeface="Times New Roman"/>
              </a:rPr>
              <a:t>consistent</a:t>
            </a:r>
            <a:r>
              <a:rPr sz="2400" spc="-55" dirty="0">
                <a:latin typeface="Times New Roman"/>
                <a:cs typeface="Times New Roman"/>
              </a:rPr>
              <a:t> </a:t>
            </a:r>
            <a:r>
              <a:rPr sz="2400" spc="-125" dirty="0">
                <a:latin typeface="Times New Roman"/>
                <a:cs typeface="Times New Roman"/>
              </a:rPr>
              <a:t>recovery</a:t>
            </a:r>
            <a:r>
              <a:rPr sz="2400" spc="-35" dirty="0">
                <a:latin typeface="Times New Roman"/>
                <a:cs typeface="Times New Roman"/>
              </a:rPr>
              <a:t> </a:t>
            </a:r>
            <a:r>
              <a:rPr sz="2400" spc="-90" dirty="0">
                <a:latin typeface="Times New Roman"/>
                <a:cs typeface="Times New Roman"/>
              </a:rPr>
              <a:t>for</a:t>
            </a:r>
            <a:r>
              <a:rPr sz="2400" spc="-35" dirty="0">
                <a:latin typeface="Times New Roman"/>
                <a:cs typeface="Times New Roman"/>
              </a:rPr>
              <a:t> </a:t>
            </a:r>
            <a:r>
              <a:rPr sz="2400" spc="-130" dirty="0">
                <a:latin typeface="Times New Roman"/>
                <a:cs typeface="Times New Roman"/>
              </a:rPr>
              <a:t>shared</a:t>
            </a:r>
            <a:r>
              <a:rPr sz="2400" spc="-40" dirty="0">
                <a:latin typeface="Times New Roman"/>
                <a:cs typeface="Times New Roman"/>
              </a:rPr>
              <a:t> </a:t>
            </a:r>
            <a:r>
              <a:rPr sz="2400" spc="-125" dirty="0">
                <a:latin typeface="Times New Roman"/>
                <a:cs typeface="Times New Roman"/>
              </a:rPr>
              <a:t>file</a:t>
            </a:r>
            <a:r>
              <a:rPr sz="2400" spc="-30" dirty="0">
                <a:latin typeface="Times New Roman"/>
                <a:cs typeface="Times New Roman"/>
              </a:rPr>
              <a:t> </a:t>
            </a:r>
            <a:r>
              <a:rPr sz="2400" spc="-10" dirty="0">
                <a:latin typeface="Times New Roman"/>
                <a:cs typeface="Times New Roman"/>
              </a:rPr>
              <a:t>storage.</a:t>
            </a:r>
            <a:endParaRPr sz="2400">
              <a:latin typeface="Times New Roman"/>
              <a:cs typeface="Times New Roman"/>
            </a:endParaRPr>
          </a:p>
          <a:p>
            <a:pPr marL="12700">
              <a:lnSpc>
                <a:spcPct val="100000"/>
              </a:lnSpc>
              <a:spcBef>
                <a:spcPts val="605"/>
              </a:spcBef>
            </a:pPr>
            <a:r>
              <a:rPr sz="2400" b="1" spc="-45" dirty="0">
                <a:latin typeface="Times New Roman"/>
                <a:cs typeface="Times New Roman"/>
              </a:rPr>
              <a:t>5.</a:t>
            </a:r>
            <a:r>
              <a:rPr sz="2400" b="1" spc="-254" dirty="0">
                <a:latin typeface="Times New Roman"/>
                <a:cs typeface="Times New Roman"/>
              </a:rPr>
              <a:t> </a:t>
            </a:r>
            <a:r>
              <a:rPr sz="2400" b="1" spc="-25" dirty="0">
                <a:latin typeface="Times New Roman"/>
                <a:cs typeface="Times New Roman"/>
              </a:rPr>
              <a:t>Amazon</a:t>
            </a:r>
            <a:r>
              <a:rPr sz="2400" b="1" spc="-125" dirty="0">
                <a:latin typeface="Times New Roman"/>
                <a:cs typeface="Times New Roman"/>
              </a:rPr>
              <a:t> </a:t>
            </a:r>
            <a:r>
              <a:rPr sz="2400" b="1" spc="-10" dirty="0">
                <a:latin typeface="Times New Roman"/>
                <a:cs typeface="Times New Roman"/>
              </a:rPr>
              <a:t>Redshift</a:t>
            </a:r>
            <a:r>
              <a:rPr sz="2400" b="1" spc="-114" dirty="0">
                <a:latin typeface="Times New Roman"/>
                <a:cs typeface="Times New Roman"/>
              </a:rPr>
              <a:t> </a:t>
            </a:r>
            <a:r>
              <a:rPr sz="2400" b="1" spc="-10" dirty="0">
                <a:latin typeface="Times New Roman"/>
                <a:cs typeface="Times New Roman"/>
              </a:rPr>
              <a:t>Snapshots</a:t>
            </a:r>
            <a:endParaRPr sz="2400">
              <a:latin typeface="Times New Roman"/>
              <a:cs typeface="Times New Roman"/>
            </a:endParaRPr>
          </a:p>
          <a:p>
            <a:pPr marL="286385" indent="-273685">
              <a:lnSpc>
                <a:spcPct val="100000"/>
              </a:lnSpc>
              <a:spcBef>
                <a:spcPts val="600"/>
              </a:spcBef>
              <a:buClr>
                <a:srgbClr val="D24717"/>
              </a:buClr>
              <a:buSzPct val="85416"/>
              <a:buFont typeface="Arial MT"/>
              <a:buChar char="•"/>
              <a:tabLst>
                <a:tab pos="286385" algn="l"/>
              </a:tabLst>
            </a:pPr>
            <a:r>
              <a:rPr sz="2400" spc="-180" dirty="0">
                <a:latin typeface="Times New Roman"/>
                <a:cs typeface="Times New Roman"/>
              </a:rPr>
              <a:t>Backup</a:t>
            </a:r>
            <a:r>
              <a:rPr sz="2400" spc="-25" dirty="0">
                <a:latin typeface="Times New Roman"/>
                <a:cs typeface="Times New Roman"/>
              </a:rPr>
              <a:t> </a:t>
            </a:r>
            <a:r>
              <a:rPr sz="2400" spc="-125" dirty="0">
                <a:latin typeface="Times New Roman"/>
                <a:cs typeface="Times New Roman"/>
              </a:rPr>
              <a:t>data</a:t>
            </a:r>
            <a:r>
              <a:rPr sz="2400" spc="-35" dirty="0">
                <a:latin typeface="Times New Roman"/>
                <a:cs typeface="Times New Roman"/>
              </a:rPr>
              <a:t> </a:t>
            </a:r>
            <a:r>
              <a:rPr sz="2400" spc="-120" dirty="0">
                <a:latin typeface="Times New Roman"/>
                <a:cs typeface="Times New Roman"/>
              </a:rPr>
              <a:t>in</a:t>
            </a:r>
            <a:r>
              <a:rPr sz="2400" spc="-210" dirty="0">
                <a:latin typeface="Times New Roman"/>
                <a:cs typeface="Times New Roman"/>
              </a:rPr>
              <a:t> </a:t>
            </a:r>
            <a:r>
              <a:rPr sz="2400" spc="-185" dirty="0">
                <a:latin typeface="Times New Roman"/>
                <a:cs typeface="Times New Roman"/>
              </a:rPr>
              <a:t>Amazon</a:t>
            </a:r>
            <a:r>
              <a:rPr sz="2400" spc="-35" dirty="0">
                <a:latin typeface="Times New Roman"/>
                <a:cs typeface="Times New Roman"/>
              </a:rPr>
              <a:t> </a:t>
            </a:r>
            <a:r>
              <a:rPr sz="2400" spc="-135" dirty="0">
                <a:latin typeface="Times New Roman"/>
                <a:cs typeface="Times New Roman"/>
              </a:rPr>
              <a:t>Redshift</a:t>
            </a:r>
            <a:r>
              <a:rPr sz="2400" spc="-20" dirty="0">
                <a:latin typeface="Times New Roman"/>
                <a:cs typeface="Times New Roman"/>
              </a:rPr>
              <a:t> </a:t>
            </a:r>
            <a:r>
              <a:rPr sz="2400" spc="-10" dirty="0">
                <a:latin typeface="Times New Roman"/>
                <a:cs typeface="Times New Roman"/>
              </a:rPr>
              <a:t>clusters.</a:t>
            </a:r>
            <a:endParaRPr sz="2400">
              <a:latin typeface="Times New Roman"/>
              <a:cs typeface="Times New Roman"/>
            </a:endParaRPr>
          </a:p>
          <a:p>
            <a:pPr marL="286385" indent="-273685">
              <a:lnSpc>
                <a:spcPct val="100000"/>
              </a:lnSpc>
              <a:spcBef>
                <a:spcPts val="600"/>
              </a:spcBef>
              <a:buClr>
                <a:srgbClr val="D24717"/>
              </a:buClr>
              <a:buSzPct val="85416"/>
              <a:buFont typeface="Arial MT"/>
              <a:buChar char="•"/>
              <a:tabLst>
                <a:tab pos="286385" algn="l"/>
              </a:tabLst>
            </a:pPr>
            <a:r>
              <a:rPr sz="2400" spc="-150" dirty="0">
                <a:latin typeface="Times New Roman"/>
                <a:cs typeface="Times New Roman"/>
              </a:rPr>
              <a:t>Can</a:t>
            </a:r>
            <a:r>
              <a:rPr sz="2400" spc="-60" dirty="0">
                <a:latin typeface="Times New Roman"/>
                <a:cs typeface="Times New Roman"/>
              </a:rPr>
              <a:t> </a:t>
            </a:r>
            <a:r>
              <a:rPr sz="2400" spc="-120" dirty="0">
                <a:latin typeface="Times New Roman"/>
                <a:cs typeface="Times New Roman"/>
              </a:rPr>
              <a:t>be</a:t>
            </a:r>
            <a:r>
              <a:rPr sz="2400" spc="-55" dirty="0">
                <a:latin typeface="Times New Roman"/>
                <a:cs typeface="Times New Roman"/>
              </a:rPr>
              <a:t> </a:t>
            </a:r>
            <a:r>
              <a:rPr sz="2400" spc="-110" dirty="0">
                <a:latin typeface="Times New Roman"/>
                <a:cs typeface="Times New Roman"/>
              </a:rPr>
              <a:t>automated</a:t>
            </a:r>
            <a:r>
              <a:rPr sz="2400" spc="-70" dirty="0">
                <a:latin typeface="Times New Roman"/>
                <a:cs typeface="Times New Roman"/>
              </a:rPr>
              <a:t> </a:t>
            </a:r>
            <a:r>
              <a:rPr sz="2400" dirty="0">
                <a:latin typeface="Times New Roman"/>
                <a:cs typeface="Times New Roman"/>
              </a:rPr>
              <a:t>or</a:t>
            </a:r>
            <a:r>
              <a:rPr sz="2400" spc="-60" dirty="0">
                <a:latin typeface="Times New Roman"/>
                <a:cs typeface="Times New Roman"/>
              </a:rPr>
              <a:t> </a:t>
            </a:r>
            <a:r>
              <a:rPr sz="2400" spc="-10" dirty="0">
                <a:latin typeface="Times New Roman"/>
                <a:cs typeface="Times New Roman"/>
              </a:rPr>
              <a:t>manual.</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66</a:t>
            </a:fld>
            <a:endParaRPr spc="-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10" dirty="0"/>
              <a:t>Snapshots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053439"/>
            <a:ext cx="7952105" cy="5155565"/>
          </a:xfrm>
          <a:prstGeom prst="rect">
            <a:avLst/>
          </a:prstGeom>
        </p:spPr>
        <p:txBody>
          <a:bodyPr vert="horz" wrap="square" lIns="0" tIns="88900" rIns="0" bIns="0" rtlCol="0">
            <a:spAutoFit/>
          </a:bodyPr>
          <a:lstStyle/>
          <a:p>
            <a:pPr marL="12700">
              <a:lnSpc>
                <a:spcPct val="100000"/>
              </a:lnSpc>
              <a:spcBef>
                <a:spcPts val="700"/>
              </a:spcBef>
            </a:pPr>
            <a:r>
              <a:rPr sz="2600" b="1" dirty="0">
                <a:latin typeface="Times New Roman"/>
                <a:cs typeface="Times New Roman"/>
              </a:rPr>
              <a:t>Use</a:t>
            </a:r>
            <a:r>
              <a:rPr sz="2600" b="1" spc="-75" dirty="0">
                <a:latin typeface="Times New Roman"/>
                <a:cs typeface="Times New Roman"/>
              </a:rPr>
              <a:t> </a:t>
            </a:r>
            <a:r>
              <a:rPr sz="2600" b="1" spc="-10" dirty="0">
                <a:latin typeface="Times New Roman"/>
                <a:cs typeface="Times New Roman"/>
              </a:rPr>
              <a:t>Cases</a:t>
            </a:r>
            <a:endParaRPr sz="2600">
              <a:latin typeface="Times New Roman"/>
              <a:cs typeface="Times New Roman"/>
            </a:endParaRPr>
          </a:p>
          <a:p>
            <a:pPr marL="285750" indent="-273050">
              <a:lnSpc>
                <a:spcPct val="100000"/>
              </a:lnSpc>
              <a:spcBef>
                <a:spcPts val="600"/>
              </a:spcBef>
              <a:buClr>
                <a:srgbClr val="D24717"/>
              </a:buClr>
              <a:buSzPct val="84615"/>
              <a:buAutoNum type="arabicPeriod"/>
              <a:tabLst>
                <a:tab pos="285750" algn="l"/>
              </a:tabLst>
            </a:pPr>
            <a:r>
              <a:rPr sz="2600" b="1" spc="-25" dirty="0">
                <a:latin typeface="Times New Roman"/>
                <a:cs typeface="Times New Roman"/>
              </a:rPr>
              <a:t>Disaster</a:t>
            </a:r>
            <a:r>
              <a:rPr sz="2600" b="1" spc="-100" dirty="0">
                <a:latin typeface="Times New Roman"/>
                <a:cs typeface="Times New Roman"/>
              </a:rPr>
              <a:t> </a:t>
            </a:r>
            <a:r>
              <a:rPr sz="2600" b="1" spc="-10" dirty="0">
                <a:latin typeface="Times New Roman"/>
                <a:cs typeface="Times New Roman"/>
              </a:rPr>
              <a:t>Recovery</a:t>
            </a:r>
            <a:endParaRPr sz="2600">
              <a:latin typeface="Times New Roman"/>
              <a:cs typeface="Times New Roman"/>
            </a:endParaRPr>
          </a:p>
          <a:p>
            <a:pPr marL="755015" marR="5080" lvl="1" indent="-285750">
              <a:lnSpc>
                <a:spcPct val="100000"/>
              </a:lnSpc>
              <a:spcBef>
                <a:spcPts val="430"/>
              </a:spcBef>
              <a:buClr>
                <a:srgbClr val="9B2C1F"/>
              </a:buClr>
              <a:buSzPct val="85416"/>
              <a:buAutoNum type="arabicPeriod"/>
              <a:tabLst>
                <a:tab pos="756285" algn="l"/>
              </a:tabLst>
            </a:pPr>
            <a:r>
              <a:rPr sz="2400" spc="-150" dirty="0">
                <a:latin typeface="Times New Roman"/>
                <a:cs typeface="Times New Roman"/>
              </a:rPr>
              <a:t>Maintain</a:t>
            </a:r>
            <a:r>
              <a:rPr sz="2400" spc="-30" dirty="0">
                <a:latin typeface="Times New Roman"/>
                <a:cs typeface="Times New Roman"/>
              </a:rPr>
              <a:t> </a:t>
            </a:r>
            <a:r>
              <a:rPr sz="2400" spc="-145" dirty="0">
                <a:latin typeface="Times New Roman"/>
                <a:cs typeface="Times New Roman"/>
              </a:rPr>
              <a:t>backups</a:t>
            </a:r>
            <a:r>
              <a:rPr sz="2400" spc="-40" dirty="0">
                <a:latin typeface="Times New Roman"/>
                <a:cs typeface="Times New Roman"/>
              </a:rPr>
              <a:t> </a:t>
            </a:r>
            <a:r>
              <a:rPr sz="2400" spc="-120" dirty="0">
                <a:latin typeface="Times New Roman"/>
                <a:cs typeface="Times New Roman"/>
              </a:rPr>
              <a:t>in</a:t>
            </a:r>
            <a:r>
              <a:rPr sz="2400" spc="-15" dirty="0">
                <a:latin typeface="Times New Roman"/>
                <a:cs typeface="Times New Roman"/>
              </a:rPr>
              <a:t> </a:t>
            </a:r>
            <a:r>
              <a:rPr sz="2400" spc="-105" dirty="0">
                <a:latin typeface="Times New Roman"/>
                <a:cs typeface="Times New Roman"/>
              </a:rPr>
              <a:t>different</a:t>
            </a:r>
            <a:r>
              <a:rPr sz="2400" spc="-20" dirty="0">
                <a:latin typeface="Times New Roman"/>
                <a:cs typeface="Times New Roman"/>
              </a:rPr>
              <a:t> </a:t>
            </a:r>
            <a:r>
              <a:rPr sz="2400" spc="-120" dirty="0">
                <a:latin typeface="Times New Roman"/>
                <a:cs typeface="Times New Roman"/>
              </a:rPr>
              <a:t>regions</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105" dirty="0">
                <a:latin typeface="Times New Roman"/>
                <a:cs typeface="Times New Roman"/>
              </a:rPr>
              <a:t>ensure</a:t>
            </a:r>
            <a:r>
              <a:rPr sz="2400" spc="-50" dirty="0">
                <a:latin typeface="Times New Roman"/>
                <a:cs typeface="Times New Roman"/>
              </a:rPr>
              <a:t> </a:t>
            </a:r>
            <a:r>
              <a:rPr sz="2400" spc="-150" dirty="0">
                <a:latin typeface="Times New Roman"/>
                <a:cs typeface="Times New Roman"/>
              </a:rPr>
              <a:t>availability</a:t>
            </a:r>
            <a:r>
              <a:rPr sz="2400" spc="-15" dirty="0">
                <a:latin typeface="Times New Roman"/>
                <a:cs typeface="Times New Roman"/>
              </a:rPr>
              <a:t> </a:t>
            </a:r>
            <a:r>
              <a:rPr sz="2400" spc="-45" dirty="0">
                <a:latin typeface="Times New Roman"/>
                <a:cs typeface="Times New Roman"/>
              </a:rPr>
              <a:t>during 	</a:t>
            </a:r>
            <a:r>
              <a:rPr sz="2400" spc="-10" dirty="0">
                <a:latin typeface="Times New Roman"/>
                <a:cs typeface="Times New Roman"/>
              </a:rPr>
              <a:t>outages.</a:t>
            </a:r>
            <a:endParaRPr sz="2400">
              <a:latin typeface="Times New Roman"/>
              <a:cs typeface="Times New Roman"/>
            </a:endParaRPr>
          </a:p>
          <a:p>
            <a:pPr marL="285750" lvl="1" indent="-273050">
              <a:lnSpc>
                <a:spcPct val="100000"/>
              </a:lnSpc>
              <a:spcBef>
                <a:spcPts val="565"/>
              </a:spcBef>
              <a:buClr>
                <a:srgbClr val="D24717"/>
              </a:buClr>
              <a:buSzPct val="84615"/>
              <a:buAutoNum type="arabicPeriod"/>
              <a:tabLst>
                <a:tab pos="285750" algn="l"/>
              </a:tabLst>
            </a:pPr>
            <a:r>
              <a:rPr sz="2600" b="1" spc="-10" dirty="0">
                <a:latin typeface="Times New Roman"/>
                <a:cs typeface="Times New Roman"/>
              </a:rPr>
              <a:t>Migration</a:t>
            </a:r>
            <a:endParaRPr sz="2600">
              <a:latin typeface="Times New Roman"/>
              <a:cs typeface="Times New Roman"/>
            </a:endParaRPr>
          </a:p>
          <a:p>
            <a:pPr marL="755650" lvl="2" indent="-285750">
              <a:lnSpc>
                <a:spcPct val="100000"/>
              </a:lnSpc>
              <a:spcBef>
                <a:spcPts val="430"/>
              </a:spcBef>
              <a:buClr>
                <a:srgbClr val="9B2C1F"/>
              </a:buClr>
              <a:buSzPct val="85416"/>
              <a:buAutoNum type="arabicPeriod"/>
              <a:tabLst>
                <a:tab pos="755650" algn="l"/>
              </a:tabLst>
            </a:pPr>
            <a:r>
              <a:rPr sz="2400" spc="-145" dirty="0">
                <a:latin typeface="Times New Roman"/>
                <a:cs typeface="Times New Roman"/>
              </a:rPr>
              <a:t>Use</a:t>
            </a:r>
            <a:r>
              <a:rPr sz="2400" spc="-45" dirty="0">
                <a:latin typeface="Times New Roman"/>
                <a:cs typeface="Times New Roman"/>
              </a:rPr>
              <a:t> </a:t>
            </a:r>
            <a:r>
              <a:rPr sz="2400" spc="-140" dirty="0">
                <a:latin typeface="Times New Roman"/>
                <a:cs typeface="Times New Roman"/>
              </a:rPr>
              <a:t>snapshots</a:t>
            </a:r>
            <a:r>
              <a:rPr sz="2400" spc="-85"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100" dirty="0">
                <a:latin typeface="Times New Roman"/>
                <a:cs typeface="Times New Roman"/>
              </a:rPr>
              <a:t>migrate</a:t>
            </a:r>
            <a:r>
              <a:rPr sz="2400" spc="-55" dirty="0">
                <a:latin typeface="Times New Roman"/>
                <a:cs typeface="Times New Roman"/>
              </a:rPr>
              <a:t> </a:t>
            </a:r>
            <a:r>
              <a:rPr sz="2400" spc="-150" dirty="0">
                <a:latin typeface="Times New Roman"/>
                <a:cs typeface="Times New Roman"/>
              </a:rPr>
              <a:t>volumes</a:t>
            </a:r>
            <a:r>
              <a:rPr sz="2400" spc="-55" dirty="0">
                <a:latin typeface="Times New Roman"/>
                <a:cs typeface="Times New Roman"/>
              </a:rPr>
              <a:t> </a:t>
            </a:r>
            <a:r>
              <a:rPr sz="2400" spc="-10" dirty="0">
                <a:latin typeface="Times New Roman"/>
                <a:cs typeface="Times New Roman"/>
              </a:rPr>
              <a:t>or</a:t>
            </a:r>
            <a:r>
              <a:rPr sz="2400" spc="-55" dirty="0">
                <a:latin typeface="Times New Roman"/>
                <a:cs typeface="Times New Roman"/>
              </a:rPr>
              <a:t> </a:t>
            </a:r>
            <a:r>
              <a:rPr sz="2400" spc="-145" dirty="0">
                <a:latin typeface="Times New Roman"/>
                <a:cs typeface="Times New Roman"/>
              </a:rPr>
              <a:t>databases</a:t>
            </a:r>
            <a:r>
              <a:rPr sz="2400" spc="-70" dirty="0">
                <a:latin typeface="Times New Roman"/>
                <a:cs typeface="Times New Roman"/>
              </a:rPr>
              <a:t> </a:t>
            </a:r>
            <a:r>
              <a:rPr sz="2400" spc="-150" dirty="0">
                <a:latin typeface="Times New Roman"/>
                <a:cs typeface="Times New Roman"/>
              </a:rPr>
              <a:t>across</a:t>
            </a:r>
            <a:r>
              <a:rPr sz="2400" spc="-70" dirty="0">
                <a:latin typeface="Times New Roman"/>
                <a:cs typeface="Times New Roman"/>
              </a:rPr>
              <a:t> </a:t>
            </a:r>
            <a:r>
              <a:rPr sz="2400" spc="-130" dirty="0">
                <a:latin typeface="Times New Roman"/>
                <a:cs typeface="Times New Roman"/>
              </a:rPr>
              <a:t>accounts</a:t>
            </a:r>
            <a:r>
              <a:rPr sz="2400" spc="-60" dirty="0">
                <a:latin typeface="Times New Roman"/>
                <a:cs typeface="Times New Roman"/>
              </a:rPr>
              <a:t> </a:t>
            </a:r>
            <a:r>
              <a:rPr sz="2400" spc="-25" dirty="0">
                <a:latin typeface="Times New Roman"/>
                <a:cs typeface="Times New Roman"/>
              </a:rPr>
              <a:t>or</a:t>
            </a:r>
            <a:endParaRPr sz="2400">
              <a:latin typeface="Times New Roman"/>
              <a:cs typeface="Times New Roman"/>
            </a:endParaRPr>
          </a:p>
          <a:p>
            <a:pPr marL="756285">
              <a:lnSpc>
                <a:spcPct val="100000"/>
              </a:lnSpc>
            </a:pPr>
            <a:r>
              <a:rPr sz="2400" spc="-10" dirty="0">
                <a:latin typeface="Times New Roman"/>
                <a:cs typeface="Times New Roman"/>
              </a:rPr>
              <a:t>regions.</a:t>
            </a:r>
            <a:endParaRPr sz="2400">
              <a:latin typeface="Times New Roman"/>
              <a:cs typeface="Times New Roman"/>
            </a:endParaRPr>
          </a:p>
          <a:p>
            <a:pPr marL="285750" lvl="1" indent="-273050">
              <a:lnSpc>
                <a:spcPct val="100000"/>
              </a:lnSpc>
              <a:spcBef>
                <a:spcPts val="580"/>
              </a:spcBef>
              <a:buClr>
                <a:srgbClr val="D24717"/>
              </a:buClr>
              <a:buSzPct val="84615"/>
              <a:buAutoNum type="arabicPeriod" startAt="3"/>
              <a:tabLst>
                <a:tab pos="285750" algn="l"/>
              </a:tabLst>
            </a:pPr>
            <a:r>
              <a:rPr sz="2600" b="1" dirty="0">
                <a:latin typeface="Times New Roman"/>
                <a:cs typeface="Times New Roman"/>
              </a:rPr>
              <a:t>Development</a:t>
            </a:r>
            <a:r>
              <a:rPr sz="2600" b="1" spc="50" dirty="0">
                <a:latin typeface="Times New Roman"/>
                <a:cs typeface="Times New Roman"/>
              </a:rPr>
              <a:t> </a:t>
            </a:r>
            <a:r>
              <a:rPr sz="2600" b="1" spc="-40" dirty="0">
                <a:latin typeface="Times New Roman"/>
                <a:cs typeface="Times New Roman"/>
              </a:rPr>
              <a:t>and</a:t>
            </a:r>
            <a:r>
              <a:rPr sz="2600" b="1" spc="-325" dirty="0">
                <a:latin typeface="Times New Roman"/>
                <a:cs typeface="Times New Roman"/>
              </a:rPr>
              <a:t> </a:t>
            </a:r>
            <a:r>
              <a:rPr sz="2600" b="1" spc="-10" dirty="0">
                <a:latin typeface="Times New Roman"/>
                <a:cs typeface="Times New Roman"/>
              </a:rPr>
              <a:t>Testing</a:t>
            </a:r>
            <a:endParaRPr sz="2600">
              <a:latin typeface="Times New Roman"/>
              <a:cs typeface="Times New Roman"/>
            </a:endParaRPr>
          </a:p>
          <a:p>
            <a:pPr marL="755015" marR="1062990" lvl="2" indent="-285750">
              <a:lnSpc>
                <a:spcPct val="100000"/>
              </a:lnSpc>
              <a:spcBef>
                <a:spcPts val="430"/>
              </a:spcBef>
              <a:buClr>
                <a:srgbClr val="9B2C1F"/>
              </a:buClr>
              <a:buSzPct val="85416"/>
              <a:buAutoNum type="arabicPeriod"/>
              <a:tabLst>
                <a:tab pos="756285" algn="l"/>
              </a:tabLst>
            </a:pPr>
            <a:r>
              <a:rPr sz="2400" spc="-90" dirty="0">
                <a:latin typeface="Times New Roman"/>
                <a:cs typeface="Times New Roman"/>
              </a:rPr>
              <a:t>Create</a:t>
            </a:r>
            <a:r>
              <a:rPr sz="2400" spc="-25" dirty="0">
                <a:latin typeface="Times New Roman"/>
                <a:cs typeface="Times New Roman"/>
              </a:rPr>
              <a:t> </a:t>
            </a:r>
            <a:r>
              <a:rPr sz="2400" spc="-135" dirty="0">
                <a:latin typeface="Times New Roman"/>
                <a:cs typeface="Times New Roman"/>
              </a:rPr>
              <a:t>snapshots</a:t>
            </a:r>
            <a:r>
              <a:rPr sz="2400" spc="-65" dirty="0">
                <a:latin typeface="Times New Roman"/>
                <a:cs typeface="Times New Roman"/>
              </a:rPr>
              <a:t> </a:t>
            </a:r>
            <a:r>
              <a:rPr sz="2400" spc="-140" dirty="0">
                <a:latin typeface="Times New Roman"/>
                <a:cs typeface="Times New Roman"/>
              </a:rPr>
              <a:t>of</a:t>
            </a:r>
            <a:r>
              <a:rPr sz="2400" spc="-20" dirty="0">
                <a:latin typeface="Times New Roman"/>
                <a:cs typeface="Times New Roman"/>
              </a:rPr>
              <a:t> </a:t>
            </a:r>
            <a:r>
              <a:rPr sz="2400" spc="-95" dirty="0">
                <a:latin typeface="Times New Roman"/>
                <a:cs typeface="Times New Roman"/>
              </a:rPr>
              <a:t>production</a:t>
            </a:r>
            <a:r>
              <a:rPr sz="2400" spc="-45" dirty="0">
                <a:latin typeface="Times New Roman"/>
                <a:cs typeface="Times New Roman"/>
              </a:rPr>
              <a:t> </a:t>
            </a:r>
            <a:r>
              <a:rPr sz="2400" spc="-125" dirty="0">
                <a:latin typeface="Times New Roman"/>
                <a:cs typeface="Times New Roman"/>
              </a:rPr>
              <a:t>data</a:t>
            </a:r>
            <a:r>
              <a:rPr sz="2400" spc="-45" dirty="0">
                <a:latin typeface="Times New Roman"/>
                <a:cs typeface="Times New Roman"/>
              </a:rPr>
              <a:t> </a:t>
            </a:r>
            <a:r>
              <a:rPr sz="2400" spc="-95" dirty="0">
                <a:latin typeface="Times New Roman"/>
                <a:cs typeface="Times New Roman"/>
              </a:rPr>
              <a:t>for</a:t>
            </a:r>
            <a:r>
              <a:rPr sz="2400" spc="-25" dirty="0">
                <a:latin typeface="Times New Roman"/>
                <a:cs typeface="Times New Roman"/>
              </a:rPr>
              <a:t> </a:t>
            </a:r>
            <a:r>
              <a:rPr sz="2400" spc="-95" dirty="0">
                <a:latin typeface="Times New Roman"/>
                <a:cs typeface="Times New Roman"/>
              </a:rPr>
              <a:t>non-</a:t>
            </a:r>
            <a:r>
              <a:rPr sz="2400" spc="-65" dirty="0">
                <a:latin typeface="Times New Roman"/>
                <a:cs typeface="Times New Roman"/>
              </a:rPr>
              <a:t>production 	</a:t>
            </a:r>
            <a:r>
              <a:rPr sz="2400" spc="-25" dirty="0">
                <a:latin typeface="Times New Roman"/>
                <a:cs typeface="Times New Roman"/>
              </a:rPr>
              <a:t>environments.</a:t>
            </a:r>
            <a:endParaRPr sz="2400">
              <a:latin typeface="Times New Roman"/>
              <a:cs typeface="Times New Roman"/>
            </a:endParaRPr>
          </a:p>
          <a:p>
            <a:pPr marL="285750" lvl="1" indent="-273050">
              <a:lnSpc>
                <a:spcPct val="100000"/>
              </a:lnSpc>
              <a:spcBef>
                <a:spcPts val="570"/>
              </a:spcBef>
              <a:buClr>
                <a:srgbClr val="D24717"/>
              </a:buClr>
              <a:buSzPct val="84615"/>
              <a:buAutoNum type="arabicPeriod" startAt="3"/>
              <a:tabLst>
                <a:tab pos="285750" algn="l"/>
              </a:tabLst>
            </a:pPr>
            <a:r>
              <a:rPr sz="2600" b="1" spc="-55" dirty="0">
                <a:latin typeface="Times New Roman"/>
                <a:cs typeface="Times New Roman"/>
              </a:rPr>
              <a:t>Data</a:t>
            </a:r>
            <a:r>
              <a:rPr sz="2600" b="1" spc="-25" dirty="0">
                <a:latin typeface="Times New Roman"/>
                <a:cs typeface="Times New Roman"/>
              </a:rPr>
              <a:t> </a:t>
            </a:r>
            <a:r>
              <a:rPr sz="2600" b="1" dirty="0">
                <a:latin typeface="Times New Roman"/>
                <a:cs typeface="Times New Roman"/>
              </a:rPr>
              <a:t>Retention</a:t>
            </a:r>
            <a:r>
              <a:rPr sz="2600" b="1" spc="-25" dirty="0">
                <a:latin typeface="Times New Roman"/>
                <a:cs typeface="Times New Roman"/>
              </a:rPr>
              <a:t> </a:t>
            </a:r>
            <a:r>
              <a:rPr sz="2600" b="1" spc="-35" dirty="0">
                <a:latin typeface="Times New Roman"/>
                <a:cs typeface="Times New Roman"/>
              </a:rPr>
              <a:t>and</a:t>
            </a:r>
            <a:r>
              <a:rPr sz="2600" b="1" spc="-150" dirty="0">
                <a:latin typeface="Times New Roman"/>
                <a:cs typeface="Times New Roman"/>
              </a:rPr>
              <a:t> </a:t>
            </a:r>
            <a:r>
              <a:rPr sz="2600" b="1" spc="-10" dirty="0">
                <a:latin typeface="Times New Roman"/>
                <a:cs typeface="Times New Roman"/>
              </a:rPr>
              <a:t>Archiving</a:t>
            </a:r>
            <a:endParaRPr sz="2600">
              <a:latin typeface="Times New Roman"/>
              <a:cs typeface="Times New Roman"/>
            </a:endParaRPr>
          </a:p>
          <a:p>
            <a:pPr marL="755650" lvl="2" indent="-285750">
              <a:lnSpc>
                <a:spcPct val="100000"/>
              </a:lnSpc>
              <a:spcBef>
                <a:spcPts val="430"/>
              </a:spcBef>
              <a:buClr>
                <a:srgbClr val="9B2C1F"/>
              </a:buClr>
              <a:buSzPct val="85416"/>
              <a:buAutoNum type="arabicPeriod"/>
              <a:tabLst>
                <a:tab pos="755650" algn="l"/>
              </a:tabLst>
            </a:pPr>
            <a:r>
              <a:rPr sz="2400" spc="-105" dirty="0">
                <a:latin typeface="Times New Roman"/>
                <a:cs typeface="Times New Roman"/>
              </a:rPr>
              <a:t>Preserve</a:t>
            </a:r>
            <a:r>
              <a:rPr sz="2400" spc="-30" dirty="0">
                <a:latin typeface="Times New Roman"/>
                <a:cs typeface="Times New Roman"/>
              </a:rPr>
              <a:t> </a:t>
            </a:r>
            <a:r>
              <a:rPr sz="2400" spc="-135" dirty="0">
                <a:latin typeface="Times New Roman"/>
                <a:cs typeface="Times New Roman"/>
              </a:rPr>
              <a:t>snapshots</a:t>
            </a:r>
            <a:r>
              <a:rPr sz="2400" spc="-75" dirty="0">
                <a:latin typeface="Times New Roman"/>
                <a:cs typeface="Times New Roman"/>
              </a:rPr>
              <a:t> </a:t>
            </a:r>
            <a:r>
              <a:rPr sz="2400" spc="-90" dirty="0">
                <a:latin typeface="Times New Roman"/>
                <a:cs typeface="Times New Roman"/>
              </a:rPr>
              <a:t>for</a:t>
            </a:r>
            <a:r>
              <a:rPr sz="2400" spc="-40" dirty="0">
                <a:latin typeface="Times New Roman"/>
                <a:cs typeface="Times New Roman"/>
              </a:rPr>
              <a:t> </a:t>
            </a:r>
            <a:r>
              <a:rPr sz="2400" spc="-135" dirty="0">
                <a:latin typeface="Times New Roman"/>
                <a:cs typeface="Times New Roman"/>
              </a:rPr>
              <a:t>compliance</a:t>
            </a:r>
            <a:r>
              <a:rPr sz="2400" spc="-35" dirty="0">
                <a:latin typeface="Times New Roman"/>
                <a:cs typeface="Times New Roman"/>
              </a:rPr>
              <a:t> </a:t>
            </a:r>
            <a:r>
              <a:rPr sz="2400" spc="-145" dirty="0">
                <a:latin typeface="Times New Roman"/>
                <a:cs typeface="Times New Roman"/>
              </a:rPr>
              <a:t>and</a:t>
            </a:r>
            <a:r>
              <a:rPr sz="2400" spc="-35" dirty="0">
                <a:latin typeface="Times New Roman"/>
                <a:cs typeface="Times New Roman"/>
              </a:rPr>
              <a:t> </a:t>
            </a:r>
            <a:r>
              <a:rPr sz="2400" spc="-114" dirty="0">
                <a:latin typeface="Times New Roman"/>
                <a:cs typeface="Times New Roman"/>
              </a:rPr>
              <a:t>long-</a:t>
            </a:r>
            <a:r>
              <a:rPr sz="2400" spc="-20" dirty="0">
                <a:latin typeface="Times New Roman"/>
                <a:cs typeface="Times New Roman"/>
              </a:rPr>
              <a:t>term</a:t>
            </a:r>
            <a:r>
              <a:rPr sz="2400" spc="-45" dirty="0">
                <a:latin typeface="Times New Roman"/>
                <a:cs typeface="Times New Roman"/>
              </a:rPr>
              <a:t> </a:t>
            </a:r>
            <a:r>
              <a:rPr sz="2400" spc="-10" dirty="0">
                <a:latin typeface="Times New Roman"/>
                <a:cs typeface="Times New Roman"/>
              </a:rPr>
              <a:t>retention.</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67</a:t>
            </a:fld>
            <a:endParaRPr spc="-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45" dirty="0"/>
              <a:t>Simple</a:t>
            </a:r>
            <a:r>
              <a:rPr spc="-170" dirty="0"/>
              <a:t> </a:t>
            </a:r>
            <a:r>
              <a:rPr spc="-40" dirty="0"/>
              <a:t>Storage</a:t>
            </a:r>
            <a:r>
              <a:rPr spc="-85" dirty="0"/>
              <a:t> </a:t>
            </a:r>
            <a:r>
              <a:rPr dirty="0"/>
              <a:t>Service</a:t>
            </a:r>
            <a:r>
              <a:rPr spc="-100" dirty="0"/>
              <a:t> </a:t>
            </a:r>
            <a:r>
              <a:rPr spc="-20" dirty="0"/>
              <a:t>(S3)</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133602"/>
            <a:ext cx="8267065" cy="3622675"/>
          </a:xfrm>
          <a:prstGeom prst="rect">
            <a:avLst/>
          </a:prstGeom>
        </p:spPr>
        <p:txBody>
          <a:bodyPr vert="horz" wrap="square" lIns="0" tIns="12700" rIns="0" bIns="0" rtlCol="0">
            <a:spAutoFit/>
          </a:bodyPr>
          <a:lstStyle/>
          <a:p>
            <a:pPr marL="12700" marR="118745" algn="just">
              <a:lnSpc>
                <a:spcPct val="100000"/>
              </a:lnSpc>
              <a:spcBef>
                <a:spcPts val="100"/>
              </a:spcBef>
            </a:pPr>
            <a:r>
              <a:rPr sz="2400" spc="-180" dirty="0">
                <a:solidFill>
                  <a:srgbClr val="273139"/>
                </a:solidFill>
                <a:latin typeface="Times New Roman"/>
                <a:cs typeface="Times New Roman"/>
              </a:rPr>
              <a:t>Amazon</a:t>
            </a:r>
            <a:r>
              <a:rPr sz="2400" spc="-80" dirty="0">
                <a:solidFill>
                  <a:srgbClr val="273139"/>
                </a:solidFill>
                <a:latin typeface="Times New Roman"/>
                <a:cs typeface="Times New Roman"/>
              </a:rPr>
              <a:t> </a:t>
            </a:r>
            <a:r>
              <a:rPr sz="2400" spc="-229" dirty="0">
                <a:solidFill>
                  <a:srgbClr val="273139"/>
                </a:solidFill>
                <a:latin typeface="Times New Roman"/>
                <a:cs typeface="Times New Roman"/>
              </a:rPr>
              <a:t>S3</a:t>
            </a:r>
            <a:r>
              <a:rPr sz="2400" spc="-6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7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65" dirty="0">
                <a:solidFill>
                  <a:srgbClr val="273139"/>
                </a:solidFill>
                <a:latin typeface="Times New Roman"/>
                <a:cs typeface="Times New Roman"/>
              </a:rPr>
              <a:t> </a:t>
            </a:r>
            <a:r>
              <a:rPr sz="2400" spc="-150" dirty="0">
                <a:solidFill>
                  <a:srgbClr val="273139"/>
                </a:solidFill>
                <a:latin typeface="Times New Roman"/>
                <a:cs typeface="Times New Roman"/>
              </a:rPr>
              <a:t>Simple</a:t>
            </a:r>
            <a:r>
              <a:rPr sz="2400" spc="-60" dirty="0">
                <a:solidFill>
                  <a:srgbClr val="273139"/>
                </a:solidFill>
                <a:latin typeface="Times New Roman"/>
                <a:cs typeface="Times New Roman"/>
              </a:rPr>
              <a:t> </a:t>
            </a:r>
            <a:r>
              <a:rPr sz="2400" spc="-130" dirty="0">
                <a:solidFill>
                  <a:srgbClr val="273139"/>
                </a:solidFill>
                <a:latin typeface="Times New Roman"/>
                <a:cs typeface="Times New Roman"/>
              </a:rPr>
              <a:t>Storage</a:t>
            </a:r>
            <a:r>
              <a:rPr sz="2400" spc="-70" dirty="0">
                <a:solidFill>
                  <a:srgbClr val="273139"/>
                </a:solidFill>
                <a:latin typeface="Times New Roman"/>
                <a:cs typeface="Times New Roman"/>
              </a:rPr>
              <a:t> </a:t>
            </a:r>
            <a:r>
              <a:rPr sz="2400" spc="-130" dirty="0">
                <a:solidFill>
                  <a:srgbClr val="273139"/>
                </a:solidFill>
                <a:latin typeface="Times New Roman"/>
                <a:cs typeface="Times New Roman"/>
              </a:rPr>
              <a:t>Service</a:t>
            </a:r>
            <a:r>
              <a:rPr sz="2400" spc="-60" dirty="0">
                <a:solidFill>
                  <a:srgbClr val="273139"/>
                </a:solidFill>
                <a:latin typeface="Times New Roman"/>
                <a:cs typeface="Times New Roman"/>
              </a:rPr>
              <a:t> </a:t>
            </a:r>
            <a:r>
              <a:rPr sz="2400" spc="-110" dirty="0">
                <a:solidFill>
                  <a:srgbClr val="273139"/>
                </a:solidFill>
                <a:latin typeface="Times New Roman"/>
                <a:cs typeface="Times New Roman"/>
              </a:rPr>
              <a:t>in</a:t>
            </a:r>
            <a:r>
              <a:rPr sz="2400" u="sng" spc="-250" dirty="0">
                <a:solidFill>
                  <a:srgbClr val="CC9900"/>
                </a:solidFill>
                <a:uFill>
                  <a:solidFill>
                    <a:srgbClr val="CC9900"/>
                  </a:solidFill>
                </a:uFill>
                <a:latin typeface="Times New Roman"/>
                <a:cs typeface="Times New Roman"/>
                <a:hlinkClick r:id="rId2"/>
              </a:rPr>
              <a:t> </a:t>
            </a:r>
            <a:r>
              <a:rPr sz="2400" u="sng" spc="-325" dirty="0">
                <a:solidFill>
                  <a:srgbClr val="CC9900"/>
                </a:solidFill>
                <a:uFill>
                  <a:solidFill>
                    <a:srgbClr val="CC9900"/>
                  </a:solidFill>
                </a:uFill>
                <a:latin typeface="Times New Roman"/>
                <a:cs typeface="Times New Roman"/>
                <a:hlinkClick r:id="rId2"/>
              </a:rPr>
              <a:t>AWS</a:t>
            </a:r>
            <a:r>
              <a:rPr sz="2400" u="sng" spc="-75" dirty="0">
                <a:solidFill>
                  <a:srgbClr val="CC9900"/>
                </a:solidFill>
                <a:uFill>
                  <a:solidFill>
                    <a:srgbClr val="CC9900"/>
                  </a:solidFill>
                </a:uFill>
                <a:latin typeface="Times New Roman"/>
                <a:cs typeface="Times New Roman"/>
              </a:rPr>
              <a:t> </a:t>
            </a:r>
            <a:r>
              <a:rPr sz="2400" spc="-85" dirty="0">
                <a:solidFill>
                  <a:srgbClr val="273139"/>
                </a:solidFill>
                <a:latin typeface="Times New Roman"/>
                <a:cs typeface="Times New Roman"/>
              </a:rPr>
              <a:t>that</a:t>
            </a:r>
            <a:r>
              <a:rPr sz="2400" spc="-60" dirty="0">
                <a:solidFill>
                  <a:srgbClr val="273139"/>
                </a:solidFill>
                <a:latin typeface="Times New Roman"/>
                <a:cs typeface="Times New Roman"/>
              </a:rPr>
              <a:t> </a:t>
            </a:r>
            <a:r>
              <a:rPr sz="2400" spc="-100" dirty="0">
                <a:solidFill>
                  <a:srgbClr val="273139"/>
                </a:solidFill>
                <a:latin typeface="Times New Roman"/>
                <a:cs typeface="Times New Roman"/>
              </a:rPr>
              <a:t>stores</a:t>
            </a:r>
            <a:r>
              <a:rPr sz="2400" spc="-70" dirty="0">
                <a:solidFill>
                  <a:srgbClr val="273139"/>
                </a:solidFill>
                <a:latin typeface="Times New Roman"/>
                <a:cs typeface="Times New Roman"/>
              </a:rPr>
              <a:t> </a:t>
            </a:r>
            <a:r>
              <a:rPr sz="2400" spc="-135" dirty="0">
                <a:solidFill>
                  <a:srgbClr val="273139"/>
                </a:solidFill>
                <a:latin typeface="Times New Roman"/>
                <a:cs typeface="Times New Roman"/>
              </a:rPr>
              <a:t>files</a:t>
            </a:r>
            <a:r>
              <a:rPr sz="2400" spc="-6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60" dirty="0">
                <a:solidFill>
                  <a:srgbClr val="273139"/>
                </a:solidFill>
                <a:latin typeface="Times New Roman"/>
                <a:cs typeface="Times New Roman"/>
              </a:rPr>
              <a:t> </a:t>
            </a:r>
            <a:r>
              <a:rPr sz="2400" spc="-100" dirty="0">
                <a:solidFill>
                  <a:srgbClr val="273139"/>
                </a:solidFill>
                <a:latin typeface="Times New Roman"/>
                <a:cs typeface="Times New Roman"/>
              </a:rPr>
              <a:t>different</a:t>
            </a:r>
            <a:r>
              <a:rPr sz="2400" spc="-40" dirty="0">
                <a:solidFill>
                  <a:srgbClr val="273139"/>
                </a:solidFill>
                <a:latin typeface="Times New Roman"/>
                <a:cs typeface="Times New Roman"/>
              </a:rPr>
              <a:t> </a:t>
            </a:r>
            <a:r>
              <a:rPr sz="2400" spc="-114" dirty="0">
                <a:solidFill>
                  <a:srgbClr val="273139"/>
                </a:solidFill>
                <a:latin typeface="Times New Roman"/>
                <a:cs typeface="Times New Roman"/>
              </a:rPr>
              <a:t>types</a:t>
            </a:r>
            <a:r>
              <a:rPr sz="2400" spc="-60" dirty="0">
                <a:solidFill>
                  <a:srgbClr val="273139"/>
                </a:solidFill>
                <a:latin typeface="Times New Roman"/>
                <a:cs typeface="Times New Roman"/>
              </a:rPr>
              <a:t> </a:t>
            </a:r>
            <a:r>
              <a:rPr sz="2400" spc="-120" dirty="0">
                <a:solidFill>
                  <a:srgbClr val="273139"/>
                </a:solidFill>
                <a:latin typeface="Times New Roman"/>
                <a:cs typeface="Times New Roman"/>
              </a:rPr>
              <a:t>like</a:t>
            </a:r>
            <a:r>
              <a:rPr sz="2400" spc="-75" dirty="0">
                <a:solidFill>
                  <a:srgbClr val="273139"/>
                </a:solidFill>
                <a:latin typeface="Times New Roman"/>
                <a:cs typeface="Times New Roman"/>
              </a:rPr>
              <a:t> </a:t>
            </a:r>
            <a:r>
              <a:rPr sz="2400" spc="-85" dirty="0">
                <a:solidFill>
                  <a:srgbClr val="273139"/>
                </a:solidFill>
                <a:latin typeface="Times New Roman"/>
                <a:cs typeface="Times New Roman"/>
              </a:rPr>
              <a:t>Photos,</a:t>
            </a:r>
            <a:r>
              <a:rPr sz="2400" spc="-350" dirty="0">
                <a:solidFill>
                  <a:srgbClr val="273139"/>
                </a:solidFill>
                <a:latin typeface="Times New Roman"/>
                <a:cs typeface="Times New Roman"/>
              </a:rPr>
              <a:t> </a:t>
            </a:r>
            <a:r>
              <a:rPr sz="2400" spc="-130" dirty="0">
                <a:solidFill>
                  <a:srgbClr val="273139"/>
                </a:solidFill>
                <a:latin typeface="Times New Roman"/>
                <a:cs typeface="Times New Roman"/>
              </a:rPr>
              <a:t>Audio,</a:t>
            </a:r>
            <a:r>
              <a:rPr sz="2400" spc="-175" dirty="0">
                <a:solidFill>
                  <a:srgbClr val="273139"/>
                </a:solidFill>
                <a:latin typeface="Times New Roman"/>
                <a:cs typeface="Times New Roman"/>
              </a:rPr>
              <a:t> </a:t>
            </a:r>
            <a:r>
              <a:rPr sz="2400" spc="-140" dirty="0">
                <a:solidFill>
                  <a:srgbClr val="273139"/>
                </a:solidFill>
                <a:latin typeface="Times New Roman"/>
                <a:cs typeface="Times New Roman"/>
              </a:rPr>
              <a:t>and</a:t>
            </a:r>
            <a:r>
              <a:rPr sz="2400" spc="-365" dirty="0">
                <a:solidFill>
                  <a:srgbClr val="273139"/>
                </a:solidFill>
                <a:latin typeface="Times New Roman"/>
                <a:cs typeface="Times New Roman"/>
              </a:rPr>
              <a:t> </a:t>
            </a:r>
            <a:r>
              <a:rPr sz="2400" spc="-160" dirty="0">
                <a:solidFill>
                  <a:srgbClr val="273139"/>
                </a:solidFill>
                <a:latin typeface="Times New Roman"/>
                <a:cs typeface="Times New Roman"/>
              </a:rPr>
              <a:t>Videos</a:t>
            </a:r>
            <a:r>
              <a:rPr sz="2400" spc="-80" dirty="0">
                <a:solidFill>
                  <a:srgbClr val="273139"/>
                </a:solidFill>
                <a:latin typeface="Times New Roman"/>
                <a:cs typeface="Times New Roman"/>
              </a:rPr>
              <a:t> </a:t>
            </a:r>
            <a:r>
              <a:rPr sz="2400" spc="-190" dirty="0">
                <a:solidFill>
                  <a:srgbClr val="273139"/>
                </a:solidFill>
                <a:latin typeface="Times New Roman"/>
                <a:cs typeface="Times New Roman"/>
              </a:rPr>
              <a:t>as</a:t>
            </a:r>
            <a:r>
              <a:rPr sz="2400" spc="-70" dirty="0">
                <a:solidFill>
                  <a:srgbClr val="273139"/>
                </a:solidFill>
                <a:latin typeface="Times New Roman"/>
                <a:cs typeface="Times New Roman"/>
              </a:rPr>
              <a:t> </a:t>
            </a:r>
            <a:r>
              <a:rPr sz="2400" spc="-95" dirty="0">
                <a:solidFill>
                  <a:srgbClr val="273139"/>
                </a:solidFill>
                <a:latin typeface="Times New Roman"/>
                <a:cs typeface="Times New Roman"/>
              </a:rPr>
              <a:t>Objects</a:t>
            </a:r>
            <a:r>
              <a:rPr sz="2400" spc="-60" dirty="0">
                <a:solidFill>
                  <a:srgbClr val="273139"/>
                </a:solidFill>
                <a:latin typeface="Times New Roman"/>
                <a:cs typeface="Times New Roman"/>
              </a:rPr>
              <a:t> </a:t>
            </a:r>
            <a:r>
              <a:rPr sz="2400" spc="-125" dirty="0">
                <a:solidFill>
                  <a:srgbClr val="273139"/>
                </a:solidFill>
                <a:latin typeface="Times New Roman"/>
                <a:cs typeface="Times New Roman"/>
              </a:rPr>
              <a:t>providing</a:t>
            </a:r>
            <a:r>
              <a:rPr sz="2400" spc="-90" dirty="0">
                <a:solidFill>
                  <a:srgbClr val="273139"/>
                </a:solidFill>
                <a:latin typeface="Times New Roman"/>
                <a:cs typeface="Times New Roman"/>
              </a:rPr>
              <a:t> more</a:t>
            </a:r>
            <a:r>
              <a:rPr sz="2400" spc="-75" dirty="0">
                <a:solidFill>
                  <a:srgbClr val="273139"/>
                </a:solidFill>
                <a:latin typeface="Times New Roman"/>
                <a:cs typeface="Times New Roman"/>
              </a:rPr>
              <a:t> </a:t>
            </a:r>
            <a:r>
              <a:rPr sz="2400" spc="-135" dirty="0">
                <a:solidFill>
                  <a:srgbClr val="273139"/>
                </a:solidFill>
                <a:latin typeface="Times New Roman"/>
                <a:cs typeface="Times New Roman"/>
              </a:rPr>
              <a:t>scalability</a:t>
            </a:r>
            <a:r>
              <a:rPr sz="2400" spc="-80" dirty="0">
                <a:solidFill>
                  <a:srgbClr val="273139"/>
                </a:solidFill>
                <a:latin typeface="Times New Roman"/>
                <a:cs typeface="Times New Roman"/>
              </a:rPr>
              <a:t> </a:t>
            </a:r>
            <a:r>
              <a:rPr sz="2400" spc="-140" dirty="0">
                <a:solidFill>
                  <a:srgbClr val="273139"/>
                </a:solidFill>
                <a:latin typeface="Times New Roman"/>
                <a:cs typeface="Times New Roman"/>
              </a:rPr>
              <a:t>and</a:t>
            </a:r>
            <a:r>
              <a:rPr sz="2400" spc="-60" dirty="0">
                <a:solidFill>
                  <a:srgbClr val="273139"/>
                </a:solidFill>
                <a:latin typeface="Times New Roman"/>
                <a:cs typeface="Times New Roman"/>
              </a:rPr>
              <a:t> </a:t>
            </a:r>
            <a:r>
              <a:rPr sz="2400" spc="-95" dirty="0">
                <a:solidFill>
                  <a:srgbClr val="273139"/>
                </a:solidFill>
                <a:latin typeface="Times New Roman"/>
                <a:cs typeface="Times New Roman"/>
              </a:rPr>
              <a:t>security</a:t>
            </a:r>
            <a:r>
              <a:rPr sz="2400" spc="-70" dirty="0">
                <a:solidFill>
                  <a:srgbClr val="273139"/>
                </a:solidFill>
                <a:latin typeface="Times New Roman"/>
                <a:cs typeface="Times New Roman"/>
              </a:rPr>
              <a:t> </a:t>
            </a:r>
            <a:r>
              <a:rPr sz="2400" spc="-35" dirty="0">
                <a:solidFill>
                  <a:srgbClr val="273139"/>
                </a:solidFill>
                <a:latin typeface="Times New Roman"/>
                <a:cs typeface="Times New Roman"/>
              </a:rPr>
              <a:t>to.</a:t>
            </a:r>
            <a:endParaRPr sz="2400">
              <a:latin typeface="Times New Roman"/>
              <a:cs typeface="Times New Roman"/>
            </a:endParaRPr>
          </a:p>
          <a:p>
            <a:pPr>
              <a:lnSpc>
                <a:spcPct val="100000"/>
              </a:lnSpc>
              <a:spcBef>
                <a:spcPts val="1320"/>
              </a:spcBef>
            </a:pPr>
            <a:endParaRPr sz="2400">
              <a:latin typeface="Times New Roman"/>
              <a:cs typeface="Times New Roman"/>
            </a:endParaRPr>
          </a:p>
          <a:p>
            <a:pPr marL="12700" marR="197485" algn="just">
              <a:lnSpc>
                <a:spcPct val="100000"/>
              </a:lnSpc>
            </a:pPr>
            <a:r>
              <a:rPr sz="2400" spc="-60" dirty="0">
                <a:solidFill>
                  <a:srgbClr val="273139"/>
                </a:solidFill>
                <a:latin typeface="Times New Roman"/>
                <a:cs typeface="Times New Roman"/>
              </a:rPr>
              <a:t>It</a:t>
            </a:r>
            <a:r>
              <a:rPr sz="2400" spc="-90" dirty="0">
                <a:solidFill>
                  <a:srgbClr val="273139"/>
                </a:solidFill>
                <a:latin typeface="Times New Roman"/>
                <a:cs typeface="Times New Roman"/>
              </a:rPr>
              <a:t> </a:t>
            </a:r>
            <a:r>
              <a:rPr sz="2400" spc="-165" dirty="0">
                <a:solidFill>
                  <a:srgbClr val="273139"/>
                </a:solidFill>
                <a:latin typeface="Times New Roman"/>
                <a:cs typeface="Times New Roman"/>
              </a:rPr>
              <a:t>allows</a:t>
            </a:r>
            <a:r>
              <a:rPr sz="2400" spc="1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85" dirty="0">
                <a:solidFill>
                  <a:srgbClr val="273139"/>
                </a:solidFill>
                <a:latin typeface="Times New Roman"/>
                <a:cs typeface="Times New Roman"/>
              </a:rPr>
              <a:t> </a:t>
            </a:r>
            <a:r>
              <a:rPr sz="2400" spc="-114" dirty="0">
                <a:solidFill>
                  <a:srgbClr val="273139"/>
                </a:solidFill>
                <a:latin typeface="Times New Roman"/>
                <a:cs typeface="Times New Roman"/>
              </a:rPr>
              <a:t>users</a:t>
            </a:r>
            <a:r>
              <a:rPr sz="2400" spc="-35" dirty="0">
                <a:solidFill>
                  <a:srgbClr val="273139"/>
                </a:solidFill>
                <a:latin typeface="Times New Roman"/>
                <a:cs typeface="Times New Roman"/>
              </a:rPr>
              <a:t> </a:t>
            </a:r>
            <a:r>
              <a:rPr sz="2400" dirty="0">
                <a:solidFill>
                  <a:srgbClr val="273139"/>
                </a:solidFill>
                <a:latin typeface="Times New Roman"/>
                <a:cs typeface="Times New Roman"/>
              </a:rPr>
              <a:t>to</a:t>
            </a:r>
            <a:r>
              <a:rPr sz="2400" spc="-150" dirty="0">
                <a:solidFill>
                  <a:srgbClr val="273139"/>
                </a:solidFill>
                <a:latin typeface="Times New Roman"/>
                <a:cs typeface="Times New Roman"/>
              </a:rPr>
              <a:t> </a:t>
            </a:r>
            <a:r>
              <a:rPr sz="2400" spc="-75" dirty="0">
                <a:solidFill>
                  <a:srgbClr val="273139"/>
                </a:solidFill>
                <a:latin typeface="Times New Roman"/>
                <a:cs typeface="Times New Roman"/>
              </a:rPr>
              <a:t>store</a:t>
            </a:r>
            <a:r>
              <a:rPr sz="2400" spc="-40" dirty="0">
                <a:solidFill>
                  <a:srgbClr val="273139"/>
                </a:solidFill>
                <a:latin typeface="Times New Roman"/>
                <a:cs typeface="Times New Roman"/>
              </a:rPr>
              <a:t> </a:t>
            </a:r>
            <a:r>
              <a:rPr sz="2400" spc="-170" dirty="0">
                <a:solidFill>
                  <a:srgbClr val="273139"/>
                </a:solidFill>
                <a:latin typeface="Times New Roman"/>
                <a:cs typeface="Times New Roman"/>
              </a:rPr>
              <a:t>and</a:t>
            </a:r>
            <a:r>
              <a:rPr sz="2400" spc="20" dirty="0">
                <a:solidFill>
                  <a:srgbClr val="273139"/>
                </a:solidFill>
                <a:latin typeface="Times New Roman"/>
                <a:cs typeface="Times New Roman"/>
              </a:rPr>
              <a:t> </a:t>
            </a:r>
            <a:r>
              <a:rPr sz="2400" spc="-80" dirty="0">
                <a:solidFill>
                  <a:srgbClr val="273139"/>
                </a:solidFill>
                <a:latin typeface="Times New Roman"/>
                <a:cs typeface="Times New Roman"/>
              </a:rPr>
              <a:t>retrieve</a:t>
            </a:r>
            <a:r>
              <a:rPr sz="2400" spc="-10" dirty="0">
                <a:solidFill>
                  <a:srgbClr val="273139"/>
                </a:solidFill>
                <a:latin typeface="Times New Roman"/>
                <a:cs typeface="Times New Roman"/>
              </a:rPr>
              <a:t> </a:t>
            </a:r>
            <a:r>
              <a:rPr sz="2400" spc="-235" dirty="0">
                <a:solidFill>
                  <a:srgbClr val="273139"/>
                </a:solidFill>
                <a:latin typeface="Times New Roman"/>
                <a:cs typeface="Times New Roman"/>
              </a:rPr>
              <a:t>any</a:t>
            </a:r>
            <a:r>
              <a:rPr sz="2400" spc="85" dirty="0">
                <a:solidFill>
                  <a:srgbClr val="273139"/>
                </a:solidFill>
                <a:latin typeface="Times New Roman"/>
                <a:cs typeface="Times New Roman"/>
              </a:rPr>
              <a:t> </a:t>
            </a:r>
            <a:r>
              <a:rPr sz="2400" spc="-110" dirty="0">
                <a:solidFill>
                  <a:srgbClr val="273139"/>
                </a:solidFill>
                <a:latin typeface="Times New Roman"/>
                <a:cs typeface="Times New Roman"/>
              </a:rPr>
              <a:t>amount</a:t>
            </a:r>
            <a:r>
              <a:rPr sz="2400" spc="-25" dirty="0">
                <a:solidFill>
                  <a:srgbClr val="273139"/>
                </a:solidFill>
                <a:latin typeface="Times New Roman"/>
                <a:cs typeface="Times New Roman"/>
              </a:rPr>
              <a:t> </a:t>
            </a:r>
            <a:r>
              <a:rPr sz="2400" spc="-195" dirty="0">
                <a:solidFill>
                  <a:srgbClr val="273139"/>
                </a:solidFill>
                <a:latin typeface="Times New Roman"/>
                <a:cs typeface="Times New Roman"/>
              </a:rPr>
              <a:t>of</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data</a:t>
            </a:r>
            <a:r>
              <a:rPr sz="2400" spc="-15" dirty="0">
                <a:solidFill>
                  <a:srgbClr val="273139"/>
                </a:solidFill>
                <a:latin typeface="Times New Roman"/>
                <a:cs typeface="Times New Roman"/>
              </a:rPr>
              <a:t> </a:t>
            </a:r>
            <a:r>
              <a:rPr sz="2400" spc="-100" dirty="0">
                <a:solidFill>
                  <a:srgbClr val="273139"/>
                </a:solidFill>
                <a:latin typeface="Times New Roman"/>
                <a:cs typeface="Times New Roman"/>
              </a:rPr>
              <a:t>at</a:t>
            </a:r>
            <a:r>
              <a:rPr sz="2400" spc="-10" dirty="0">
                <a:solidFill>
                  <a:srgbClr val="273139"/>
                </a:solidFill>
                <a:latin typeface="Times New Roman"/>
                <a:cs typeface="Times New Roman"/>
              </a:rPr>
              <a:t> </a:t>
            </a:r>
            <a:r>
              <a:rPr sz="2400" spc="-235" dirty="0">
                <a:solidFill>
                  <a:srgbClr val="273139"/>
                </a:solidFill>
                <a:latin typeface="Times New Roman"/>
                <a:cs typeface="Times New Roman"/>
              </a:rPr>
              <a:t>any</a:t>
            </a:r>
            <a:r>
              <a:rPr sz="2400" spc="85" dirty="0">
                <a:solidFill>
                  <a:srgbClr val="273139"/>
                </a:solidFill>
                <a:latin typeface="Times New Roman"/>
                <a:cs typeface="Times New Roman"/>
              </a:rPr>
              <a:t> </a:t>
            </a:r>
            <a:r>
              <a:rPr sz="2400" spc="-90" dirty="0">
                <a:solidFill>
                  <a:srgbClr val="273139"/>
                </a:solidFill>
                <a:latin typeface="Times New Roman"/>
                <a:cs typeface="Times New Roman"/>
              </a:rPr>
              <a:t>point</a:t>
            </a:r>
            <a:r>
              <a:rPr sz="2400" spc="-25" dirty="0">
                <a:solidFill>
                  <a:srgbClr val="273139"/>
                </a:solidFill>
                <a:latin typeface="Times New Roman"/>
                <a:cs typeface="Times New Roman"/>
              </a:rPr>
              <a:t> in </a:t>
            </a:r>
            <a:r>
              <a:rPr sz="2400" spc="-85" dirty="0">
                <a:solidFill>
                  <a:srgbClr val="273139"/>
                </a:solidFill>
                <a:latin typeface="Times New Roman"/>
                <a:cs typeface="Times New Roman"/>
              </a:rPr>
              <a:t>time</a:t>
            </a:r>
            <a:r>
              <a:rPr sz="2400" spc="-50" dirty="0">
                <a:solidFill>
                  <a:srgbClr val="273139"/>
                </a:solidFill>
                <a:latin typeface="Times New Roman"/>
                <a:cs typeface="Times New Roman"/>
              </a:rPr>
              <a:t> </a:t>
            </a:r>
            <a:r>
              <a:rPr sz="2400" spc="-110" dirty="0">
                <a:solidFill>
                  <a:srgbClr val="273139"/>
                </a:solidFill>
                <a:latin typeface="Times New Roman"/>
                <a:cs typeface="Times New Roman"/>
              </a:rPr>
              <a:t>from</a:t>
            </a:r>
            <a:r>
              <a:rPr sz="2400" spc="-50" dirty="0">
                <a:solidFill>
                  <a:srgbClr val="273139"/>
                </a:solidFill>
                <a:latin typeface="Times New Roman"/>
                <a:cs typeface="Times New Roman"/>
              </a:rPr>
              <a:t> </a:t>
            </a:r>
            <a:r>
              <a:rPr sz="2400" spc="-140" dirty="0">
                <a:solidFill>
                  <a:srgbClr val="273139"/>
                </a:solidFill>
                <a:latin typeface="Times New Roman"/>
                <a:cs typeface="Times New Roman"/>
              </a:rPr>
              <a:t>anywhere</a:t>
            </a:r>
            <a:r>
              <a:rPr sz="2400" spc="-45" dirty="0">
                <a:solidFill>
                  <a:srgbClr val="273139"/>
                </a:solidFill>
                <a:latin typeface="Times New Roman"/>
                <a:cs typeface="Times New Roman"/>
              </a:rPr>
              <a:t> </a:t>
            </a:r>
            <a:r>
              <a:rPr sz="2400" spc="-110" dirty="0">
                <a:solidFill>
                  <a:srgbClr val="273139"/>
                </a:solidFill>
                <a:latin typeface="Times New Roman"/>
                <a:cs typeface="Times New Roman"/>
              </a:rPr>
              <a:t>on</a:t>
            </a:r>
            <a:r>
              <a:rPr sz="2400" spc="-60"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20" dirty="0">
                <a:solidFill>
                  <a:srgbClr val="273139"/>
                </a:solidFill>
                <a:latin typeface="Times New Roman"/>
                <a:cs typeface="Times New Roman"/>
              </a:rPr>
              <a:t>web.</a:t>
            </a:r>
            <a:endParaRPr sz="2400">
              <a:latin typeface="Times New Roman"/>
              <a:cs typeface="Times New Roman"/>
            </a:endParaRPr>
          </a:p>
          <a:p>
            <a:pPr>
              <a:lnSpc>
                <a:spcPct val="100000"/>
              </a:lnSpc>
              <a:spcBef>
                <a:spcPts val="1325"/>
              </a:spcBef>
            </a:pPr>
            <a:endParaRPr sz="2400">
              <a:latin typeface="Times New Roman"/>
              <a:cs typeface="Times New Roman"/>
            </a:endParaRPr>
          </a:p>
          <a:p>
            <a:pPr marL="12700" marR="5080" algn="just">
              <a:lnSpc>
                <a:spcPct val="100000"/>
              </a:lnSpc>
            </a:pPr>
            <a:r>
              <a:rPr sz="2400" spc="-60" dirty="0">
                <a:solidFill>
                  <a:srgbClr val="273139"/>
                </a:solidFill>
                <a:latin typeface="Times New Roman"/>
                <a:cs typeface="Times New Roman"/>
              </a:rPr>
              <a:t>It</a:t>
            </a:r>
            <a:r>
              <a:rPr sz="2400" spc="-90" dirty="0">
                <a:solidFill>
                  <a:srgbClr val="273139"/>
                </a:solidFill>
                <a:latin typeface="Times New Roman"/>
                <a:cs typeface="Times New Roman"/>
              </a:rPr>
              <a:t> </a:t>
            </a:r>
            <a:r>
              <a:rPr sz="2400" spc="-130" dirty="0">
                <a:solidFill>
                  <a:srgbClr val="273139"/>
                </a:solidFill>
                <a:latin typeface="Times New Roman"/>
                <a:cs typeface="Times New Roman"/>
              </a:rPr>
              <a:t>facilitates</a:t>
            </a:r>
            <a:r>
              <a:rPr sz="2400" spc="10" dirty="0">
                <a:solidFill>
                  <a:srgbClr val="273139"/>
                </a:solidFill>
                <a:latin typeface="Times New Roman"/>
                <a:cs typeface="Times New Roman"/>
              </a:rPr>
              <a:t> </a:t>
            </a:r>
            <a:r>
              <a:rPr sz="2400" spc="-120" dirty="0">
                <a:solidFill>
                  <a:srgbClr val="273139"/>
                </a:solidFill>
                <a:latin typeface="Times New Roman"/>
                <a:cs typeface="Times New Roman"/>
              </a:rPr>
              <a:t>features</a:t>
            </a:r>
            <a:r>
              <a:rPr sz="2400" spc="70" dirty="0">
                <a:solidFill>
                  <a:srgbClr val="273139"/>
                </a:solidFill>
                <a:latin typeface="Times New Roman"/>
                <a:cs typeface="Times New Roman"/>
              </a:rPr>
              <a:t> </a:t>
            </a:r>
            <a:r>
              <a:rPr sz="2400" spc="-165" dirty="0">
                <a:solidFill>
                  <a:srgbClr val="273139"/>
                </a:solidFill>
                <a:latin typeface="Times New Roman"/>
                <a:cs typeface="Times New Roman"/>
              </a:rPr>
              <a:t>such</a:t>
            </a:r>
            <a:r>
              <a:rPr sz="2400" spc="45" dirty="0">
                <a:solidFill>
                  <a:srgbClr val="273139"/>
                </a:solidFill>
                <a:latin typeface="Times New Roman"/>
                <a:cs typeface="Times New Roman"/>
              </a:rPr>
              <a:t> </a:t>
            </a:r>
            <a:r>
              <a:rPr sz="2400" spc="-300" dirty="0">
                <a:solidFill>
                  <a:srgbClr val="273139"/>
                </a:solidFill>
                <a:latin typeface="Times New Roman"/>
                <a:cs typeface="Times New Roman"/>
              </a:rPr>
              <a:t>as</a:t>
            </a:r>
            <a:r>
              <a:rPr sz="2400" spc="150" dirty="0">
                <a:solidFill>
                  <a:srgbClr val="273139"/>
                </a:solidFill>
                <a:latin typeface="Times New Roman"/>
                <a:cs typeface="Times New Roman"/>
              </a:rPr>
              <a:t> </a:t>
            </a:r>
            <a:r>
              <a:rPr sz="2400" spc="-105" dirty="0">
                <a:solidFill>
                  <a:srgbClr val="273139"/>
                </a:solidFill>
                <a:latin typeface="Times New Roman"/>
                <a:cs typeface="Times New Roman"/>
              </a:rPr>
              <a:t>extremely</a:t>
            </a:r>
            <a:r>
              <a:rPr sz="2400" spc="70" dirty="0">
                <a:solidFill>
                  <a:srgbClr val="273139"/>
                </a:solidFill>
                <a:latin typeface="Times New Roman"/>
                <a:cs typeface="Times New Roman"/>
              </a:rPr>
              <a:t> </a:t>
            </a:r>
            <a:r>
              <a:rPr sz="2400" spc="-190" dirty="0">
                <a:solidFill>
                  <a:srgbClr val="273139"/>
                </a:solidFill>
                <a:latin typeface="Times New Roman"/>
                <a:cs typeface="Times New Roman"/>
              </a:rPr>
              <a:t>high</a:t>
            </a:r>
            <a:r>
              <a:rPr sz="2400" spc="70" dirty="0">
                <a:solidFill>
                  <a:srgbClr val="273139"/>
                </a:solidFill>
                <a:latin typeface="Times New Roman"/>
                <a:cs typeface="Times New Roman"/>
              </a:rPr>
              <a:t> </a:t>
            </a:r>
            <a:r>
              <a:rPr sz="2400" spc="-160" dirty="0">
                <a:solidFill>
                  <a:srgbClr val="273139"/>
                </a:solidFill>
                <a:latin typeface="Times New Roman"/>
                <a:cs typeface="Times New Roman"/>
              </a:rPr>
              <a:t>availability,</a:t>
            </a:r>
            <a:r>
              <a:rPr sz="2400" spc="10" dirty="0">
                <a:solidFill>
                  <a:srgbClr val="273139"/>
                </a:solidFill>
                <a:latin typeface="Times New Roman"/>
                <a:cs typeface="Times New Roman"/>
              </a:rPr>
              <a:t> </a:t>
            </a:r>
            <a:r>
              <a:rPr sz="2400" spc="-125" dirty="0">
                <a:solidFill>
                  <a:srgbClr val="273139"/>
                </a:solidFill>
                <a:latin typeface="Times New Roman"/>
                <a:cs typeface="Times New Roman"/>
              </a:rPr>
              <a:t>security,</a:t>
            </a:r>
            <a:r>
              <a:rPr sz="2400" spc="-25" dirty="0">
                <a:solidFill>
                  <a:srgbClr val="273139"/>
                </a:solidFill>
                <a:latin typeface="Times New Roman"/>
                <a:cs typeface="Times New Roman"/>
              </a:rPr>
              <a:t> </a:t>
            </a:r>
            <a:r>
              <a:rPr sz="2400" spc="-175" dirty="0">
                <a:solidFill>
                  <a:srgbClr val="273139"/>
                </a:solidFill>
                <a:latin typeface="Times New Roman"/>
                <a:cs typeface="Times New Roman"/>
              </a:rPr>
              <a:t>and</a:t>
            </a:r>
            <a:r>
              <a:rPr sz="2400" spc="60" dirty="0">
                <a:solidFill>
                  <a:srgbClr val="273139"/>
                </a:solidFill>
                <a:latin typeface="Times New Roman"/>
                <a:cs typeface="Times New Roman"/>
              </a:rPr>
              <a:t> </a:t>
            </a:r>
            <a:r>
              <a:rPr sz="2400" spc="-60" dirty="0">
                <a:solidFill>
                  <a:srgbClr val="273139"/>
                </a:solidFill>
                <a:latin typeface="Times New Roman"/>
                <a:cs typeface="Times New Roman"/>
              </a:rPr>
              <a:t>simple </a:t>
            </a:r>
            <a:r>
              <a:rPr sz="2400" spc="-105" dirty="0">
                <a:solidFill>
                  <a:srgbClr val="273139"/>
                </a:solidFill>
                <a:latin typeface="Times New Roman"/>
                <a:cs typeface="Times New Roman"/>
              </a:rPr>
              <a:t>connection</a:t>
            </a:r>
            <a:r>
              <a:rPr sz="2400" spc="-50" dirty="0">
                <a:solidFill>
                  <a:srgbClr val="273139"/>
                </a:solidFill>
                <a:latin typeface="Times New Roman"/>
                <a:cs typeface="Times New Roman"/>
              </a:rPr>
              <a:t> </a:t>
            </a:r>
            <a:r>
              <a:rPr sz="2400" dirty="0">
                <a:solidFill>
                  <a:srgbClr val="273139"/>
                </a:solidFill>
                <a:latin typeface="Times New Roman"/>
                <a:cs typeface="Times New Roman"/>
              </a:rPr>
              <a:t>to</a:t>
            </a:r>
            <a:r>
              <a:rPr sz="2400" spc="-40" dirty="0">
                <a:solidFill>
                  <a:srgbClr val="273139"/>
                </a:solidFill>
                <a:latin typeface="Times New Roman"/>
                <a:cs typeface="Times New Roman"/>
              </a:rPr>
              <a:t> </a:t>
            </a:r>
            <a:r>
              <a:rPr sz="2400" u="sng" spc="-75" dirty="0">
                <a:solidFill>
                  <a:srgbClr val="CC9900"/>
                </a:solidFill>
                <a:uFill>
                  <a:solidFill>
                    <a:srgbClr val="CC9900"/>
                  </a:solidFill>
                </a:uFill>
                <a:latin typeface="Times New Roman"/>
                <a:cs typeface="Times New Roman"/>
                <a:hlinkClick r:id="rId3"/>
              </a:rPr>
              <a:t>other</a:t>
            </a:r>
            <a:r>
              <a:rPr sz="2400" u="sng" spc="-240" dirty="0">
                <a:solidFill>
                  <a:srgbClr val="CC9900"/>
                </a:solidFill>
                <a:uFill>
                  <a:solidFill>
                    <a:srgbClr val="CC9900"/>
                  </a:solidFill>
                </a:uFill>
                <a:latin typeface="Times New Roman"/>
                <a:cs typeface="Times New Roman"/>
                <a:hlinkClick r:id="rId3"/>
              </a:rPr>
              <a:t> </a:t>
            </a:r>
            <a:r>
              <a:rPr sz="2400" u="sng" spc="-325" dirty="0">
                <a:solidFill>
                  <a:srgbClr val="CC9900"/>
                </a:solidFill>
                <a:uFill>
                  <a:solidFill>
                    <a:srgbClr val="CC9900"/>
                  </a:solidFill>
                </a:uFill>
                <a:latin typeface="Times New Roman"/>
                <a:cs typeface="Times New Roman"/>
                <a:hlinkClick r:id="rId3"/>
              </a:rPr>
              <a:t>AWS</a:t>
            </a:r>
            <a:r>
              <a:rPr sz="2400" u="sng" spc="-55" dirty="0">
                <a:solidFill>
                  <a:srgbClr val="CC9900"/>
                </a:solidFill>
                <a:uFill>
                  <a:solidFill>
                    <a:srgbClr val="CC9900"/>
                  </a:solidFill>
                </a:uFill>
                <a:latin typeface="Times New Roman"/>
                <a:cs typeface="Times New Roman"/>
                <a:hlinkClick r:id="rId3"/>
              </a:rPr>
              <a:t> </a:t>
            </a:r>
            <a:r>
              <a:rPr sz="2400" u="sng" spc="-10" dirty="0">
                <a:solidFill>
                  <a:srgbClr val="CC9900"/>
                </a:solidFill>
                <a:uFill>
                  <a:solidFill>
                    <a:srgbClr val="CC9900"/>
                  </a:solidFill>
                </a:uFill>
                <a:latin typeface="Times New Roman"/>
                <a:cs typeface="Times New Roman"/>
                <a:hlinkClick r:id="rId3"/>
              </a:rPr>
              <a:t>Services.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68</a:t>
            </a:fld>
            <a:endParaRPr spc="-2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S3</a:t>
            </a:r>
            <a:r>
              <a:rPr spc="-40" dirty="0"/>
              <a:t> </a:t>
            </a:r>
            <a:r>
              <a:rPr dirty="0"/>
              <a:t>used</a:t>
            </a:r>
            <a:r>
              <a:rPr spc="-20" dirty="0"/>
              <a:t> for?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286385" marR="5080" indent="-274320" algn="just">
              <a:lnSpc>
                <a:spcPct val="100000"/>
              </a:lnSpc>
              <a:spcBef>
                <a:spcPts val="100"/>
              </a:spcBef>
              <a:buClr>
                <a:srgbClr val="D24717"/>
              </a:buClr>
              <a:buSzPct val="85416"/>
              <a:buFont typeface="Segoe UI Symbol"/>
              <a:buChar char="⚫"/>
              <a:tabLst>
                <a:tab pos="286385" algn="l"/>
              </a:tabLst>
            </a:pPr>
            <a:r>
              <a:rPr spc="-110" dirty="0"/>
              <a:t>Amazon</a:t>
            </a:r>
            <a:r>
              <a:rPr spc="10" dirty="0"/>
              <a:t> </a:t>
            </a:r>
            <a:r>
              <a:rPr dirty="0"/>
              <a:t>S3</a:t>
            </a:r>
            <a:r>
              <a:rPr spc="15" dirty="0"/>
              <a:t> </a:t>
            </a:r>
            <a:r>
              <a:rPr dirty="0"/>
              <a:t>is</a:t>
            </a:r>
            <a:r>
              <a:rPr spc="20" dirty="0"/>
              <a:t> </a:t>
            </a:r>
            <a:r>
              <a:rPr dirty="0"/>
              <a:t>used</a:t>
            </a:r>
            <a:r>
              <a:rPr spc="15" dirty="0"/>
              <a:t> </a:t>
            </a:r>
            <a:r>
              <a:rPr dirty="0"/>
              <a:t>for</a:t>
            </a:r>
            <a:r>
              <a:rPr spc="15" dirty="0"/>
              <a:t> </a:t>
            </a:r>
            <a:r>
              <a:rPr spc="-60" dirty="0"/>
              <a:t>various</a:t>
            </a:r>
            <a:r>
              <a:rPr spc="25" dirty="0"/>
              <a:t> </a:t>
            </a:r>
            <a:r>
              <a:rPr spc="-45" dirty="0"/>
              <a:t>purposes</a:t>
            </a:r>
            <a:r>
              <a:rPr spc="15" dirty="0"/>
              <a:t> </a:t>
            </a:r>
            <a:r>
              <a:rPr dirty="0"/>
              <a:t>in</a:t>
            </a:r>
            <a:r>
              <a:rPr spc="20" dirty="0"/>
              <a:t> </a:t>
            </a:r>
            <a:r>
              <a:rPr dirty="0"/>
              <a:t>the</a:t>
            </a:r>
            <a:r>
              <a:rPr spc="10" dirty="0"/>
              <a:t> </a:t>
            </a:r>
            <a:r>
              <a:rPr spc="-10" dirty="0"/>
              <a:t>Cloud</a:t>
            </a:r>
            <a:r>
              <a:rPr spc="15" dirty="0"/>
              <a:t> </a:t>
            </a:r>
            <a:r>
              <a:rPr spc="-80" dirty="0"/>
              <a:t>because</a:t>
            </a:r>
            <a:r>
              <a:rPr spc="10" dirty="0"/>
              <a:t> </a:t>
            </a:r>
            <a:r>
              <a:rPr dirty="0"/>
              <a:t>of</a:t>
            </a:r>
            <a:r>
              <a:rPr spc="15" dirty="0"/>
              <a:t> </a:t>
            </a:r>
            <a:r>
              <a:rPr spc="-25" dirty="0"/>
              <a:t>its </a:t>
            </a:r>
            <a:r>
              <a:rPr spc="-80" dirty="0"/>
              <a:t>robust</a:t>
            </a:r>
            <a:r>
              <a:rPr spc="-70" dirty="0"/>
              <a:t> </a:t>
            </a:r>
            <a:r>
              <a:rPr spc="-110" dirty="0"/>
              <a:t>features</a:t>
            </a:r>
            <a:r>
              <a:rPr spc="-40" dirty="0"/>
              <a:t> </a:t>
            </a:r>
            <a:r>
              <a:rPr spc="-85" dirty="0"/>
              <a:t>with</a:t>
            </a:r>
            <a:r>
              <a:rPr spc="-65" dirty="0"/>
              <a:t> </a:t>
            </a:r>
            <a:r>
              <a:rPr spc="-150" dirty="0"/>
              <a:t>scaling</a:t>
            </a:r>
            <a:r>
              <a:rPr dirty="0"/>
              <a:t> </a:t>
            </a:r>
            <a:r>
              <a:rPr spc="-140" dirty="0"/>
              <a:t>and</a:t>
            </a:r>
            <a:r>
              <a:rPr spc="-10" dirty="0"/>
              <a:t> </a:t>
            </a:r>
            <a:r>
              <a:rPr spc="-140" dirty="0"/>
              <a:t>Securing</a:t>
            </a:r>
            <a:r>
              <a:rPr spc="-10" dirty="0"/>
              <a:t> </a:t>
            </a:r>
            <a:r>
              <a:rPr spc="-140" dirty="0"/>
              <a:t>of</a:t>
            </a:r>
            <a:r>
              <a:rPr spc="-10" dirty="0"/>
              <a:t> </a:t>
            </a:r>
            <a:r>
              <a:rPr spc="-90" dirty="0"/>
              <a:t>data.</a:t>
            </a:r>
            <a:r>
              <a:rPr spc="-60" dirty="0"/>
              <a:t> </a:t>
            </a:r>
            <a:r>
              <a:rPr spc="-20" dirty="0"/>
              <a:t>It</a:t>
            </a:r>
            <a:r>
              <a:rPr spc="-25" dirty="0"/>
              <a:t> </a:t>
            </a:r>
            <a:r>
              <a:rPr spc="-130" dirty="0"/>
              <a:t>helps</a:t>
            </a:r>
            <a:r>
              <a:rPr spc="-10" dirty="0"/>
              <a:t> </a:t>
            </a:r>
            <a:r>
              <a:rPr spc="-95" dirty="0"/>
              <a:t>people</a:t>
            </a:r>
            <a:r>
              <a:rPr spc="-20" dirty="0"/>
              <a:t> </a:t>
            </a:r>
            <a:r>
              <a:rPr spc="-85" dirty="0"/>
              <a:t>with</a:t>
            </a:r>
            <a:r>
              <a:rPr spc="-25" dirty="0"/>
              <a:t> all </a:t>
            </a:r>
            <a:r>
              <a:rPr spc="-20" dirty="0"/>
              <a:t>kinds </a:t>
            </a:r>
            <a:r>
              <a:rPr dirty="0"/>
              <a:t>of</a:t>
            </a:r>
            <a:r>
              <a:rPr spc="-25" dirty="0"/>
              <a:t> </a:t>
            </a:r>
            <a:r>
              <a:rPr dirty="0"/>
              <a:t>use</a:t>
            </a:r>
            <a:r>
              <a:rPr spc="-30" dirty="0"/>
              <a:t> </a:t>
            </a:r>
            <a:r>
              <a:rPr spc="-60" dirty="0"/>
              <a:t>cases</a:t>
            </a:r>
            <a:r>
              <a:rPr spc="-20" dirty="0"/>
              <a:t> </a:t>
            </a:r>
            <a:r>
              <a:rPr dirty="0"/>
              <a:t>from</a:t>
            </a:r>
            <a:r>
              <a:rPr spc="-15" dirty="0"/>
              <a:t> </a:t>
            </a:r>
            <a:r>
              <a:rPr spc="-45" dirty="0"/>
              <a:t>fields</a:t>
            </a:r>
            <a:r>
              <a:rPr spc="-25" dirty="0"/>
              <a:t> </a:t>
            </a:r>
            <a:r>
              <a:rPr dirty="0"/>
              <a:t>such</a:t>
            </a:r>
            <a:r>
              <a:rPr spc="-20" dirty="0"/>
              <a:t> </a:t>
            </a:r>
            <a:r>
              <a:rPr dirty="0"/>
              <a:t>as</a:t>
            </a:r>
            <a:r>
              <a:rPr spc="-20" dirty="0"/>
              <a:t> </a:t>
            </a:r>
            <a:r>
              <a:rPr spc="-35" dirty="0"/>
              <a:t>Mobile/Web</a:t>
            </a:r>
            <a:r>
              <a:rPr spc="-20" dirty="0"/>
              <a:t> </a:t>
            </a:r>
            <a:r>
              <a:rPr spc="-85" dirty="0"/>
              <a:t>applications,</a:t>
            </a:r>
            <a:r>
              <a:rPr u="sng" spc="-15" dirty="0">
                <a:solidFill>
                  <a:srgbClr val="CC9900"/>
                </a:solidFill>
                <a:uFill>
                  <a:solidFill>
                    <a:srgbClr val="CC9900"/>
                  </a:solidFill>
                </a:uFill>
                <a:hlinkClick r:id="rId2"/>
              </a:rPr>
              <a:t> </a:t>
            </a:r>
            <a:r>
              <a:rPr u="sng" spc="-105" dirty="0">
                <a:solidFill>
                  <a:srgbClr val="CC9900"/>
                </a:solidFill>
                <a:uFill>
                  <a:solidFill>
                    <a:srgbClr val="CC9900"/>
                  </a:solidFill>
                </a:uFill>
                <a:hlinkClick r:id="rId2"/>
              </a:rPr>
              <a:t>Big</a:t>
            </a:r>
            <a:r>
              <a:rPr spc="-105" dirty="0">
                <a:solidFill>
                  <a:srgbClr val="CC9900"/>
                </a:solidFill>
              </a:rPr>
              <a:t> </a:t>
            </a:r>
            <a:r>
              <a:rPr u="sng" spc="-65" dirty="0">
                <a:solidFill>
                  <a:srgbClr val="CC9900"/>
                </a:solidFill>
                <a:uFill>
                  <a:solidFill>
                    <a:srgbClr val="CC9900"/>
                  </a:solidFill>
                </a:uFill>
                <a:hlinkClick r:id="rId2"/>
              </a:rPr>
              <a:t>data,</a:t>
            </a:r>
            <a:r>
              <a:rPr spc="-85" dirty="0">
                <a:solidFill>
                  <a:srgbClr val="CC9900"/>
                </a:solidFill>
              </a:rPr>
              <a:t> </a:t>
            </a:r>
            <a:r>
              <a:rPr u="sng" spc="-135" dirty="0">
                <a:solidFill>
                  <a:srgbClr val="CC9900"/>
                </a:solidFill>
                <a:uFill>
                  <a:solidFill>
                    <a:srgbClr val="CC9900"/>
                  </a:solidFill>
                </a:uFill>
                <a:hlinkClick r:id="rId3"/>
              </a:rPr>
              <a:t>Machine</a:t>
            </a:r>
            <a:r>
              <a:rPr u="sng" spc="-15" dirty="0">
                <a:solidFill>
                  <a:srgbClr val="CC9900"/>
                </a:solidFill>
                <a:uFill>
                  <a:solidFill>
                    <a:srgbClr val="CC9900"/>
                  </a:solidFill>
                </a:uFill>
                <a:hlinkClick r:id="rId3"/>
              </a:rPr>
              <a:t> </a:t>
            </a:r>
            <a:r>
              <a:rPr u="sng" spc="-110" dirty="0">
                <a:solidFill>
                  <a:srgbClr val="CC9900"/>
                </a:solidFill>
                <a:uFill>
                  <a:solidFill>
                    <a:srgbClr val="CC9900"/>
                  </a:solidFill>
                </a:uFill>
                <a:hlinkClick r:id="rId3"/>
              </a:rPr>
              <a:t>Learning</a:t>
            </a:r>
            <a:r>
              <a:rPr spc="-40" dirty="0">
                <a:solidFill>
                  <a:srgbClr val="CC9900"/>
                </a:solidFill>
              </a:rPr>
              <a:t> </a:t>
            </a:r>
            <a:r>
              <a:rPr spc="-90" dirty="0"/>
              <a:t>and</a:t>
            </a:r>
            <a:r>
              <a:rPr spc="-60" dirty="0"/>
              <a:t> </a:t>
            </a:r>
            <a:r>
              <a:rPr spc="-155" dirty="0"/>
              <a:t>many</a:t>
            </a:r>
            <a:r>
              <a:rPr spc="5" dirty="0"/>
              <a:t> </a:t>
            </a:r>
            <a:r>
              <a:rPr spc="-40" dirty="0"/>
              <a:t>more.</a:t>
            </a:r>
            <a:r>
              <a:rPr spc="-110" dirty="0"/>
              <a:t> </a:t>
            </a:r>
            <a:r>
              <a:rPr spc="-50" dirty="0"/>
              <a:t>The</a:t>
            </a:r>
            <a:r>
              <a:rPr spc="-100" dirty="0"/>
              <a:t> </a:t>
            </a:r>
            <a:r>
              <a:rPr spc="-125" dirty="0"/>
              <a:t>following</a:t>
            </a:r>
            <a:r>
              <a:rPr spc="-25" dirty="0"/>
              <a:t> </a:t>
            </a:r>
            <a:r>
              <a:rPr spc="-20" dirty="0"/>
              <a:t>are</a:t>
            </a:r>
            <a:r>
              <a:rPr spc="-30" dirty="0"/>
              <a:t> </a:t>
            </a:r>
            <a:r>
              <a:rPr dirty="0"/>
              <a:t>a</a:t>
            </a:r>
            <a:r>
              <a:rPr spc="-30" dirty="0"/>
              <a:t> </a:t>
            </a:r>
            <a:r>
              <a:rPr spc="-100" dirty="0"/>
              <a:t>few</a:t>
            </a:r>
            <a:r>
              <a:rPr spc="-30" dirty="0"/>
              <a:t> </a:t>
            </a:r>
            <a:r>
              <a:rPr spc="-20" dirty="0"/>
              <a:t>Wide </a:t>
            </a:r>
            <a:r>
              <a:rPr spc="-175" dirty="0"/>
              <a:t>Usage</a:t>
            </a:r>
            <a:r>
              <a:rPr spc="-45" dirty="0"/>
              <a:t> </a:t>
            </a:r>
            <a:r>
              <a:rPr spc="-145" dirty="0"/>
              <a:t>of</a:t>
            </a:r>
            <a:r>
              <a:rPr spc="-220" dirty="0"/>
              <a:t> </a:t>
            </a:r>
            <a:r>
              <a:rPr spc="-185" dirty="0"/>
              <a:t>Amazon</a:t>
            </a:r>
            <a:r>
              <a:rPr spc="-50" dirty="0"/>
              <a:t> </a:t>
            </a:r>
            <a:r>
              <a:rPr spc="-240" dirty="0"/>
              <a:t>S3</a:t>
            </a:r>
            <a:r>
              <a:rPr spc="-30" dirty="0"/>
              <a:t> </a:t>
            </a:r>
            <a:r>
              <a:rPr spc="-10" dirty="0"/>
              <a:t>service.</a:t>
            </a:r>
          </a:p>
          <a:p>
            <a:pPr marL="286385" marR="5080" indent="-274320" algn="just">
              <a:lnSpc>
                <a:spcPct val="100000"/>
              </a:lnSpc>
              <a:spcBef>
                <a:spcPts val="1395"/>
              </a:spcBef>
              <a:buSzPct val="85416"/>
              <a:buFont typeface="Arial MT"/>
              <a:buChar char="•"/>
              <a:tabLst>
                <a:tab pos="286385" algn="l"/>
                <a:tab pos="287655" algn="l"/>
              </a:tabLst>
            </a:pPr>
            <a:r>
              <a:rPr dirty="0">
                <a:solidFill>
                  <a:srgbClr val="D24717"/>
                </a:solidFill>
                <a:latin typeface="Times New Roman"/>
                <a:cs typeface="Times New Roman"/>
              </a:rPr>
              <a:t>	</a:t>
            </a:r>
            <a:r>
              <a:rPr b="1" spc="-10" dirty="0">
                <a:latin typeface="Times New Roman"/>
                <a:cs typeface="Times New Roman"/>
              </a:rPr>
              <a:t>Data</a:t>
            </a:r>
            <a:r>
              <a:rPr b="1" spc="-140" dirty="0">
                <a:latin typeface="Times New Roman"/>
                <a:cs typeface="Times New Roman"/>
              </a:rPr>
              <a:t> </a:t>
            </a:r>
            <a:r>
              <a:rPr b="1" spc="-55" dirty="0">
                <a:latin typeface="Times New Roman"/>
                <a:cs typeface="Times New Roman"/>
              </a:rPr>
              <a:t>Storage:</a:t>
            </a:r>
            <a:r>
              <a:rPr b="1" spc="-95" dirty="0">
                <a:latin typeface="Times New Roman"/>
                <a:cs typeface="Times New Roman"/>
              </a:rPr>
              <a:t> </a:t>
            </a:r>
            <a:r>
              <a:rPr spc="-175" dirty="0"/>
              <a:t>Amazon</a:t>
            </a:r>
            <a:r>
              <a:rPr spc="25" dirty="0"/>
              <a:t> </a:t>
            </a:r>
            <a:r>
              <a:rPr spc="-120" dirty="0"/>
              <a:t>s3</a:t>
            </a:r>
            <a:r>
              <a:rPr spc="-30" dirty="0"/>
              <a:t> </a:t>
            </a:r>
            <a:r>
              <a:rPr spc="-100" dirty="0"/>
              <a:t>acts</a:t>
            </a:r>
            <a:r>
              <a:rPr spc="-50" dirty="0"/>
              <a:t> </a:t>
            </a:r>
            <a:r>
              <a:rPr spc="-195" dirty="0"/>
              <a:t>as</a:t>
            </a:r>
            <a:r>
              <a:rPr spc="45" dirty="0"/>
              <a:t> </a:t>
            </a:r>
            <a:r>
              <a:rPr spc="-20" dirty="0"/>
              <a:t>the</a:t>
            </a:r>
            <a:r>
              <a:rPr spc="-130" dirty="0"/>
              <a:t> </a:t>
            </a:r>
            <a:r>
              <a:rPr spc="-75" dirty="0"/>
              <a:t>best </a:t>
            </a:r>
            <a:r>
              <a:rPr spc="-70" dirty="0"/>
              <a:t>option</a:t>
            </a:r>
            <a:r>
              <a:rPr spc="-40" dirty="0"/>
              <a:t> </a:t>
            </a:r>
            <a:r>
              <a:rPr spc="-60" dirty="0"/>
              <a:t>for</a:t>
            </a:r>
            <a:r>
              <a:rPr spc="-45" dirty="0"/>
              <a:t> </a:t>
            </a:r>
            <a:r>
              <a:rPr spc="-150" dirty="0"/>
              <a:t>scaling</a:t>
            </a:r>
            <a:r>
              <a:rPr dirty="0"/>
              <a:t> </a:t>
            </a:r>
            <a:r>
              <a:rPr spc="-65" dirty="0"/>
              <a:t>both</a:t>
            </a:r>
            <a:r>
              <a:rPr spc="-35" dirty="0"/>
              <a:t> </a:t>
            </a:r>
            <a:r>
              <a:rPr spc="-80" dirty="0"/>
              <a:t>small </a:t>
            </a:r>
            <a:r>
              <a:rPr spc="-135" dirty="0"/>
              <a:t>and</a:t>
            </a:r>
            <a:r>
              <a:rPr spc="-15" dirty="0"/>
              <a:t> </a:t>
            </a:r>
            <a:r>
              <a:rPr spc="-110" dirty="0"/>
              <a:t>large</a:t>
            </a:r>
            <a:r>
              <a:rPr spc="-40" dirty="0"/>
              <a:t> </a:t>
            </a:r>
            <a:r>
              <a:rPr spc="-105" dirty="0"/>
              <a:t>storage</a:t>
            </a:r>
            <a:r>
              <a:rPr spc="-45" dirty="0"/>
              <a:t> </a:t>
            </a:r>
            <a:r>
              <a:rPr spc="-114" dirty="0"/>
              <a:t>applications.</a:t>
            </a:r>
            <a:r>
              <a:rPr spc="-35" dirty="0"/>
              <a:t> </a:t>
            </a:r>
            <a:r>
              <a:rPr spc="-10" dirty="0"/>
              <a:t>It</a:t>
            </a:r>
            <a:r>
              <a:rPr spc="-140" dirty="0"/>
              <a:t> </a:t>
            </a:r>
            <a:r>
              <a:rPr spc="-125" dirty="0"/>
              <a:t>helps</a:t>
            </a:r>
            <a:r>
              <a:rPr spc="-25" dirty="0"/>
              <a:t> </a:t>
            </a:r>
            <a:r>
              <a:rPr spc="-90" dirty="0"/>
              <a:t>in</a:t>
            </a:r>
            <a:r>
              <a:rPr spc="-60" dirty="0"/>
              <a:t> </a:t>
            </a:r>
            <a:r>
              <a:rPr spc="-90" dirty="0"/>
              <a:t>storing</a:t>
            </a:r>
            <a:r>
              <a:rPr spc="-35" dirty="0"/>
              <a:t> </a:t>
            </a:r>
            <a:r>
              <a:rPr spc="-135" dirty="0"/>
              <a:t>and</a:t>
            </a:r>
            <a:r>
              <a:rPr spc="-15" dirty="0"/>
              <a:t> </a:t>
            </a:r>
            <a:r>
              <a:rPr spc="-85" dirty="0"/>
              <a:t>retrieving</a:t>
            </a:r>
            <a:r>
              <a:rPr spc="-35" dirty="0"/>
              <a:t> </a:t>
            </a:r>
            <a:r>
              <a:rPr spc="-25" dirty="0"/>
              <a:t>the</a:t>
            </a:r>
            <a:r>
              <a:rPr spc="-35" dirty="0"/>
              <a:t> </a:t>
            </a:r>
            <a:r>
              <a:rPr spc="-20" dirty="0"/>
              <a:t>data- </a:t>
            </a:r>
            <a:r>
              <a:rPr spc="-110" dirty="0"/>
              <a:t>intensitive</a:t>
            </a:r>
            <a:r>
              <a:rPr spc="-40" dirty="0"/>
              <a:t> </a:t>
            </a:r>
            <a:r>
              <a:rPr spc="-125" dirty="0"/>
              <a:t>applications</a:t>
            </a:r>
            <a:r>
              <a:rPr spc="-70" dirty="0"/>
              <a:t> </a:t>
            </a:r>
            <a:r>
              <a:rPr spc="-190" dirty="0"/>
              <a:t>as</a:t>
            </a:r>
            <a:r>
              <a:rPr spc="-40" dirty="0"/>
              <a:t> </a:t>
            </a:r>
            <a:r>
              <a:rPr spc="-55" dirty="0"/>
              <a:t>per</a:t>
            </a:r>
            <a:r>
              <a:rPr spc="-40" dirty="0"/>
              <a:t> </a:t>
            </a:r>
            <a:r>
              <a:rPr spc="-130" dirty="0"/>
              <a:t>needs</a:t>
            </a:r>
            <a:r>
              <a:rPr spc="-45" dirty="0"/>
              <a:t> </a:t>
            </a:r>
            <a:r>
              <a:rPr spc="-120" dirty="0"/>
              <a:t>in</a:t>
            </a:r>
            <a:r>
              <a:rPr spc="-35" dirty="0"/>
              <a:t> </a:t>
            </a:r>
            <a:r>
              <a:rPr spc="-130" dirty="0"/>
              <a:t>ideal</a:t>
            </a:r>
            <a:r>
              <a:rPr spc="-50" dirty="0"/>
              <a:t> </a:t>
            </a:r>
            <a:r>
              <a:rPr spc="-10" dirty="0"/>
              <a:t>time.</a:t>
            </a:r>
          </a:p>
          <a:p>
            <a:pPr marL="286385" marR="6350" indent="-274320" algn="just">
              <a:lnSpc>
                <a:spcPct val="100000"/>
              </a:lnSpc>
              <a:spcBef>
                <a:spcPts val="2400"/>
              </a:spcBef>
              <a:buSzPct val="85416"/>
              <a:buFont typeface="Arial MT"/>
              <a:buChar char="•"/>
              <a:tabLst>
                <a:tab pos="286385" algn="l"/>
                <a:tab pos="287655" algn="l"/>
              </a:tabLst>
            </a:pPr>
            <a:r>
              <a:rPr dirty="0">
                <a:solidFill>
                  <a:srgbClr val="D24717"/>
                </a:solidFill>
                <a:latin typeface="Times New Roman"/>
                <a:cs typeface="Times New Roman"/>
              </a:rPr>
              <a:t>	</a:t>
            </a:r>
            <a:r>
              <a:rPr b="1" dirty="0">
                <a:latin typeface="Times New Roman"/>
                <a:cs typeface="Times New Roman"/>
              </a:rPr>
              <a:t>Backup</a:t>
            </a:r>
            <a:r>
              <a:rPr b="1" spc="-105" dirty="0">
                <a:latin typeface="Times New Roman"/>
                <a:cs typeface="Times New Roman"/>
              </a:rPr>
              <a:t> </a:t>
            </a:r>
            <a:r>
              <a:rPr b="1" dirty="0">
                <a:latin typeface="Times New Roman"/>
                <a:cs typeface="Times New Roman"/>
              </a:rPr>
              <a:t>and</a:t>
            </a:r>
            <a:r>
              <a:rPr b="1" spc="10" dirty="0">
                <a:latin typeface="Times New Roman"/>
                <a:cs typeface="Times New Roman"/>
              </a:rPr>
              <a:t> </a:t>
            </a:r>
            <a:r>
              <a:rPr b="1" spc="-20" dirty="0">
                <a:latin typeface="Times New Roman"/>
                <a:cs typeface="Times New Roman"/>
              </a:rPr>
              <a:t>Recovery:</a:t>
            </a:r>
            <a:r>
              <a:rPr b="1" spc="-75" dirty="0">
                <a:latin typeface="Times New Roman"/>
                <a:cs typeface="Times New Roman"/>
              </a:rPr>
              <a:t> </a:t>
            </a:r>
            <a:r>
              <a:rPr spc="-210" dirty="0"/>
              <a:t>Many</a:t>
            </a:r>
            <a:r>
              <a:rPr spc="60" dirty="0"/>
              <a:t> </a:t>
            </a:r>
            <a:r>
              <a:rPr spc="-114" dirty="0"/>
              <a:t>Organizations</a:t>
            </a:r>
            <a:r>
              <a:rPr dirty="0"/>
              <a:t> </a:t>
            </a:r>
            <a:r>
              <a:rPr spc="-20" dirty="0"/>
              <a:t>are</a:t>
            </a:r>
            <a:r>
              <a:rPr spc="10" dirty="0"/>
              <a:t> </a:t>
            </a:r>
            <a:r>
              <a:rPr spc="-120" dirty="0"/>
              <a:t>using</a:t>
            </a:r>
            <a:r>
              <a:rPr spc="5" dirty="0"/>
              <a:t> </a:t>
            </a:r>
            <a:r>
              <a:rPr spc="-170" dirty="0"/>
              <a:t>Amazon</a:t>
            </a:r>
            <a:r>
              <a:rPr spc="20" dirty="0"/>
              <a:t> </a:t>
            </a:r>
            <a:r>
              <a:rPr spc="-204" dirty="0"/>
              <a:t>S3</a:t>
            </a:r>
            <a:r>
              <a:rPr spc="55" dirty="0"/>
              <a:t> </a:t>
            </a:r>
            <a:r>
              <a:rPr spc="-25" dirty="0"/>
              <a:t>to </a:t>
            </a:r>
            <a:r>
              <a:rPr spc="-135" dirty="0"/>
              <a:t>backup</a:t>
            </a:r>
            <a:r>
              <a:rPr spc="-15" dirty="0"/>
              <a:t> </a:t>
            </a:r>
            <a:r>
              <a:rPr spc="-60" dirty="0"/>
              <a:t>their</a:t>
            </a:r>
            <a:r>
              <a:rPr spc="-20" dirty="0"/>
              <a:t> </a:t>
            </a:r>
            <a:r>
              <a:rPr spc="-90" dirty="0"/>
              <a:t>critical</a:t>
            </a:r>
            <a:r>
              <a:rPr spc="-5" dirty="0"/>
              <a:t> </a:t>
            </a:r>
            <a:r>
              <a:rPr spc="-125" dirty="0"/>
              <a:t>data</a:t>
            </a:r>
            <a:r>
              <a:rPr spc="-15" dirty="0"/>
              <a:t> </a:t>
            </a:r>
            <a:r>
              <a:rPr spc="-140" dirty="0"/>
              <a:t>and</a:t>
            </a:r>
            <a:r>
              <a:rPr spc="-5" dirty="0"/>
              <a:t> </a:t>
            </a:r>
            <a:r>
              <a:rPr spc="-125" dirty="0"/>
              <a:t>maintain</a:t>
            </a:r>
            <a:r>
              <a:rPr spc="-5" dirty="0"/>
              <a:t> </a:t>
            </a:r>
            <a:r>
              <a:rPr spc="-40" dirty="0"/>
              <a:t>the</a:t>
            </a:r>
            <a:r>
              <a:rPr spc="-15" dirty="0"/>
              <a:t> </a:t>
            </a:r>
            <a:r>
              <a:rPr spc="-125" dirty="0"/>
              <a:t>data</a:t>
            </a:r>
            <a:r>
              <a:rPr spc="-15" dirty="0"/>
              <a:t> </a:t>
            </a:r>
            <a:r>
              <a:rPr spc="-110" dirty="0"/>
              <a:t>durability</a:t>
            </a:r>
            <a:r>
              <a:rPr spc="-20" dirty="0"/>
              <a:t> </a:t>
            </a:r>
            <a:r>
              <a:rPr spc="-140" dirty="0"/>
              <a:t>and</a:t>
            </a:r>
            <a:r>
              <a:rPr spc="-10" dirty="0"/>
              <a:t> </a:t>
            </a:r>
            <a:r>
              <a:rPr spc="-110" dirty="0"/>
              <a:t>availability </a:t>
            </a:r>
            <a:r>
              <a:rPr spc="-95" dirty="0"/>
              <a:t>for</a:t>
            </a:r>
            <a:r>
              <a:rPr spc="-20" dirty="0"/>
              <a:t> </a:t>
            </a:r>
            <a:r>
              <a:rPr spc="-125" dirty="0"/>
              <a:t>recovery</a:t>
            </a:r>
            <a:r>
              <a:rPr dirty="0"/>
              <a:t> </a:t>
            </a:r>
            <a:r>
              <a:rPr spc="-10" dirty="0"/>
              <a:t>needs.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69</a:t>
            </a:fld>
            <a:endParaRPr spc="-25" dirty="0"/>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CFA23A1-69DA-6C7C-6A33-E99041B648F0}"/>
                  </a:ext>
                </a:extLst>
              </p14:cNvPr>
              <p14:cNvContentPartPr/>
              <p14:nvPr/>
            </p14:nvContentPartPr>
            <p14:xfrm>
              <a:off x="4076280" y="2570760"/>
              <a:ext cx="4947480" cy="2156400"/>
            </p14:xfrm>
          </p:contentPart>
        </mc:Choice>
        <mc:Fallback xmlns="">
          <p:pic>
            <p:nvPicPr>
              <p:cNvPr id="6" name="Ink 5">
                <a:extLst>
                  <a:ext uri="{FF2B5EF4-FFF2-40B4-BE49-F238E27FC236}">
                    <a16:creationId xmlns:a16="http://schemas.microsoft.com/office/drawing/2014/main" id="{1CFA23A1-69DA-6C7C-6A33-E99041B648F0}"/>
                  </a:ext>
                </a:extLst>
              </p:cNvPr>
              <p:cNvPicPr/>
              <p:nvPr/>
            </p:nvPicPr>
            <p:blipFill>
              <a:blip r:embed="rId5"/>
              <a:stretch>
                <a:fillRect/>
              </a:stretch>
            </p:blipFill>
            <p:spPr>
              <a:xfrm>
                <a:off x="4066920" y="2561400"/>
                <a:ext cx="4966200" cy="2175120"/>
              </a:xfrm>
              <a:prstGeom prst="rect">
                <a:avLst/>
              </a:prstGeom>
            </p:spPr>
          </p:pic>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S3</a:t>
            </a:r>
            <a:r>
              <a:rPr spc="-40" dirty="0"/>
              <a:t> </a:t>
            </a:r>
            <a:r>
              <a:rPr dirty="0"/>
              <a:t>used</a:t>
            </a:r>
            <a:r>
              <a:rPr spc="-20" dirty="0"/>
              <a:t> for?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133602"/>
            <a:ext cx="8303259" cy="5025390"/>
          </a:xfrm>
          <a:prstGeom prst="rect">
            <a:avLst/>
          </a:prstGeom>
        </p:spPr>
        <p:txBody>
          <a:bodyPr vert="horz" wrap="square" lIns="0" tIns="12700" rIns="0" bIns="0" rtlCol="0">
            <a:spAutoFit/>
          </a:bodyPr>
          <a:lstStyle/>
          <a:p>
            <a:pPr marL="286385" marR="5080" indent="-274320" algn="just">
              <a:lnSpc>
                <a:spcPct val="100000"/>
              </a:lnSpc>
              <a:spcBef>
                <a:spcPts val="100"/>
              </a:spcBef>
              <a:buSzPct val="85416"/>
              <a:buFont typeface="Arial MT"/>
              <a:buChar char="•"/>
              <a:tabLst>
                <a:tab pos="286385" algn="l"/>
                <a:tab pos="287655" algn="l"/>
              </a:tabLst>
            </a:pPr>
            <a:r>
              <a:rPr sz="2400" dirty="0">
                <a:solidFill>
                  <a:srgbClr val="D24717"/>
                </a:solidFill>
                <a:latin typeface="Times New Roman"/>
                <a:cs typeface="Times New Roman"/>
              </a:rPr>
              <a:t>	</a:t>
            </a:r>
            <a:r>
              <a:rPr sz="2400" b="1" dirty="0">
                <a:solidFill>
                  <a:srgbClr val="273139"/>
                </a:solidFill>
                <a:latin typeface="Times New Roman"/>
                <a:cs typeface="Times New Roman"/>
              </a:rPr>
              <a:t>Hosting</a:t>
            </a:r>
            <a:r>
              <a:rPr sz="2400" b="1" spc="-150" dirty="0">
                <a:solidFill>
                  <a:srgbClr val="273139"/>
                </a:solidFill>
                <a:latin typeface="Times New Roman"/>
                <a:cs typeface="Times New Roman"/>
              </a:rPr>
              <a:t> </a:t>
            </a:r>
            <a:r>
              <a:rPr sz="2400" b="1" spc="-35" dirty="0">
                <a:solidFill>
                  <a:srgbClr val="273139"/>
                </a:solidFill>
                <a:latin typeface="Times New Roman"/>
                <a:cs typeface="Times New Roman"/>
              </a:rPr>
              <a:t>Static</a:t>
            </a:r>
            <a:r>
              <a:rPr sz="2400" b="1" spc="-25" dirty="0">
                <a:solidFill>
                  <a:srgbClr val="273139"/>
                </a:solidFill>
                <a:latin typeface="Times New Roman"/>
                <a:cs typeface="Times New Roman"/>
              </a:rPr>
              <a:t> </a:t>
            </a:r>
            <a:r>
              <a:rPr sz="2400" b="1" spc="-90" dirty="0">
                <a:solidFill>
                  <a:srgbClr val="273139"/>
                </a:solidFill>
                <a:latin typeface="Times New Roman"/>
                <a:cs typeface="Times New Roman"/>
              </a:rPr>
              <a:t>Websites:</a:t>
            </a:r>
            <a:r>
              <a:rPr sz="2400" b="1" spc="-55" dirty="0">
                <a:solidFill>
                  <a:srgbClr val="273139"/>
                </a:solidFill>
                <a:latin typeface="Times New Roman"/>
                <a:cs typeface="Times New Roman"/>
              </a:rPr>
              <a:t> </a:t>
            </a:r>
            <a:r>
              <a:rPr sz="2400" spc="-200" dirty="0">
                <a:solidFill>
                  <a:srgbClr val="273139"/>
                </a:solidFill>
                <a:latin typeface="Times New Roman"/>
                <a:cs typeface="Times New Roman"/>
              </a:rPr>
              <a:t>Amazon</a:t>
            </a:r>
            <a:r>
              <a:rPr sz="2400" spc="50" dirty="0">
                <a:solidFill>
                  <a:srgbClr val="273139"/>
                </a:solidFill>
                <a:latin typeface="Times New Roman"/>
                <a:cs typeface="Times New Roman"/>
              </a:rPr>
              <a:t> </a:t>
            </a:r>
            <a:r>
              <a:rPr sz="2400" spc="-375" dirty="0">
                <a:solidFill>
                  <a:srgbClr val="273139"/>
                </a:solidFill>
                <a:latin typeface="Times New Roman"/>
                <a:cs typeface="Times New Roman"/>
              </a:rPr>
              <a:t>S3</a:t>
            </a:r>
            <a:r>
              <a:rPr sz="2400" spc="225" dirty="0">
                <a:solidFill>
                  <a:srgbClr val="273139"/>
                </a:solidFill>
                <a:latin typeface="Times New Roman"/>
                <a:cs typeface="Times New Roman"/>
              </a:rPr>
              <a:t> </a:t>
            </a:r>
            <a:r>
              <a:rPr sz="2400" spc="-130" dirty="0">
                <a:solidFill>
                  <a:srgbClr val="273139"/>
                </a:solidFill>
                <a:latin typeface="Times New Roman"/>
                <a:cs typeface="Times New Roman"/>
              </a:rPr>
              <a:t>facilitates</a:t>
            </a:r>
            <a:r>
              <a:rPr sz="2400" spc="65" dirty="0">
                <a:solidFill>
                  <a:srgbClr val="273139"/>
                </a:solidFill>
                <a:latin typeface="Times New Roman"/>
                <a:cs typeface="Times New Roman"/>
              </a:rPr>
              <a:t> </a:t>
            </a:r>
            <a:r>
              <a:rPr sz="2400" spc="-140" dirty="0">
                <a:solidFill>
                  <a:srgbClr val="273139"/>
                </a:solidFill>
                <a:latin typeface="Times New Roman"/>
                <a:cs typeface="Times New Roman"/>
              </a:rPr>
              <a:t>in</a:t>
            </a:r>
            <a:r>
              <a:rPr sz="2400" spc="65" dirty="0">
                <a:solidFill>
                  <a:srgbClr val="273139"/>
                </a:solidFill>
                <a:latin typeface="Times New Roman"/>
                <a:cs typeface="Times New Roman"/>
              </a:rPr>
              <a:t> </a:t>
            </a:r>
            <a:r>
              <a:rPr sz="2400" spc="-95" dirty="0">
                <a:solidFill>
                  <a:srgbClr val="273139"/>
                </a:solidFill>
                <a:latin typeface="Times New Roman"/>
                <a:cs typeface="Times New Roman"/>
              </a:rPr>
              <a:t>storing</a:t>
            </a:r>
            <a:r>
              <a:rPr sz="2400" spc="65" dirty="0">
                <a:solidFill>
                  <a:srgbClr val="273139"/>
                </a:solidFill>
                <a:latin typeface="Times New Roman"/>
                <a:cs typeface="Times New Roman"/>
              </a:rPr>
              <a:t> </a:t>
            </a:r>
            <a:r>
              <a:rPr sz="2400" spc="-200" dirty="0">
                <a:solidFill>
                  <a:srgbClr val="273139"/>
                </a:solidFill>
                <a:latin typeface="Times New Roman"/>
                <a:cs typeface="Times New Roman"/>
              </a:rPr>
              <a:t>HTML,</a:t>
            </a:r>
            <a:r>
              <a:rPr sz="2400" spc="50" dirty="0">
                <a:solidFill>
                  <a:srgbClr val="273139"/>
                </a:solidFill>
                <a:latin typeface="Times New Roman"/>
                <a:cs typeface="Times New Roman"/>
              </a:rPr>
              <a:t> </a:t>
            </a:r>
            <a:r>
              <a:rPr sz="2400" spc="-305" dirty="0">
                <a:solidFill>
                  <a:srgbClr val="273139"/>
                </a:solidFill>
                <a:latin typeface="Times New Roman"/>
                <a:cs typeface="Times New Roman"/>
              </a:rPr>
              <a:t>CSS </a:t>
            </a:r>
            <a:r>
              <a:rPr sz="2400" dirty="0">
                <a:solidFill>
                  <a:srgbClr val="273139"/>
                </a:solidFill>
                <a:latin typeface="Times New Roman"/>
                <a:cs typeface="Times New Roman"/>
              </a:rPr>
              <a:t>and</a:t>
            </a:r>
            <a:r>
              <a:rPr sz="2400" spc="260" dirty="0">
                <a:solidFill>
                  <a:srgbClr val="273139"/>
                </a:solidFill>
                <a:latin typeface="Times New Roman"/>
                <a:cs typeface="Times New Roman"/>
              </a:rPr>
              <a:t> </a:t>
            </a:r>
            <a:r>
              <a:rPr sz="2400" dirty="0">
                <a:solidFill>
                  <a:srgbClr val="273139"/>
                </a:solidFill>
                <a:latin typeface="Times New Roman"/>
                <a:cs typeface="Times New Roman"/>
              </a:rPr>
              <a:t>other</a:t>
            </a:r>
            <a:r>
              <a:rPr sz="2400" spc="260" dirty="0">
                <a:solidFill>
                  <a:srgbClr val="273139"/>
                </a:solidFill>
                <a:latin typeface="Times New Roman"/>
                <a:cs typeface="Times New Roman"/>
              </a:rPr>
              <a:t> </a:t>
            </a:r>
            <a:r>
              <a:rPr sz="2400" dirty="0">
                <a:solidFill>
                  <a:srgbClr val="273139"/>
                </a:solidFill>
                <a:latin typeface="Times New Roman"/>
                <a:cs typeface="Times New Roman"/>
              </a:rPr>
              <a:t>web</a:t>
            </a:r>
            <a:r>
              <a:rPr sz="2400" spc="260" dirty="0">
                <a:solidFill>
                  <a:srgbClr val="273139"/>
                </a:solidFill>
                <a:latin typeface="Times New Roman"/>
                <a:cs typeface="Times New Roman"/>
              </a:rPr>
              <a:t> </a:t>
            </a:r>
            <a:r>
              <a:rPr sz="2400" dirty="0">
                <a:solidFill>
                  <a:srgbClr val="273139"/>
                </a:solidFill>
                <a:latin typeface="Times New Roman"/>
                <a:cs typeface="Times New Roman"/>
              </a:rPr>
              <a:t>content</a:t>
            </a:r>
            <a:r>
              <a:rPr sz="2400" spc="254" dirty="0">
                <a:solidFill>
                  <a:srgbClr val="273139"/>
                </a:solidFill>
                <a:latin typeface="Times New Roman"/>
                <a:cs typeface="Times New Roman"/>
              </a:rPr>
              <a:t> </a:t>
            </a:r>
            <a:r>
              <a:rPr sz="2400" dirty="0">
                <a:solidFill>
                  <a:srgbClr val="273139"/>
                </a:solidFill>
                <a:latin typeface="Times New Roman"/>
                <a:cs typeface="Times New Roman"/>
              </a:rPr>
              <a:t>from</a:t>
            </a:r>
            <a:r>
              <a:rPr sz="2400" spc="265" dirty="0">
                <a:solidFill>
                  <a:srgbClr val="273139"/>
                </a:solidFill>
                <a:latin typeface="Times New Roman"/>
                <a:cs typeface="Times New Roman"/>
              </a:rPr>
              <a:t> </a:t>
            </a:r>
            <a:r>
              <a:rPr sz="2400" spc="-25" dirty="0">
                <a:solidFill>
                  <a:srgbClr val="273139"/>
                </a:solidFill>
                <a:latin typeface="Times New Roman"/>
                <a:cs typeface="Times New Roman"/>
              </a:rPr>
              <a:t>Users/developers</a:t>
            </a:r>
            <a:r>
              <a:rPr sz="2400" spc="265" dirty="0">
                <a:solidFill>
                  <a:srgbClr val="273139"/>
                </a:solidFill>
                <a:latin typeface="Times New Roman"/>
                <a:cs typeface="Times New Roman"/>
              </a:rPr>
              <a:t> </a:t>
            </a:r>
            <a:r>
              <a:rPr sz="2400" spc="-35" dirty="0">
                <a:solidFill>
                  <a:srgbClr val="273139"/>
                </a:solidFill>
                <a:latin typeface="Times New Roman"/>
                <a:cs typeface="Times New Roman"/>
              </a:rPr>
              <a:t>allowing</a:t>
            </a:r>
            <a:r>
              <a:rPr sz="2400" spc="260" dirty="0">
                <a:solidFill>
                  <a:srgbClr val="273139"/>
                </a:solidFill>
                <a:latin typeface="Times New Roman"/>
                <a:cs typeface="Times New Roman"/>
              </a:rPr>
              <a:t> </a:t>
            </a:r>
            <a:r>
              <a:rPr sz="2400" dirty="0">
                <a:solidFill>
                  <a:srgbClr val="273139"/>
                </a:solidFill>
                <a:latin typeface="Times New Roman"/>
                <a:cs typeface="Times New Roman"/>
              </a:rPr>
              <a:t>them</a:t>
            </a:r>
            <a:r>
              <a:rPr sz="2400" spc="254" dirty="0">
                <a:solidFill>
                  <a:srgbClr val="273139"/>
                </a:solidFill>
                <a:latin typeface="Times New Roman"/>
                <a:cs typeface="Times New Roman"/>
              </a:rPr>
              <a:t> </a:t>
            </a:r>
            <a:r>
              <a:rPr sz="2400" spc="-25" dirty="0">
                <a:solidFill>
                  <a:srgbClr val="273139"/>
                </a:solidFill>
                <a:latin typeface="Times New Roman"/>
                <a:cs typeface="Times New Roman"/>
              </a:rPr>
              <a:t>for </a:t>
            </a:r>
            <a:r>
              <a:rPr sz="2400" spc="-30" dirty="0">
                <a:solidFill>
                  <a:srgbClr val="273139"/>
                </a:solidFill>
                <a:latin typeface="Times New Roman"/>
                <a:cs typeface="Times New Roman"/>
              </a:rPr>
              <a:t>hosting</a:t>
            </a:r>
            <a:r>
              <a:rPr sz="2400" spc="-15" dirty="0">
                <a:solidFill>
                  <a:srgbClr val="273139"/>
                </a:solidFill>
                <a:latin typeface="Times New Roman"/>
                <a:cs typeface="Times New Roman"/>
              </a:rPr>
              <a:t> </a:t>
            </a:r>
            <a:r>
              <a:rPr sz="2400" spc="-20" dirty="0">
                <a:solidFill>
                  <a:srgbClr val="273139"/>
                </a:solidFill>
                <a:latin typeface="Times New Roman"/>
                <a:cs typeface="Times New Roman"/>
              </a:rPr>
              <a:t>Static</a:t>
            </a:r>
            <a:r>
              <a:rPr sz="2400" spc="-15" dirty="0">
                <a:solidFill>
                  <a:srgbClr val="273139"/>
                </a:solidFill>
                <a:latin typeface="Times New Roman"/>
                <a:cs typeface="Times New Roman"/>
              </a:rPr>
              <a:t> </a:t>
            </a:r>
            <a:r>
              <a:rPr sz="2400" spc="-75" dirty="0">
                <a:solidFill>
                  <a:srgbClr val="273139"/>
                </a:solidFill>
                <a:latin typeface="Times New Roman"/>
                <a:cs typeface="Times New Roman"/>
              </a:rPr>
              <a:t>Websites</a:t>
            </a:r>
            <a:r>
              <a:rPr sz="2400" spc="-15" dirty="0">
                <a:solidFill>
                  <a:srgbClr val="273139"/>
                </a:solidFill>
                <a:latin typeface="Times New Roman"/>
                <a:cs typeface="Times New Roman"/>
              </a:rPr>
              <a:t> </a:t>
            </a:r>
            <a:r>
              <a:rPr sz="2400" spc="-45" dirty="0">
                <a:solidFill>
                  <a:srgbClr val="273139"/>
                </a:solidFill>
                <a:latin typeface="Times New Roman"/>
                <a:cs typeface="Times New Roman"/>
              </a:rPr>
              <a:t>benefiting</a:t>
            </a:r>
            <a:r>
              <a:rPr sz="2400" spc="-10" dirty="0">
                <a:solidFill>
                  <a:srgbClr val="273139"/>
                </a:solidFill>
                <a:latin typeface="Times New Roman"/>
                <a:cs typeface="Times New Roman"/>
              </a:rPr>
              <a:t> </a:t>
            </a:r>
            <a:r>
              <a:rPr sz="2400" dirty="0">
                <a:solidFill>
                  <a:srgbClr val="273139"/>
                </a:solidFill>
                <a:latin typeface="Times New Roman"/>
                <a:cs typeface="Times New Roman"/>
              </a:rPr>
              <a:t>with</a:t>
            </a:r>
            <a:r>
              <a:rPr sz="2400" spc="-15" dirty="0">
                <a:solidFill>
                  <a:srgbClr val="273139"/>
                </a:solidFill>
                <a:latin typeface="Times New Roman"/>
                <a:cs typeface="Times New Roman"/>
              </a:rPr>
              <a:t> </a:t>
            </a:r>
            <a:r>
              <a:rPr sz="2400" spc="-120" dirty="0">
                <a:solidFill>
                  <a:srgbClr val="273139"/>
                </a:solidFill>
                <a:latin typeface="Times New Roman"/>
                <a:cs typeface="Times New Roman"/>
              </a:rPr>
              <a:t>low-</a:t>
            </a:r>
            <a:r>
              <a:rPr sz="2400" spc="-25" dirty="0">
                <a:solidFill>
                  <a:srgbClr val="273139"/>
                </a:solidFill>
                <a:latin typeface="Times New Roman"/>
                <a:cs typeface="Times New Roman"/>
              </a:rPr>
              <a:t>latency</a:t>
            </a:r>
            <a:r>
              <a:rPr sz="2400" spc="-15" dirty="0">
                <a:solidFill>
                  <a:srgbClr val="273139"/>
                </a:solidFill>
                <a:latin typeface="Times New Roman"/>
                <a:cs typeface="Times New Roman"/>
              </a:rPr>
              <a:t> </a:t>
            </a:r>
            <a:r>
              <a:rPr sz="2400" spc="-65" dirty="0">
                <a:solidFill>
                  <a:srgbClr val="273139"/>
                </a:solidFill>
                <a:latin typeface="Times New Roman"/>
                <a:cs typeface="Times New Roman"/>
              </a:rPr>
              <a:t>access</a:t>
            </a:r>
            <a:r>
              <a:rPr sz="2400" spc="-15" dirty="0">
                <a:solidFill>
                  <a:srgbClr val="273139"/>
                </a:solidFill>
                <a:latin typeface="Times New Roman"/>
                <a:cs typeface="Times New Roman"/>
              </a:rPr>
              <a:t> </a:t>
            </a:r>
            <a:r>
              <a:rPr sz="2400" dirty="0">
                <a:solidFill>
                  <a:srgbClr val="273139"/>
                </a:solidFill>
                <a:latin typeface="Times New Roman"/>
                <a:cs typeface="Times New Roman"/>
              </a:rPr>
              <a:t>and</a:t>
            </a:r>
            <a:r>
              <a:rPr sz="2400" spc="-15" dirty="0">
                <a:solidFill>
                  <a:srgbClr val="273139"/>
                </a:solidFill>
                <a:latin typeface="Times New Roman"/>
                <a:cs typeface="Times New Roman"/>
              </a:rPr>
              <a:t> </a:t>
            </a:r>
            <a:r>
              <a:rPr sz="2400" spc="-30" dirty="0">
                <a:solidFill>
                  <a:srgbClr val="273139"/>
                </a:solidFill>
                <a:latin typeface="Times New Roman"/>
                <a:cs typeface="Times New Roman"/>
              </a:rPr>
              <a:t>cost- </a:t>
            </a:r>
            <a:r>
              <a:rPr sz="2400" spc="-110" dirty="0">
                <a:solidFill>
                  <a:srgbClr val="273139"/>
                </a:solidFill>
                <a:latin typeface="Times New Roman"/>
                <a:cs typeface="Times New Roman"/>
              </a:rPr>
              <a:t>effectiveness.</a:t>
            </a:r>
            <a:r>
              <a:rPr sz="2400" spc="-40" dirty="0">
                <a:solidFill>
                  <a:srgbClr val="273139"/>
                </a:solidFill>
                <a:latin typeface="Times New Roman"/>
                <a:cs typeface="Times New Roman"/>
              </a:rPr>
              <a:t> </a:t>
            </a:r>
            <a:r>
              <a:rPr sz="2400" spc="-265" dirty="0">
                <a:solidFill>
                  <a:srgbClr val="273139"/>
                </a:solidFill>
                <a:latin typeface="Times New Roman"/>
                <a:cs typeface="Times New Roman"/>
              </a:rPr>
              <a:t>To</a:t>
            </a:r>
            <a:r>
              <a:rPr sz="2400" spc="114" dirty="0">
                <a:solidFill>
                  <a:srgbClr val="273139"/>
                </a:solidFill>
                <a:latin typeface="Times New Roman"/>
                <a:cs typeface="Times New Roman"/>
              </a:rPr>
              <a:t> </a:t>
            </a:r>
            <a:r>
              <a:rPr sz="2400" spc="-95" dirty="0">
                <a:solidFill>
                  <a:srgbClr val="273139"/>
                </a:solidFill>
                <a:latin typeface="Times New Roman"/>
                <a:cs typeface="Times New Roman"/>
              </a:rPr>
              <a:t>know</a:t>
            </a:r>
            <a:r>
              <a:rPr sz="2400" spc="-55" dirty="0">
                <a:solidFill>
                  <a:srgbClr val="273139"/>
                </a:solidFill>
                <a:latin typeface="Times New Roman"/>
                <a:cs typeface="Times New Roman"/>
              </a:rPr>
              <a:t> </a:t>
            </a:r>
            <a:r>
              <a:rPr sz="2400" spc="-20" dirty="0">
                <a:solidFill>
                  <a:srgbClr val="273139"/>
                </a:solidFill>
                <a:latin typeface="Times New Roman"/>
                <a:cs typeface="Times New Roman"/>
              </a:rPr>
              <a:t>more</a:t>
            </a:r>
            <a:r>
              <a:rPr sz="2400" spc="-130" dirty="0">
                <a:solidFill>
                  <a:srgbClr val="273139"/>
                </a:solidFill>
                <a:latin typeface="Times New Roman"/>
                <a:cs typeface="Times New Roman"/>
              </a:rPr>
              <a:t> </a:t>
            </a:r>
            <a:r>
              <a:rPr sz="2400" spc="-85" dirty="0">
                <a:solidFill>
                  <a:srgbClr val="273139"/>
                </a:solidFill>
                <a:latin typeface="Times New Roman"/>
                <a:cs typeface="Times New Roman"/>
              </a:rPr>
              <a:t>detailing</a:t>
            </a:r>
            <a:r>
              <a:rPr sz="2400" spc="-10" dirty="0">
                <a:solidFill>
                  <a:srgbClr val="273139"/>
                </a:solidFill>
                <a:latin typeface="Times New Roman"/>
                <a:cs typeface="Times New Roman"/>
              </a:rPr>
              <a:t> refer </a:t>
            </a:r>
            <a:r>
              <a:rPr sz="2400" spc="-30" dirty="0">
                <a:solidFill>
                  <a:srgbClr val="273139"/>
                </a:solidFill>
                <a:latin typeface="Times New Roman"/>
                <a:cs typeface="Times New Roman"/>
              </a:rPr>
              <a:t>this</a:t>
            </a:r>
            <a:r>
              <a:rPr sz="2400" spc="-5" dirty="0">
                <a:solidFill>
                  <a:srgbClr val="273139"/>
                </a:solidFill>
                <a:latin typeface="Times New Roman"/>
                <a:cs typeface="Times New Roman"/>
              </a:rPr>
              <a:t> </a:t>
            </a:r>
            <a:r>
              <a:rPr sz="2400" spc="-65" dirty="0">
                <a:solidFill>
                  <a:srgbClr val="273139"/>
                </a:solidFill>
                <a:latin typeface="Times New Roman"/>
                <a:cs typeface="Times New Roman"/>
              </a:rPr>
              <a:t>Article</a:t>
            </a:r>
            <a:r>
              <a:rPr sz="2400" spc="-5" dirty="0">
                <a:solidFill>
                  <a:srgbClr val="273139"/>
                </a:solidFill>
                <a:latin typeface="Times New Roman"/>
                <a:cs typeface="Times New Roman"/>
              </a:rPr>
              <a:t> </a:t>
            </a:r>
            <a:r>
              <a:rPr sz="2400" dirty="0">
                <a:solidFill>
                  <a:srgbClr val="273139"/>
                </a:solidFill>
                <a:latin typeface="Times New Roman"/>
                <a:cs typeface="Times New Roman"/>
              </a:rPr>
              <a:t>–</a:t>
            </a:r>
            <a:r>
              <a:rPr sz="2400" spc="-10" dirty="0">
                <a:solidFill>
                  <a:srgbClr val="273139"/>
                </a:solidFill>
                <a:latin typeface="Times New Roman"/>
                <a:cs typeface="Times New Roman"/>
              </a:rPr>
              <a:t> </a:t>
            </a:r>
            <a:r>
              <a:rPr sz="2400" u="sng" spc="-85" dirty="0">
                <a:solidFill>
                  <a:srgbClr val="CC9900"/>
                </a:solidFill>
                <a:uFill>
                  <a:solidFill>
                    <a:srgbClr val="CC9900"/>
                  </a:solidFill>
                </a:uFill>
                <a:latin typeface="Times New Roman"/>
                <a:cs typeface="Times New Roman"/>
                <a:hlinkClick r:id="rId2"/>
              </a:rPr>
              <a:t>How</a:t>
            </a:r>
            <a:r>
              <a:rPr sz="2400" u="sng" dirty="0">
                <a:solidFill>
                  <a:srgbClr val="CC9900"/>
                </a:solidFill>
                <a:uFill>
                  <a:solidFill>
                    <a:srgbClr val="CC9900"/>
                  </a:solidFill>
                </a:uFill>
                <a:latin typeface="Times New Roman"/>
                <a:cs typeface="Times New Roman"/>
                <a:hlinkClick r:id="rId2"/>
              </a:rPr>
              <a:t> to</a:t>
            </a:r>
            <a:r>
              <a:rPr sz="2400" u="sng" spc="-5" dirty="0">
                <a:solidFill>
                  <a:srgbClr val="CC9900"/>
                </a:solidFill>
                <a:uFill>
                  <a:solidFill>
                    <a:srgbClr val="CC9900"/>
                  </a:solidFill>
                </a:uFill>
                <a:latin typeface="Times New Roman"/>
                <a:cs typeface="Times New Roman"/>
                <a:hlinkClick r:id="rId2"/>
              </a:rPr>
              <a:t> </a:t>
            </a:r>
            <a:r>
              <a:rPr sz="2400" u="sng" spc="-25" dirty="0">
                <a:solidFill>
                  <a:srgbClr val="CC9900"/>
                </a:solidFill>
                <a:uFill>
                  <a:solidFill>
                    <a:srgbClr val="CC9900"/>
                  </a:solidFill>
                </a:uFill>
                <a:latin typeface="Times New Roman"/>
                <a:cs typeface="Times New Roman"/>
                <a:hlinkClick r:id="rId2"/>
              </a:rPr>
              <a:t>host</a:t>
            </a:r>
            <a:r>
              <a:rPr sz="2400" spc="-25" dirty="0">
                <a:solidFill>
                  <a:srgbClr val="CC9900"/>
                </a:solidFill>
                <a:latin typeface="Times New Roman"/>
                <a:cs typeface="Times New Roman"/>
              </a:rPr>
              <a:t> </a:t>
            </a:r>
            <a:r>
              <a:rPr sz="2400" u="sng" spc="-110" dirty="0">
                <a:solidFill>
                  <a:srgbClr val="CC9900"/>
                </a:solidFill>
                <a:uFill>
                  <a:solidFill>
                    <a:srgbClr val="CC9900"/>
                  </a:solidFill>
                </a:uFill>
                <a:latin typeface="Times New Roman"/>
                <a:cs typeface="Times New Roman"/>
                <a:hlinkClick r:id="rId2"/>
              </a:rPr>
              <a:t>static</a:t>
            </a:r>
            <a:r>
              <a:rPr sz="2400" u="sng" spc="-35" dirty="0">
                <a:solidFill>
                  <a:srgbClr val="CC9900"/>
                </a:solidFill>
                <a:uFill>
                  <a:solidFill>
                    <a:srgbClr val="CC9900"/>
                  </a:solidFill>
                </a:uFill>
                <a:latin typeface="Times New Roman"/>
                <a:cs typeface="Times New Roman"/>
                <a:hlinkClick r:id="rId2"/>
              </a:rPr>
              <a:t> </a:t>
            </a:r>
            <a:r>
              <a:rPr sz="2400" u="sng" spc="-125" dirty="0">
                <a:solidFill>
                  <a:srgbClr val="CC9900"/>
                </a:solidFill>
                <a:uFill>
                  <a:solidFill>
                    <a:srgbClr val="CC9900"/>
                  </a:solidFill>
                </a:uFill>
                <a:latin typeface="Times New Roman"/>
                <a:cs typeface="Times New Roman"/>
                <a:hlinkClick r:id="rId2"/>
              </a:rPr>
              <a:t>websites</a:t>
            </a:r>
            <a:r>
              <a:rPr sz="2400" u="sng" spc="-40" dirty="0">
                <a:solidFill>
                  <a:srgbClr val="CC9900"/>
                </a:solidFill>
                <a:uFill>
                  <a:solidFill>
                    <a:srgbClr val="CC9900"/>
                  </a:solidFill>
                </a:uFill>
                <a:latin typeface="Times New Roman"/>
                <a:cs typeface="Times New Roman"/>
                <a:hlinkClick r:id="rId2"/>
              </a:rPr>
              <a:t> </a:t>
            </a:r>
            <a:r>
              <a:rPr sz="2400" u="sng" spc="-150" dirty="0">
                <a:solidFill>
                  <a:srgbClr val="CC9900"/>
                </a:solidFill>
                <a:uFill>
                  <a:solidFill>
                    <a:srgbClr val="CC9900"/>
                  </a:solidFill>
                </a:uFill>
                <a:latin typeface="Times New Roman"/>
                <a:cs typeface="Times New Roman"/>
                <a:hlinkClick r:id="rId2"/>
              </a:rPr>
              <a:t>using</a:t>
            </a:r>
            <a:r>
              <a:rPr sz="2400" u="sng" spc="-225" dirty="0">
                <a:solidFill>
                  <a:srgbClr val="CC9900"/>
                </a:solidFill>
                <a:uFill>
                  <a:solidFill>
                    <a:srgbClr val="CC9900"/>
                  </a:solidFill>
                </a:uFill>
                <a:latin typeface="Times New Roman"/>
                <a:cs typeface="Times New Roman"/>
                <a:hlinkClick r:id="rId2"/>
              </a:rPr>
              <a:t> </a:t>
            </a:r>
            <a:r>
              <a:rPr sz="2400" u="sng" spc="-185" dirty="0">
                <a:solidFill>
                  <a:srgbClr val="CC9900"/>
                </a:solidFill>
                <a:uFill>
                  <a:solidFill>
                    <a:srgbClr val="CC9900"/>
                  </a:solidFill>
                </a:uFill>
                <a:latin typeface="Times New Roman"/>
                <a:cs typeface="Times New Roman"/>
                <a:hlinkClick r:id="rId2"/>
              </a:rPr>
              <a:t>Amazon</a:t>
            </a:r>
            <a:r>
              <a:rPr sz="2400" u="sng" spc="-50" dirty="0">
                <a:solidFill>
                  <a:srgbClr val="CC9900"/>
                </a:solidFill>
                <a:uFill>
                  <a:solidFill>
                    <a:srgbClr val="CC9900"/>
                  </a:solidFill>
                </a:uFill>
                <a:latin typeface="Times New Roman"/>
                <a:cs typeface="Times New Roman"/>
                <a:hlinkClick r:id="rId2"/>
              </a:rPr>
              <a:t> </a:t>
            </a:r>
            <a:r>
              <a:rPr sz="2400" u="sng" spc="-25" dirty="0">
                <a:solidFill>
                  <a:srgbClr val="CC9900"/>
                </a:solidFill>
                <a:uFill>
                  <a:solidFill>
                    <a:srgbClr val="CC9900"/>
                  </a:solidFill>
                </a:uFill>
                <a:latin typeface="Times New Roman"/>
                <a:cs typeface="Times New Roman"/>
                <a:hlinkClick r:id="rId2"/>
              </a:rPr>
              <a:t>S3</a:t>
            </a:r>
            <a:endParaRPr sz="2400">
              <a:latin typeface="Times New Roman"/>
              <a:cs typeface="Times New Roman"/>
            </a:endParaRPr>
          </a:p>
          <a:p>
            <a:pPr marL="286385" marR="5080" indent="-274320" algn="just">
              <a:lnSpc>
                <a:spcPct val="100000"/>
              </a:lnSpc>
              <a:spcBef>
                <a:spcPts val="2400"/>
              </a:spcBef>
              <a:buSzPct val="85416"/>
              <a:buFont typeface="Arial MT"/>
              <a:buChar char="•"/>
              <a:tabLst>
                <a:tab pos="286385" algn="l"/>
                <a:tab pos="288290" algn="l"/>
              </a:tabLst>
            </a:pPr>
            <a:r>
              <a:rPr sz="2400" dirty="0">
                <a:solidFill>
                  <a:srgbClr val="D24717"/>
                </a:solidFill>
                <a:latin typeface="Times New Roman"/>
                <a:cs typeface="Times New Roman"/>
              </a:rPr>
              <a:t>	</a:t>
            </a:r>
            <a:r>
              <a:rPr sz="2400" b="1" dirty="0">
                <a:solidFill>
                  <a:srgbClr val="273139"/>
                </a:solidFill>
                <a:latin typeface="Times New Roman"/>
                <a:cs typeface="Times New Roman"/>
              </a:rPr>
              <a:t>Data</a:t>
            </a:r>
            <a:r>
              <a:rPr sz="2400" b="1" spc="-10" dirty="0">
                <a:solidFill>
                  <a:srgbClr val="273139"/>
                </a:solidFill>
                <a:latin typeface="Times New Roman"/>
                <a:cs typeface="Times New Roman"/>
              </a:rPr>
              <a:t> </a:t>
            </a:r>
            <a:r>
              <a:rPr sz="2400" b="1" dirty="0">
                <a:solidFill>
                  <a:srgbClr val="273139"/>
                </a:solidFill>
                <a:latin typeface="Times New Roman"/>
                <a:cs typeface="Times New Roman"/>
              </a:rPr>
              <a:t>Archiving:</a:t>
            </a:r>
            <a:r>
              <a:rPr sz="2400" b="1" spc="-60" dirty="0">
                <a:solidFill>
                  <a:srgbClr val="273139"/>
                </a:solidFill>
                <a:latin typeface="Times New Roman"/>
                <a:cs typeface="Times New Roman"/>
              </a:rPr>
              <a:t> </a:t>
            </a:r>
            <a:r>
              <a:rPr sz="2400" u="sng" spc="-100" dirty="0">
                <a:solidFill>
                  <a:srgbClr val="CC9900"/>
                </a:solidFill>
                <a:uFill>
                  <a:solidFill>
                    <a:srgbClr val="CC9900"/>
                  </a:solidFill>
                </a:uFill>
                <a:latin typeface="Times New Roman"/>
                <a:cs typeface="Times New Roman"/>
                <a:hlinkClick r:id="rId3"/>
              </a:rPr>
              <a:t>Amazon</a:t>
            </a:r>
            <a:r>
              <a:rPr sz="2400" u="sng" spc="-5" dirty="0">
                <a:solidFill>
                  <a:srgbClr val="CC9900"/>
                </a:solidFill>
                <a:uFill>
                  <a:solidFill>
                    <a:srgbClr val="CC9900"/>
                  </a:solidFill>
                </a:uFill>
                <a:latin typeface="Times New Roman"/>
                <a:cs typeface="Times New Roman"/>
                <a:hlinkClick r:id="rId3"/>
              </a:rPr>
              <a:t> </a:t>
            </a:r>
            <a:r>
              <a:rPr sz="2400" u="sng" dirty="0">
                <a:solidFill>
                  <a:srgbClr val="CC9900"/>
                </a:solidFill>
                <a:uFill>
                  <a:solidFill>
                    <a:srgbClr val="CC9900"/>
                  </a:solidFill>
                </a:uFill>
                <a:latin typeface="Times New Roman"/>
                <a:cs typeface="Times New Roman"/>
                <a:hlinkClick r:id="rId3"/>
              </a:rPr>
              <a:t>S3</a:t>
            </a:r>
            <a:r>
              <a:rPr sz="2400" u="sng" spc="-10" dirty="0">
                <a:solidFill>
                  <a:srgbClr val="CC9900"/>
                </a:solidFill>
                <a:uFill>
                  <a:solidFill>
                    <a:srgbClr val="CC9900"/>
                  </a:solidFill>
                </a:uFill>
                <a:latin typeface="Times New Roman"/>
                <a:cs typeface="Times New Roman"/>
                <a:hlinkClick r:id="rId3"/>
              </a:rPr>
              <a:t> </a:t>
            </a:r>
            <a:r>
              <a:rPr sz="2400" u="sng" spc="-35" dirty="0">
                <a:solidFill>
                  <a:srgbClr val="CC9900"/>
                </a:solidFill>
                <a:uFill>
                  <a:solidFill>
                    <a:srgbClr val="CC9900"/>
                  </a:solidFill>
                </a:uFill>
                <a:latin typeface="Times New Roman"/>
                <a:cs typeface="Times New Roman"/>
                <a:hlinkClick r:id="rId3"/>
              </a:rPr>
              <a:t>Glacie</a:t>
            </a:r>
            <a:r>
              <a:rPr sz="2400" spc="-35" dirty="0">
                <a:solidFill>
                  <a:srgbClr val="273139"/>
                </a:solidFill>
                <a:latin typeface="Times New Roman"/>
                <a:cs typeface="Times New Roman"/>
              </a:rPr>
              <a:t>r</a:t>
            </a:r>
            <a:r>
              <a:rPr sz="2400" spc="-5" dirty="0">
                <a:solidFill>
                  <a:srgbClr val="273139"/>
                </a:solidFill>
                <a:latin typeface="Times New Roman"/>
                <a:cs typeface="Times New Roman"/>
              </a:rPr>
              <a:t> </a:t>
            </a:r>
            <a:r>
              <a:rPr sz="2400" spc="-25" dirty="0">
                <a:solidFill>
                  <a:srgbClr val="273139"/>
                </a:solidFill>
                <a:latin typeface="Times New Roman"/>
                <a:cs typeface="Times New Roman"/>
              </a:rPr>
              <a:t>service</a:t>
            </a:r>
            <a:r>
              <a:rPr sz="2400" spc="-10" dirty="0">
                <a:solidFill>
                  <a:srgbClr val="273139"/>
                </a:solidFill>
                <a:latin typeface="Times New Roman"/>
                <a:cs typeface="Times New Roman"/>
              </a:rPr>
              <a:t> </a:t>
            </a:r>
            <a:r>
              <a:rPr sz="2400" spc="-35" dirty="0">
                <a:solidFill>
                  <a:srgbClr val="273139"/>
                </a:solidFill>
                <a:latin typeface="Times New Roman"/>
                <a:cs typeface="Times New Roman"/>
              </a:rPr>
              <a:t>integration</a:t>
            </a:r>
            <a:r>
              <a:rPr sz="2400" dirty="0">
                <a:solidFill>
                  <a:srgbClr val="273139"/>
                </a:solidFill>
                <a:latin typeface="Times New Roman"/>
                <a:cs typeface="Times New Roman"/>
              </a:rPr>
              <a:t> </a:t>
            </a:r>
            <a:r>
              <a:rPr sz="2400" spc="-20" dirty="0">
                <a:solidFill>
                  <a:srgbClr val="273139"/>
                </a:solidFill>
                <a:latin typeface="Times New Roman"/>
                <a:cs typeface="Times New Roman"/>
              </a:rPr>
              <a:t>helps</a:t>
            </a:r>
            <a:r>
              <a:rPr sz="2400" spc="-10" dirty="0">
                <a:solidFill>
                  <a:srgbClr val="273139"/>
                </a:solidFill>
                <a:latin typeface="Times New Roman"/>
                <a:cs typeface="Times New Roman"/>
              </a:rPr>
              <a:t> </a:t>
            </a:r>
            <a:r>
              <a:rPr sz="2400" dirty="0">
                <a:solidFill>
                  <a:srgbClr val="273139"/>
                </a:solidFill>
                <a:latin typeface="Times New Roman"/>
                <a:cs typeface="Times New Roman"/>
              </a:rPr>
              <a:t>as</a:t>
            </a:r>
            <a:r>
              <a:rPr sz="2400" spc="-5" dirty="0">
                <a:solidFill>
                  <a:srgbClr val="273139"/>
                </a:solidFill>
                <a:latin typeface="Times New Roman"/>
                <a:cs typeface="Times New Roman"/>
              </a:rPr>
              <a:t> </a:t>
            </a:r>
            <a:r>
              <a:rPr sz="2400" spc="-50" dirty="0">
                <a:solidFill>
                  <a:srgbClr val="273139"/>
                </a:solidFill>
                <a:latin typeface="Times New Roman"/>
                <a:cs typeface="Times New Roman"/>
              </a:rPr>
              <a:t>a </a:t>
            </a:r>
            <a:r>
              <a:rPr sz="2400" spc="-100" dirty="0">
                <a:solidFill>
                  <a:srgbClr val="273139"/>
                </a:solidFill>
                <a:latin typeface="Times New Roman"/>
                <a:cs typeface="Times New Roman"/>
              </a:rPr>
              <a:t>cost-</a:t>
            </a:r>
            <a:r>
              <a:rPr sz="2400" dirty="0">
                <a:solidFill>
                  <a:srgbClr val="273139"/>
                </a:solidFill>
                <a:latin typeface="Times New Roman"/>
                <a:cs typeface="Times New Roman"/>
              </a:rPr>
              <a:t>effective</a:t>
            </a:r>
            <a:r>
              <a:rPr sz="2400" spc="434" dirty="0">
                <a:solidFill>
                  <a:srgbClr val="273139"/>
                </a:solidFill>
                <a:latin typeface="Times New Roman"/>
                <a:cs typeface="Times New Roman"/>
              </a:rPr>
              <a:t> </a:t>
            </a:r>
            <a:r>
              <a:rPr sz="2400" dirty="0">
                <a:solidFill>
                  <a:srgbClr val="273139"/>
                </a:solidFill>
                <a:latin typeface="Times New Roman"/>
                <a:cs typeface="Times New Roman"/>
              </a:rPr>
              <a:t>solution</a:t>
            </a:r>
            <a:r>
              <a:rPr sz="2400" spc="430" dirty="0">
                <a:solidFill>
                  <a:srgbClr val="273139"/>
                </a:solidFill>
                <a:latin typeface="Times New Roman"/>
                <a:cs typeface="Times New Roman"/>
              </a:rPr>
              <a:t> </a:t>
            </a:r>
            <a:r>
              <a:rPr sz="2400" dirty="0">
                <a:solidFill>
                  <a:srgbClr val="273139"/>
                </a:solidFill>
                <a:latin typeface="Times New Roman"/>
                <a:cs typeface="Times New Roman"/>
              </a:rPr>
              <a:t>for</a:t>
            </a:r>
            <a:r>
              <a:rPr sz="2400" spc="425" dirty="0">
                <a:solidFill>
                  <a:srgbClr val="273139"/>
                </a:solidFill>
                <a:latin typeface="Times New Roman"/>
                <a:cs typeface="Times New Roman"/>
              </a:rPr>
              <a:t> </a:t>
            </a:r>
            <a:r>
              <a:rPr sz="2400" spc="-120" dirty="0">
                <a:solidFill>
                  <a:srgbClr val="273139"/>
                </a:solidFill>
                <a:latin typeface="Times New Roman"/>
                <a:cs typeface="Times New Roman"/>
              </a:rPr>
              <a:t>long-</a:t>
            </a:r>
            <a:r>
              <a:rPr sz="2400" dirty="0">
                <a:solidFill>
                  <a:srgbClr val="273139"/>
                </a:solidFill>
                <a:latin typeface="Times New Roman"/>
                <a:cs typeface="Times New Roman"/>
              </a:rPr>
              <a:t>term</a:t>
            </a:r>
            <a:r>
              <a:rPr sz="2400" spc="425" dirty="0">
                <a:solidFill>
                  <a:srgbClr val="273139"/>
                </a:solidFill>
                <a:latin typeface="Times New Roman"/>
                <a:cs typeface="Times New Roman"/>
              </a:rPr>
              <a:t> </a:t>
            </a:r>
            <a:r>
              <a:rPr sz="2400" dirty="0">
                <a:solidFill>
                  <a:srgbClr val="273139"/>
                </a:solidFill>
                <a:latin typeface="Times New Roman"/>
                <a:cs typeface="Times New Roman"/>
              </a:rPr>
              <a:t>data</a:t>
            </a:r>
            <a:r>
              <a:rPr sz="2400" spc="425" dirty="0">
                <a:solidFill>
                  <a:srgbClr val="273139"/>
                </a:solidFill>
                <a:latin typeface="Times New Roman"/>
                <a:cs typeface="Times New Roman"/>
              </a:rPr>
              <a:t> </a:t>
            </a:r>
            <a:r>
              <a:rPr sz="2400" dirty="0">
                <a:solidFill>
                  <a:srgbClr val="273139"/>
                </a:solidFill>
                <a:latin typeface="Times New Roman"/>
                <a:cs typeface="Times New Roman"/>
              </a:rPr>
              <a:t>storing</a:t>
            </a:r>
            <a:r>
              <a:rPr sz="2400" spc="425" dirty="0">
                <a:solidFill>
                  <a:srgbClr val="273139"/>
                </a:solidFill>
                <a:latin typeface="Times New Roman"/>
                <a:cs typeface="Times New Roman"/>
              </a:rPr>
              <a:t> </a:t>
            </a:r>
            <a:r>
              <a:rPr sz="2400" dirty="0">
                <a:solidFill>
                  <a:srgbClr val="273139"/>
                </a:solidFill>
                <a:latin typeface="Times New Roman"/>
                <a:cs typeface="Times New Roman"/>
              </a:rPr>
              <a:t>which</a:t>
            </a:r>
            <a:r>
              <a:rPr sz="2400" spc="430" dirty="0">
                <a:solidFill>
                  <a:srgbClr val="273139"/>
                </a:solidFill>
                <a:latin typeface="Times New Roman"/>
                <a:cs typeface="Times New Roman"/>
              </a:rPr>
              <a:t> </a:t>
            </a:r>
            <a:r>
              <a:rPr sz="2400" dirty="0">
                <a:solidFill>
                  <a:srgbClr val="273139"/>
                </a:solidFill>
                <a:latin typeface="Times New Roman"/>
                <a:cs typeface="Times New Roman"/>
              </a:rPr>
              <a:t>are</a:t>
            </a:r>
            <a:r>
              <a:rPr sz="2400" spc="425" dirty="0">
                <a:solidFill>
                  <a:srgbClr val="273139"/>
                </a:solidFill>
                <a:latin typeface="Times New Roman"/>
                <a:cs typeface="Times New Roman"/>
              </a:rPr>
              <a:t> </a:t>
            </a:r>
            <a:r>
              <a:rPr sz="2400" spc="-55" dirty="0">
                <a:solidFill>
                  <a:srgbClr val="273139"/>
                </a:solidFill>
                <a:latin typeface="Times New Roman"/>
                <a:cs typeface="Times New Roman"/>
              </a:rPr>
              <a:t>less </a:t>
            </a:r>
            <a:r>
              <a:rPr sz="2400" spc="-114" dirty="0">
                <a:solidFill>
                  <a:srgbClr val="273139"/>
                </a:solidFill>
                <a:latin typeface="Times New Roman"/>
                <a:cs typeface="Times New Roman"/>
              </a:rPr>
              <a:t>frequently</a:t>
            </a:r>
            <a:r>
              <a:rPr sz="2400" spc="15" dirty="0">
                <a:solidFill>
                  <a:srgbClr val="273139"/>
                </a:solidFill>
                <a:latin typeface="Times New Roman"/>
                <a:cs typeface="Times New Roman"/>
              </a:rPr>
              <a:t> </a:t>
            </a:r>
            <a:r>
              <a:rPr sz="2400" spc="-155" dirty="0">
                <a:solidFill>
                  <a:srgbClr val="273139"/>
                </a:solidFill>
                <a:latin typeface="Times New Roman"/>
                <a:cs typeface="Times New Roman"/>
              </a:rPr>
              <a:t>accessed</a:t>
            </a:r>
            <a:r>
              <a:rPr sz="2400" spc="5" dirty="0">
                <a:solidFill>
                  <a:srgbClr val="273139"/>
                </a:solidFill>
                <a:latin typeface="Times New Roman"/>
                <a:cs typeface="Times New Roman"/>
              </a:rPr>
              <a:t> </a:t>
            </a:r>
            <a:r>
              <a:rPr sz="2400" spc="-30" dirty="0">
                <a:solidFill>
                  <a:srgbClr val="273139"/>
                </a:solidFill>
                <a:latin typeface="Times New Roman"/>
                <a:cs typeface="Times New Roman"/>
              </a:rPr>
              <a:t>applications.</a:t>
            </a:r>
            <a:endParaRPr sz="2400">
              <a:latin typeface="Times New Roman"/>
              <a:cs typeface="Times New Roman"/>
            </a:endParaRPr>
          </a:p>
          <a:p>
            <a:pPr marL="286385" marR="5080" indent="-274320" algn="just">
              <a:lnSpc>
                <a:spcPct val="100000"/>
              </a:lnSpc>
              <a:spcBef>
                <a:spcPts val="2405"/>
              </a:spcBef>
              <a:buSzPct val="85416"/>
              <a:buFont typeface="Arial MT"/>
              <a:buChar char="•"/>
              <a:tabLst>
                <a:tab pos="286385" algn="l"/>
                <a:tab pos="287655" algn="l"/>
              </a:tabLst>
            </a:pPr>
            <a:r>
              <a:rPr sz="2400" dirty="0">
                <a:solidFill>
                  <a:srgbClr val="D24717"/>
                </a:solidFill>
                <a:latin typeface="Times New Roman"/>
                <a:cs typeface="Times New Roman"/>
              </a:rPr>
              <a:t>	</a:t>
            </a:r>
            <a:r>
              <a:rPr sz="2400" b="1" dirty="0">
                <a:solidFill>
                  <a:srgbClr val="273139"/>
                </a:solidFill>
                <a:latin typeface="Times New Roman"/>
                <a:cs typeface="Times New Roman"/>
              </a:rPr>
              <a:t>Big</a:t>
            </a:r>
            <a:r>
              <a:rPr sz="2400" b="1" spc="175" dirty="0">
                <a:solidFill>
                  <a:srgbClr val="273139"/>
                </a:solidFill>
                <a:latin typeface="Times New Roman"/>
                <a:cs typeface="Times New Roman"/>
              </a:rPr>
              <a:t> </a:t>
            </a:r>
            <a:r>
              <a:rPr sz="2400" b="1" dirty="0">
                <a:solidFill>
                  <a:srgbClr val="273139"/>
                </a:solidFill>
                <a:latin typeface="Times New Roman"/>
                <a:cs typeface="Times New Roman"/>
              </a:rPr>
              <a:t>Data</a:t>
            </a:r>
            <a:r>
              <a:rPr sz="2400" b="1" spc="180" dirty="0">
                <a:solidFill>
                  <a:srgbClr val="273139"/>
                </a:solidFill>
                <a:latin typeface="Times New Roman"/>
                <a:cs typeface="Times New Roman"/>
              </a:rPr>
              <a:t> </a:t>
            </a:r>
            <a:r>
              <a:rPr sz="2400" b="1" dirty="0">
                <a:solidFill>
                  <a:srgbClr val="273139"/>
                </a:solidFill>
                <a:latin typeface="Times New Roman"/>
                <a:cs typeface="Times New Roman"/>
              </a:rPr>
              <a:t>Analytics:</a:t>
            </a:r>
            <a:r>
              <a:rPr sz="2400" b="1" spc="120" dirty="0">
                <a:solidFill>
                  <a:srgbClr val="273139"/>
                </a:solidFill>
                <a:latin typeface="Times New Roman"/>
                <a:cs typeface="Times New Roman"/>
              </a:rPr>
              <a:t> </a:t>
            </a:r>
            <a:r>
              <a:rPr sz="2400" spc="-70" dirty="0">
                <a:solidFill>
                  <a:srgbClr val="273139"/>
                </a:solidFill>
                <a:latin typeface="Times New Roman"/>
                <a:cs typeface="Times New Roman"/>
              </a:rPr>
              <a:t>Amazon</a:t>
            </a:r>
            <a:r>
              <a:rPr sz="2400" spc="185" dirty="0">
                <a:solidFill>
                  <a:srgbClr val="273139"/>
                </a:solidFill>
                <a:latin typeface="Times New Roman"/>
                <a:cs typeface="Times New Roman"/>
              </a:rPr>
              <a:t> </a:t>
            </a:r>
            <a:r>
              <a:rPr sz="2400" dirty="0">
                <a:solidFill>
                  <a:srgbClr val="273139"/>
                </a:solidFill>
                <a:latin typeface="Times New Roman"/>
                <a:cs typeface="Times New Roman"/>
              </a:rPr>
              <a:t>S3</a:t>
            </a:r>
            <a:r>
              <a:rPr sz="2400" spc="185" dirty="0">
                <a:solidFill>
                  <a:srgbClr val="273139"/>
                </a:solidFill>
                <a:latin typeface="Times New Roman"/>
                <a:cs typeface="Times New Roman"/>
              </a:rPr>
              <a:t> </a:t>
            </a:r>
            <a:r>
              <a:rPr sz="2400" dirty="0">
                <a:solidFill>
                  <a:srgbClr val="273139"/>
                </a:solidFill>
                <a:latin typeface="Times New Roman"/>
                <a:cs typeface="Times New Roman"/>
              </a:rPr>
              <a:t>is</a:t>
            </a:r>
            <a:r>
              <a:rPr sz="2400" spc="175" dirty="0">
                <a:solidFill>
                  <a:srgbClr val="273139"/>
                </a:solidFill>
                <a:latin typeface="Times New Roman"/>
                <a:cs typeface="Times New Roman"/>
              </a:rPr>
              <a:t> </a:t>
            </a:r>
            <a:r>
              <a:rPr sz="2400" dirty="0">
                <a:solidFill>
                  <a:srgbClr val="273139"/>
                </a:solidFill>
                <a:latin typeface="Times New Roman"/>
                <a:cs typeface="Times New Roman"/>
              </a:rPr>
              <a:t>often</a:t>
            </a:r>
            <a:r>
              <a:rPr sz="2400" spc="190" dirty="0">
                <a:solidFill>
                  <a:srgbClr val="273139"/>
                </a:solidFill>
                <a:latin typeface="Times New Roman"/>
                <a:cs typeface="Times New Roman"/>
              </a:rPr>
              <a:t> </a:t>
            </a:r>
            <a:r>
              <a:rPr sz="2400" spc="-40" dirty="0">
                <a:solidFill>
                  <a:srgbClr val="273139"/>
                </a:solidFill>
                <a:latin typeface="Times New Roman"/>
                <a:cs typeface="Times New Roman"/>
              </a:rPr>
              <a:t>considered</a:t>
            </a:r>
            <a:r>
              <a:rPr sz="2400" spc="190" dirty="0">
                <a:solidFill>
                  <a:srgbClr val="273139"/>
                </a:solidFill>
                <a:latin typeface="Times New Roman"/>
                <a:cs typeface="Times New Roman"/>
              </a:rPr>
              <a:t> </a:t>
            </a:r>
            <a:r>
              <a:rPr sz="2400" dirty="0">
                <a:solidFill>
                  <a:srgbClr val="273139"/>
                </a:solidFill>
                <a:latin typeface="Times New Roman"/>
                <a:cs typeface="Times New Roman"/>
              </a:rPr>
              <a:t>as</a:t>
            </a:r>
            <a:r>
              <a:rPr sz="2400" spc="175" dirty="0">
                <a:solidFill>
                  <a:srgbClr val="273139"/>
                </a:solidFill>
                <a:latin typeface="Times New Roman"/>
                <a:cs typeface="Times New Roman"/>
              </a:rPr>
              <a:t> </a:t>
            </a:r>
            <a:r>
              <a:rPr sz="2400" dirty="0">
                <a:solidFill>
                  <a:srgbClr val="273139"/>
                </a:solidFill>
                <a:latin typeface="Times New Roman"/>
                <a:cs typeface="Times New Roman"/>
              </a:rPr>
              <a:t>data</a:t>
            </a:r>
            <a:r>
              <a:rPr sz="2400" spc="185" dirty="0">
                <a:solidFill>
                  <a:srgbClr val="273139"/>
                </a:solidFill>
                <a:latin typeface="Times New Roman"/>
                <a:cs typeface="Times New Roman"/>
              </a:rPr>
              <a:t> </a:t>
            </a:r>
            <a:r>
              <a:rPr sz="2400" spc="-85" dirty="0">
                <a:solidFill>
                  <a:srgbClr val="273139"/>
                </a:solidFill>
                <a:latin typeface="Times New Roman"/>
                <a:cs typeface="Times New Roman"/>
              </a:rPr>
              <a:t>lake </a:t>
            </a:r>
            <a:r>
              <a:rPr sz="2400" spc="-80" dirty="0">
                <a:solidFill>
                  <a:srgbClr val="273139"/>
                </a:solidFill>
                <a:latin typeface="Times New Roman"/>
                <a:cs typeface="Times New Roman"/>
              </a:rPr>
              <a:t>because</a:t>
            </a:r>
            <a:r>
              <a:rPr sz="2400" dirty="0">
                <a:solidFill>
                  <a:srgbClr val="273139"/>
                </a:solidFill>
                <a:latin typeface="Times New Roman"/>
                <a:cs typeface="Times New Roman"/>
              </a:rPr>
              <a:t> of</a:t>
            </a:r>
            <a:r>
              <a:rPr sz="2400" spc="-5" dirty="0">
                <a:solidFill>
                  <a:srgbClr val="273139"/>
                </a:solidFill>
                <a:latin typeface="Times New Roman"/>
                <a:cs typeface="Times New Roman"/>
              </a:rPr>
              <a:t> </a:t>
            </a:r>
            <a:r>
              <a:rPr sz="2400" dirty="0">
                <a:solidFill>
                  <a:srgbClr val="273139"/>
                </a:solidFill>
                <a:latin typeface="Times New Roman"/>
                <a:cs typeface="Times New Roman"/>
              </a:rPr>
              <a:t>its</a:t>
            </a:r>
            <a:r>
              <a:rPr sz="2400" spc="-5" dirty="0">
                <a:solidFill>
                  <a:srgbClr val="273139"/>
                </a:solidFill>
                <a:latin typeface="Times New Roman"/>
                <a:cs typeface="Times New Roman"/>
              </a:rPr>
              <a:t> </a:t>
            </a:r>
            <a:r>
              <a:rPr sz="2400" spc="-90" dirty="0">
                <a:solidFill>
                  <a:srgbClr val="273139"/>
                </a:solidFill>
                <a:latin typeface="Times New Roman"/>
                <a:cs typeface="Times New Roman"/>
              </a:rPr>
              <a:t>capacity</a:t>
            </a:r>
            <a:r>
              <a:rPr sz="2400" spc="-10" dirty="0">
                <a:solidFill>
                  <a:srgbClr val="273139"/>
                </a:solidFill>
                <a:latin typeface="Times New Roman"/>
                <a:cs typeface="Times New Roman"/>
              </a:rPr>
              <a:t> </a:t>
            </a:r>
            <a:r>
              <a:rPr sz="2400" dirty="0">
                <a:solidFill>
                  <a:srgbClr val="273139"/>
                </a:solidFill>
                <a:latin typeface="Times New Roman"/>
                <a:cs typeface="Times New Roman"/>
              </a:rPr>
              <a:t>to store</a:t>
            </a:r>
            <a:r>
              <a:rPr sz="2400" spc="-5" dirty="0">
                <a:solidFill>
                  <a:srgbClr val="273139"/>
                </a:solidFill>
                <a:latin typeface="Times New Roman"/>
                <a:cs typeface="Times New Roman"/>
              </a:rPr>
              <a:t> </a:t>
            </a:r>
            <a:r>
              <a:rPr sz="2400" spc="-30" dirty="0">
                <a:solidFill>
                  <a:srgbClr val="273139"/>
                </a:solidFill>
                <a:latin typeface="Times New Roman"/>
                <a:cs typeface="Times New Roman"/>
              </a:rPr>
              <a:t>large</a:t>
            </a:r>
            <a:r>
              <a:rPr sz="2400" spc="-10" dirty="0">
                <a:solidFill>
                  <a:srgbClr val="273139"/>
                </a:solidFill>
                <a:latin typeface="Times New Roman"/>
                <a:cs typeface="Times New Roman"/>
              </a:rPr>
              <a:t> </a:t>
            </a:r>
            <a:r>
              <a:rPr sz="2400" spc="-65" dirty="0">
                <a:solidFill>
                  <a:srgbClr val="273139"/>
                </a:solidFill>
                <a:latin typeface="Times New Roman"/>
                <a:cs typeface="Times New Roman"/>
              </a:rPr>
              <a:t>amounts</a:t>
            </a:r>
            <a:r>
              <a:rPr sz="2400" spc="-10" dirty="0">
                <a:solidFill>
                  <a:srgbClr val="273139"/>
                </a:solidFill>
                <a:latin typeface="Times New Roman"/>
                <a:cs typeface="Times New Roman"/>
              </a:rPr>
              <a:t> </a:t>
            </a:r>
            <a:r>
              <a:rPr sz="2400" dirty="0">
                <a:solidFill>
                  <a:srgbClr val="273139"/>
                </a:solidFill>
                <a:latin typeface="Times New Roman"/>
                <a:cs typeface="Times New Roman"/>
              </a:rPr>
              <a:t>of</a:t>
            </a:r>
            <a:r>
              <a:rPr sz="2400" spc="-5" dirty="0">
                <a:solidFill>
                  <a:srgbClr val="273139"/>
                </a:solidFill>
                <a:latin typeface="Times New Roman"/>
                <a:cs typeface="Times New Roman"/>
              </a:rPr>
              <a:t> </a:t>
            </a:r>
            <a:r>
              <a:rPr sz="2400" dirty="0">
                <a:solidFill>
                  <a:srgbClr val="273139"/>
                </a:solidFill>
                <a:latin typeface="Times New Roman"/>
                <a:cs typeface="Times New Roman"/>
              </a:rPr>
              <a:t>both</a:t>
            </a:r>
            <a:r>
              <a:rPr sz="2400" spc="-5" dirty="0">
                <a:solidFill>
                  <a:srgbClr val="273139"/>
                </a:solidFill>
                <a:latin typeface="Times New Roman"/>
                <a:cs typeface="Times New Roman"/>
              </a:rPr>
              <a:t> </a:t>
            </a:r>
            <a:r>
              <a:rPr sz="2400" spc="-20" dirty="0">
                <a:solidFill>
                  <a:srgbClr val="273139"/>
                </a:solidFill>
                <a:latin typeface="Times New Roman"/>
                <a:cs typeface="Times New Roman"/>
              </a:rPr>
              <a:t>structured</a:t>
            </a:r>
            <a:r>
              <a:rPr sz="2400" spc="5" dirty="0">
                <a:solidFill>
                  <a:srgbClr val="273139"/>
                </a:solidFill>
                <a:latin typeface="Times New Roman"/>
                <a:cs typeface="Times New Roman"/>
              </a:rPr>
              <a:t> </a:t>
            </a:r>
            <a:r>
              <a:rPr sz="2400" spc="-25" dirty="0">
                <a:solidFill>
                  <a:srgbClr val="273139"/>
                </a:solidFill>
                <a:latin typeface="Times New Roman"/>
                <a:cs typeface="Times New Roman"/>
              </a:rPr>
              <a:t>and </a:t>
            </a:r>
            <a:r>
              <a:rPr sz="2400" dirty="0">
                <a:solidFill>
                  <a:srgbClr val="273139"/>
                </a:solidFill>
                <a:latin typeface="Times New Roman"/>
                <a:cs typeface="Times New Roman"/>
              </a:rPr>
              <a:t>unstructured</a:t>
            </a:r>
            <a:r>
              <a:rPr sz="2400" spc="330" dirty="0">
                <a:solidFill>
                  <a:srgbClr val="273139"/>
                </a:solidFill>
                <a:latin typeface="Times New Roman"/>
                <a:cs typeface="Times New Roman"/>
              </a:rPr>
              <a:t> </a:t>
            </a:r>
            <a:r>
              <a:rPr sz="2400" dirty="0">
                <a:solidFill>
                  <a:srgbClr val="273139"/>
                </a:solidFill>
                <a:latin typeface="Times New Roman"/>
                <a:cs typeface="Times New Roman"/>
              </a:rPr>
              <a:t>data</a:t>
            </a:r>
            <a:r>
              <a:rPr sz="2400" spc="325" dirty="0">
                <a:solidFill>
                  <a:srgbClr val="273139"/>
                </a:solidFill>
                <a:latin typeface="Times New Roman"/>
                <a:cs typeface="Times New Roman"/>
              </a:rPr>
              <a:t> </a:t>
            </a:r>
            <a:r>
              <a:rPr sz="2400" dirty="0">
                <a:solidFill>
                  <a:srgbClr val="273139"/>
                </a:solidFill>
                <a:latin typeface="Times New Roman"/>
                <a:cs typeface="Times New Roman"/>
              </a:rPr>
              <a:t>offering</a:t>
            </a:r>
            <a:r>
              <a:rPr sz="2400" spc="335" dirty="0">
                <a:solidFill>
                  <a:srgbClr val="273139"/>
                </a:solidFill>
                <a:latin typeface="Times New Roman"/>
                <a:cs typeface="Times New Roman"/>
              </a:rPr>
              <a:t> </a:t>
            </a:r>
            <a:r>
              <a:rPr sz="2400" spc="-10" dirty="0">
                <a:solidFill>
                  <a:srgbClr val="273139"/>
                </a:solidFill>
                <a:latin typeface="Times New Roman"/>
                <a:cs typeface="Times New Roman"/>
              </a:rPr>
              <a:t>seamless</a:t>
            </a:r>
            <a:r>
              <a:rPr sz="2400" spc="320" dirty="0">
                <a:solidFill>
                  <a:srgbClr val="273139"/>
                </a:solidFill>
                <a:latin typeface="Times New Roman"/>
                <a:cs typeface="Times New Roman"/>
              </a:rPr>
              <a:t> </a:t>
            </a:r>
            <a:r>
              <a:rPr sz="2400" dirty="0">
                <a:solidFill>
                  <a:srgbClr val="273139"/>
                </a:solidFill>
                <a:latin typeface="Times New Roman"/>
                <a:cs typeface="Times New Roman"/>
              </a:rPr>
              <a:t>integration</a:t>
            </a:r>
            <a:r>
              <a:rPr sz="2400" spc="330" dirty="0">
                <a:solidFill>
                  <a:srgbClr val="273139"/>
                </a:solidFill>
                <a:latin typeface="Times New Roman"/>
                <a:cs typeface="Times New Roman"/>
              </a:rPr>
              <a:t> </a:t>
            </a:r>
            <a:r>
              <a:rPr sz="2400" dirty="0">
                <a:solidFill>
                  <a:srgbClr val="273139"/>
                </a:solidFill>
                <a:latin typeface="Times New Roman"/>
                <a:cs typeface="Times New Roman"/>
              </a:rPr>
              <a:t>with</a:t>
            </a:r>
            <a:r>
              <a:rPr sz="2400" spc="330" dirty="0">
                <a:solidFill>
                  <a:srgbClr val="273139"/>
                </a:solidFill>
                <a:latin typeface="Times New Roman"/>
                <a:cs typeface="Times New Roman"/>
              </a:rPr>
              <a:t> </a:t>
            </a:r>
            <a:r>
              <a:rPr sz="2400" dirty="0">
                <a:solidFill>
                  <a:srgbClr val="273139"/>
                </a:solidFill>
                <a:latin typeface="Times New Roman"/>
                <a:cs typeface="Times New Roman"/>
              </a:rPr>
              <a:t>other</a:t>
            </a:r>
            <a:r>
              <a:rPr sz="2400" spc="325" dirty="0">
                <a:solidFill>
                  <a:srgbClr val="273139"/>
                </a:solidFill>
                <a:latin typeface="Times New Roman"/>
                <a:cs typeface="Times New Roman"/>
              </a:rPr>
              <a:t> </a:t>
            </a:r>
            <a:r>
              <a:rPr sz="2400" spc="-350" dirty="0">
                <a:solidFill>
                  <a:srgbClr val="273139"/>
                </a:solidFill>
                <a:latin typeface="Times New Roman"/>
                <a:cs typeface="Times New Roman"/>
              </a:rPr>
              <a:t>AWS </a:t>
            </a:r>
            <a:r>
              <a:rPr sz="2400" spc="-165" dirty="0">
                <a:solidFill>
                  <a:srgbClr val="273139"/>
                </a:solidFill>
                <a:latin typeface="Times New Roman"/>
                <a:cs typeface="Times New Roman"/>
              </a:rPr>
              <a:t>Analytics</a:t>
            </a:r>
            <a:r>
              <a:rPr sz="2400" spc="-10"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210"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20" dirty="0">
                <a:solidFill>
                  <a:srgbClr val="273139"/>
                </a:solidFill>
                <a:latin typeface="Times New Roman"/>
                <a:cs typeface="Times New Roman"/>
              </a:rPr>
              <a:t> </a:t>
            </a:r>
            <a:r>
              <a:rPr sz="2400" spc="-160" dirty="0">
                <a:solidFill>
                  <a:srgbClr val="273139"/>
                </a:solidFill>
                <a:latin typeface="Times New Roman"/>
                <a:cs typeface="Times New Roman"/>
              </a:rPr>
              <a:t>Machine</a:t>
            </a:r>
            <a:r>
              <a:rPr sz="2400" spc="-10" dirty="0">
                <a:solidFill>
                  <a:srgbClr val="273139"/>
                </a:solidFill>
                <a:latin typeface="Times New Roman"/>
                <a:cs typeface="Times New Roman"/>
              </a:rPr>
              <a:t> </a:t>
            </a:r>
            <a:r>
              <a:rPr sz="2400" spc="-135" dirty="0">
                <a:solidFill>
                  <a:srgbClr val="273139"/>
                </a:solidFill>
                <a:latin typeface="Times New Roman"/>
                <a:cs typeface="Times New Roman"/>
              </a:rPr>
              <a:t>Learning</a:t>
            </a:r>
            <a:r>
              <a:rPr sz="2400" spc="-25" dirty="0">
                <a:solidFill>
                  <a:srgbClr val="273139"/>
                </a:solidFill>
                <a:latin typeface="Times New Roman"/>
                <a:cs typeface="Times New Roman"/>
              </a:rPr>
              <a:t> </a:t>
            </a:r>
            <a:r>
              <a:rPr sz="2400" spc="-10" dirty="0">
                <a:solidFill>
                  <a:srgbClr val="273139"/>
                </a:solidFill>
                <a:latin typeface="Times New Roman"/>
                <a:cs typeface="Times New Roman"/>
              </a:rPr>
              <a:t>Services.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70</a:t>
            </a:fld>
            <a:endParaRPr spc="-25" dirty="0"/>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B17607E-E5FE-1391-C35D-E207B92534D9}"/>
                  </a:ext>
                </a:extLst>
              </p14:cNvPr>
              <p14:cNvContentPartPr/>
              <p14:nvPr/>
            </p14:nvContentPartPr>
            <p14:xfrm>
              <a:off x="134280" y="196920"/>
              <a:ext cx="1169280" cy="3605760"/>
            </p14:xfrm>
          </p:contentPart>
        </mc:Choice>
        <mc:Fallback xmlns="">
          <p:pic>
            <p:nvPicPr>
              <p:cNvPr id="6" name="Ink 5">
                <a:extLst>
                  <a:ext uri="{FF2B5EF4-FFF2-40B4-BE49-F238E27FC236}">
                    <a16:creationId xmlns:a16="http://schemas.microsoft.com/office/drawing/2014/main" id="{AB17607E-E5FE-1391-C35D-E207B92534D9}"/>
                  </a:ext>
                </a:extLst>
              </p:cNvPr>
              <p:cNvPicPr/>
              <p:nvPr/>
            </p:nvPicPr>
            <p:blipFill>
              <a:blip r:embed="rId5"/>
              <a:stretch>
                <a:fillRect/>
              </a:stretch>
            </p:blipFill>
            <p:spPr>
              <a:xfrm>
                <a:off x="124920" y="187560"/>
                <a:ext cx="1188000" cy="3624480"/>
              </a:xfrm>
              <a:prstGeom prst="rect">
                <a:avLst/>
              </a:prstGeom>
            </p:spPr>
          </p:pic>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S3</a:t>
            </a:r>
            <a:r>
              <a:rPr spc="-40" dirty="0"/>
              <a:t> </a:t>
            </a:r>
            <a:r>
              <a:rPr dirty="0"/>
              <a:t>used</a:t>
            </a:r>
            <a:r>
              <a:rPr spc="-20" dirty="0"/>
              <a:t> for?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133602"/>
            <a:ext cx="8312150" cy="2830195"/>
          </a:xfrm>
          <a:prstGeom prst="rect">
            <a:avLst/>
          </a:prstGeom>
        </p:spPr>
        <p:txBody>
          <a:bodyPr vert="horz" wrap="square" lIns="0" tIns="12700" rIns="0" bIns="0" rtlCol="0">
            <a:spAutoFit/>
          </a:bodyPr>
          <a:lstStyle/>
          <a:p>
            <a:pPr marL="286385" marR="5080" indent="-274320">
              <a:lnSpc>
                <a:spcPct val="100000"/>
              </a:lnSpc>
              <a:spcBef>
                <a:spcPts val="100"/>
              </a:spcBef>
              <a:buClr>
                <a:srgbClr val="D24717"/>
              </a:buClr>
              <a:buSzPct val="85416"/>
              <a:buFont typeface="Arial MT"/>
              <a:buChar char="•"/>
              <a:tabLst>
                <a:tab pos="286385" algn="l"/>
              </a:tabLst>
            </a:pPr>
            <a:r>
              <a:rPr sz="2400" b="1" dirty="0">
                <a:solidFill>
                  <a:srgbClr val="273139"/>
                </a:solidFill>
                <a:latin typeface="Times New Roman"/>
                <a:cs typeface="Times New Roman"/>
              </a:rPr>
              <a:t>Amazon</a:t>
            </a:r>
            <a:r>
              <a:rPr sz="2400" b="1" spc="-150" dirty="0">
                <a:solidFill>
                  <a:srgbClr val="273139"/>
                </a:solidFill>
                <a:latin typeface="Times New Roman"/>
                <a:cs typeface="Times New Roman"/>
              </a:rPr>
              <a:t> </a:t>
            </a:r>
            <a:r>
              <a:rPr sz="2400" b="1" spc="-155" dirty="0">
                <a:solidFill>
                  <a:srgbClr val="273139"/>
                </a:solidFill>
                <a:latin typeface="Times New Roman"/>
                <a:cs typeface="Times New Roman"/>
              </a:rPr>
              <a:t>S3</a:t>
            </a:r>
            <a:r>
              <a:rPr sz="2400" b="1" spc="5" dirty="0">
                <a:solidFill>
                  <a:srgbClr val="273139"/>
                </a:solidFill>
                <a:latin typeface="Times New Roman"/>
                <a:cs typeface="Times New Roman"/>
              </a:rPr>
              <a:t> </a:t>
            </a:r>
            <a:r>
              <a:rPr sz="2400" b="1" spc="-10" dirty="0">
                <a:solidFill>
                  <a:srgbClr val="273139"/>
                </a:solidFill>
                <a:latin typeface="Times New Roman"/>
                <a:cs typeface="Times New Roman"/>
              </a:rPr>
              <a:t>Bucket:</a:t>
            </a:r>
            <a:r>
              <a:rPr sz="2400" b="1" spc="-140" dirty="0">
                <a:solidFill>
                  <a:srgbClr val="273139"/>
                </a:solidFill>
                <a:latin typeface="Times New Roman"/>
                <a:cs typeface="Times New Roman"/>
              </a:rPr>
              <a:t> </a:t>
            </a:r>
            <a:r>
              <a:rPr sz="2400" spc="-90" dirty="0">
                <a:solidFill>
                  <a:srgbClr val="273139"/>
                </a:solidFill>
                <a:latin typeface="Times New Roman"/>
                <a:cs typeface="Times New Roman"/>
              </a:rPr>
              <a:t>Data,</a:t>
            </a:r>
            <a:r>
              <a:rPr sz="2400" spc="-60" dirty="0">
                <a:solidFill>
                  <a:srgbClr val="273139"/>
                </a:solidFill>
                <a:latin typeface="Times New Roman"/>
                <a:cs typeface="Times New Roman"/>
              </a:rPr>
              <a:t> </a:t>
            </a:r>
            <a:r>
              <a:rPr sz="2400" spc="-20" dirty="0">
                <a:solidFill>
                  <a:srgbClr val="273139"/>
                </a:solidFill>
                <a:latin typeface="Times New Roman"/>
                <a:cs typeface="Times New Roman"/>
              </a:rPr>
              <a:t>in</a:t>
            </a:r>
            <a:r>
              <a:rPr sz="2400" spc="-85" dirty="0">
                <a:solidFill>
                  <a:srgbClr val="273139"/>
                </a:solidFill>
                <a:latin typeface="Times New Roman"/>
                <a:cs typeface="Times New Roman"/>
              </a:rPr>
              <a:t> </a:t>
            </a:r>
            <a:r>
              <a:rPr sz="2400" spc="-130" dirty="0">
                <a:solidFill>
                  <a:srgbClr val="273139"/>
                </a:solidFill>
                <a:latin typeface="Times New Roman"/>
                <a:cs typeface="Times New Roman"/>
              </a:rPr>
              <a:t>S3,</a:t>
            </a:r>
            <a:r>
              <a:rPr sz="2400" spc="-45" dirty="0">
                <a:solidFill>
                  <a:srgbClr val="273139"/>
                </a:solidFill>
                <a:latin typeface="Times New Roman"/>
                <a:cs typeface="Times New Roman"/>
              </a:rPr>
              <a:t> </a:t>
            </a:r>
            <a:r>
              <a:rPr sz="2400" spc="-95" dirty="0">
                <a:solidFill>
                  <a:srgbClr val="273139"/>
                </a:solidFill>
                <a:latin typeface="Times New Roman"/>
                <a:cs typeface="Times New Roman"/>
              </a:rPr>
              <a:t>is</a:t>
            </a:r>
            <a:r>
              <a:rPr sz="2400" spc="-50" dirty="0">
                <a:solidFill>
                  <a:srgbClr val="273139"/>
                </a:solidFill>
                <a:latin typeface="Times New Roman"/>
                <a:cs typeface="Times New Roman"/>
              </a:rPr>
              <a:t> </a:t>
            </a:r>
            <a:r>
              <a:rPr sz="2400" spc="-55" dirty="0">
                <a:solidFill>
                  <a:srgbClr val="273139"/>
                </a:solidFill>
                <a:latin typeface="Times New Roman"/>
                <a:cs typeface="Times New Roman"/>
              </a:rPr>
              <a:t>stored</a:t>
            </a:r>
            <a:r>
              <a:rPr sz="2400" spc="-45" dirty="0">
                <a:solidFill>
                  <a:srgbClr val="273139"/>
                </a:solidFill>
                <a:latin typeface="Times New Roman"/>
                <a:cs typeface="Times New Roman"/>
              </a:rPr>
              <a:t> </a:t>
            </a:r>
            <a:r>
              <a:rPr sz="2400" spc="-20" dirty="0">
                <a:solidFill>
                  <a:srgbClr val="273139"/>
                </a:solidFill>
                <a:latin typeface="Times New Roman"/>
                <a:cs typeface="Times New Roman"/>
              </a:rPr>
              <a:t>in</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containers</a:t>
            </a:r>
            <a:r>
              <a:rPr sz="2400" spc="-40" dirty="0">
                <a:solidFill>
                  <a:srgbClr val="273139"/>
                </a:solidFill>
                <a:latin typeface="Times New Roman"/>
                <a:cs typeface="Times New Roman"/>
              </a:rPr>
              <a:t> </a:t>
            </a:r>
            <a:r>
              <a:rPr sz="2400" spc="-110" dirty="0">
                <a:solidFill>
                  <a:srgbClr val="273139"/>
                </a:solidFill>
                <a:latin typeface="Times New Roman"/>
                <a:cs typeface="Times New Roman"/>
              </a:rPr>
              <a:t>called</a:t>
            </a:r>
            <a:r>
              <a:rPr sz="2400" spc="-40" dirty="0">
                <a:solidFill>
                  <a:srgbClr val="273139"/>
                </a:solidFill>
                <a:latin typeface="Times New Roman"/>
                <a:cs typeface="Times New Roman"/>
              </a:rPr>
              <a:t> </a:t>
            </a:r>
            <a:r>
              <a:rPr sz="2400" i="1" spc="-170" dirty="0">
                <a:solidFill>
                  <a:srgbClr val="273139"/>
                </a:solidFill>
                <a:latin typeface="Times New Roman"/>
                <a:cs typeface="Times New Roman"/>
              </a:rPr>
              <a:t>buckets</a:t>
            </a:r>
            <a:r>
              <a:rPr sz="2400" spc="-170" dirty="0">
                <a:solidFill>
                  <a:srgbClr val="273139"/>
                </a:solidFill>
                <a:latin typeface="Times New Roman"/>
                <a:cs typeface="Times New Roman"/>
              </a:rPr>
              <a:t>. </a:t>
            </a:r>
            <a:r>
              <a:rPr sz="2400" spc="-180" dirty="0">
                <a:solidFill>
                  <a:srgbClr val="273139"/>
                </a:solidFill>
                <a:latin typeface="Times New Roman"/>
                <a:cs typeface="Times New Roman"/>
              </a:rPr>
              <a:t>Each</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bucket</a:t>
            </a:r>
            <a:r>
              <a:rPr sz="2400" spc="-35" dirty="0">
                <a:solidFill>
                  <a:srgbClr val="273139"/>
                </a:solidFill>
                <a:latin typeface="Times New Roman"/>
                <a:cs typeface="Times New Roman"/>
              </a:rPr>
              <a:t> </a:t>
            </a:r>
            <a:r>
              <a:rPr sz="2400" spc="-125" dirty="0">
                <a:solidFill>
                  <a:srgbClr val="273139"/>
                </a:solidFill>
                <a:latin typeface="Times New Roman"/>
                <a:cs typeface="Times New Roman"/>
              </a:rPr>
              <a:t>will</a:t>
            </a:r>
            <a:r>
              <a:rPr sz="2400" spc="-45" dirty="0">
                <a:solidFill>
                  <a:srgbClr val="273139"/>
                </a:solidFill>
                <a:latin typeface="Times New Roman"/>
                <a:cs typeface="Times New Roman"/>
              </a:rPr>
              <a:t> </a:t>
            </a:r>
            <a:r>
              <a:rPr sz="2400" spc="-200" dirty="0">
                <a:solidFill>
                  <a:srgbClr val="273139"/>
                </a:solidFill>
                <a:latin typeface="Times New Roman"/>
                <a:cs typeface="Times New Roman"/>
              </a:rPr>
              <a:t>have</a:t>
            </a:r>
            <a:r>
              <a:rPr sz="2400" spc="-35" dirty="0">
                <a:solidFill>
                  <a:srgbClr val="273139"/>
                </a:solidFill>
                <a:latin typeface="Times New Roman"/>
                <a:cs typeface="Times New Roman"/>
              </a:rPr>
              <a:t> </a:t>
            </a:r>
            <a:r>
              <a:rPr sz="2400" spc="-100" dirty="0">
                <a:solidFill>
                  <a:srgbClr val="273139"/>
                </a:solidFill>
                <a:latin typeface="Times New Roman"/>
                <a:cs typeface="Times New Roman"/>
              </a:rPr>
              <a:t>its</a:t>
            </a:r>
            <a:r>
              <a:rPr sz="2400" spc="-25" dirty="0">
                <a:solidFill>
                  <a:srgbClr val="273139"/>
                </a:solidFill>
                <a:latin typeface="Times New Roman"/>
                <a:cs typeface="Times New Roman"/>
              </a:rPr>
              <a:t> </a:t>
            </a:r>
            <a:r>
              <a:rPr sz="2400" spc="-155" dirty="0">
                <a:solidFill>
                  <a:srgbClr val="273139"/>
                </a:solidFill>
                <a:latin typeface="Times New Roman"/>
                <a:cs typeface="Times New Roman"/>
              </a:rPr>
              <a:t>own</a:t>
            </a:r>
            <a:r>
              <a:rPr sz="2400" spc="-40" dirty="0">
                <a:solidFill>
                  <a:srgbClr val="273139"/>
                </a:solidFill>
                <a:latin typeface="Times New Roman"/>
                <a:cs typeface="Times New Roman"/>
              </a:rPr>
              <a:t> </a:t>
            </a:r>
            <a:r>
              <a:rPr sz="2400" spc="-85" dirty="0">
                <a:solidFill>
                  <a:srgbClr val="273139"/>
                </a:solidFill>
                <a:latin typeface="Times New Roman"/>
                <a:cs typeface="Times New Roman"/>
              </a:rPr>
              <a:t>set</a:t>
            </a:r>
            <a:r>
              <a:rPr sz="2400" spc="-35" dirty="0">
                <a:solidFill>
                  <a:srgbClr val="273139"/>
                </a:solidFill>
                <a:latin typeface="Times New Roman"/>
                <a:cs typeface="Times New Roman"/>
              </a:rPr>
              <a:t> </a:t>
            </a:r>
            <a:r>
              <a:rPr sz="2400" spc="-145" dirty="0">
                <a:solidFill>
                  <a:srgbClr val="273139"/>
                </a:solidFill>
                <a:latin typeface="Times New Roman"/>
                <a:cs typeface="Times New Roman"/>
              </a:rPr>
              <a:t>of</a:t>
            </a:r>
            <a:r>
              <a:rPr sz="2400" spc="-25" dirty="0">
                <a:solidFill>
                  <a:srgbClr val="273139"/>
                </a:solidFill>
                <a:latin typeface="Times New Roman"/>
                <a:cs typeface="Times New Roman"/>
              </a:rPr>
              <a:t> </a:t>
            </a:r>
            <a:r>
              <a:rPr sz="2400" spc="-130" dirty="0">
                <a:solidFill>
                  <a:srgbClr val="273139"/>
                </a:solidFill>
                <a:latin typeface="Times New Roman"/>
                <a:cs typeface="Times New Roman"/>
              </a:rPr>
              <a:t>policies</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35" dirty="0">
                <a:solidFill>
                  <a:srgbClr val="273139"/>
                </a:solidFill>
                <a:latin typeface="Times New Roman"/>
                <a:cs typeface="Times New Roman"/>
              </a:rPr>
              <a:t> </a:t>
            </a:r>
            <a:r>
              <a:rPr sz="2400" spc="-30" dirty="0">
                <a:solidFill>
                  <a:srgbClr val="273139"/>
                </a:solidFill>
                <a:latin typeface="Times New Roman"/>
                <a:cs typeface="Times New Roman"/>
              </a:rPr>
              <a:t>configurations.</a:t>
            </a:r>
            <a:endParaRPr sz="2400">
              <a:latin typeface="Times New Roman"/>
              <a:cs typeface="Times New Roman"/>
            </a:endParaRPr>
          </a:p>
          <a:p>
            <a:pPr marL="286385" marR="14604" indent="-274320">
              <a:lnSpc>
                <a:spcPct val="100000"/>
              </a:lnSpc>
              <a:spcBef>
                <a:spcPts val="2400"/>
              </a:spcBef>
              <a:buClr>
                <a:srgbClr val="D24717"/>
              </a:buClr>
              <a:buSzPct val="85416"/>
              <a:buFont typeface="Arial MT"/>
              <a:buChar char="•"/>
              <a:tabLst>
                <a:tab pos="286385" algn="l"/>
              </a:tabLst>
            </a:pPr>
            <a:r>
              <a:rPr sz="2400" spc="-95" dirty="0">
                <a:solidFill>
                  <a:srgbClr val="273139"/>
                </a:solidFill>
                <a:latin typeface="Times New Roman"/>
                <a:cs typeface="Times New Roman"/>
              </a:rPr>
              <a:t>This</a:t>
            </a:r>
            <a:r>
              <a:rPr sz="2400" spc="-55" dirty="0">
                <a:solidFill>
                  <a:srgbClr val="273139"/>
                </a:solidFill>
                <a:latin typeface="Times New Roman"/>
                <a:cs typeface="Times New Roman"/>
              </a:rPr>
              <a:t> </a:t>
            </a:r>
            <a:r>
              <a:rPr sz="2400" spc="-120" dirty="0">
                <a:solidFill>
                  <a:srgbClr val="273139"/>
                </a:solidFill>
                <a:latin typeface="Times New Roman"/>
                <a:cs typeface="Times New Roman"/>
              </a:rPr>
              <a:t>enables</a:t>
            </a:r>
            <a:r>
              <a:rPr sz="2400" spc="-30" dirty="0">
                <a:solidFill>
                  <a:srgbClr val="273139"/>
                </a:solidFill>
                <a:latin typeface="Times New Roman"/>
                <a:cs typeface="Times New Roman"/>
              </a:rPr>
              <a:t> </a:t>
            </a:r>
            <a:r>
              <a:rPr sz="2400" spc="-60" dirty="0">
                <a:solidFill>
                  <a:srgbClr val="273139"/>
                </a:solidFill>
                <a:latin typeface="Times New Roman"/>
                <a:cs typeface="Times New Roman"/>
              </a:rPr>
              <a:t>users</a:t>
            </a:r>
            <a:r>
              <a:rPr sz="2400" spc="-75" dirty="0">
                <a:solidFill>
                  <a:srgbClr val="273139"/>
                </a:solidFill>
                <a:latin typeface="Times New Roman"/>
                <a:cs typeface="Times New Roman"/>
              </a:rPr>
              <a:t> </a:t>
            </a:r>
            <a:r>
              <a:rPr sz="2400" dirty="0">
                <a:solidFill>
                  <a:srgbClr val="273139"/>
                </a:solidFill>
                <a:latin typeface="Times New Roman"/>
                <a:cs typeface="Times New Roman"/>
              </a:rPr>
              <a:t>to</a:t>
            </a:r>
            <a:r>
              <a:rPr sz="2400" spc="-25" dirty="0">
                <a:solidFill>
                  <a:srgbClr val="273139"/>
                </a:solidFill>
                <a:latin typeface="Times New Roman"/>
                <a:cs typeface="Times New Roman"/>
              </a:rPr>
              <a:t> </a:t>
            </a:r>
            <a:r>
              <a:rPr sz="2400" spc="-170" dirty="0">
                <a:solidFill>
                  <a:srgbClr val="273139"/>
                </a:solidFill>
                <a:latin typeface="Times New Roman"/>
                <a:cs typeface="Times New Roman"/>
              </a:rPr>
              <a:t>have</a:t>
            </a:r>
            <a:r>
              <a:rPr sz="2400" spc="20" dirty="0">
                <a:solidFill>
                  <a:srgbClr val="273139"/>
                </a:solidFill>
                <a:latin typeface="Times New Roman"/>
                <a:cs typeface="Times New Roman"/>
              </a:rPr>
              <a:t> </a:t>
            </a:r>
            <a:r>
              <a:rPr sz="2400" spc="-25" dirty="0">
                <a:solidFill>
                  <a:srgbClr val="273139"/>
                </a:solidFill>
                <a:latin typeface="Times New Roman"/>
                <a:cs typeface="Times New Roman"/>
              </a:rPr>
              <a:t>more</a:t>
            </a:r>
            <a:r>
              <a:rPr sz="2400" spc="-30" dirty="0">
                <a:solidFill>
                  <a:srgbClr val="273139"/>
                </a:solidFill>
                <a:latin typeface="Times New Roman"/>
                <a:cs typeface="Times New Roman"/>
              </a:rPr>
              <a:t> </a:t>
            </a:r>
            <a:r>
              <a:rPr sz="2400" spc="-45" dirty="0">
                <a:solidFill>
                  <a:srgbClr val="273139"/>
                </a:solidFill>
                <a:latin typeface="Times New Roman"/>
                <a:cs typeface="Times New Roman"/>
              </a:rPr>
              <a:t>control</a:t>
            </a:r>
            <a:r>
              <a:rPr sz="2400" spc="-30" dirty="0">
                <a:solidFill>
                  <a:srgbClr val="273139"/>
                </a:solidFill>
                <a:latin typeface="Times New Roman"/>
                <a:cs typeface="Times New Roman"/>
              </a:rPr>
              <a:t> </a:t>
            </a:r>
            <a:r>
              <a:rPr sz="2400" spc="-80" dirty="0">
                <a:solidFill>
                  <a:srgbClr val="273139"/>
                </a:solidFill>
                <a:latin typeface="Times New Roman"/>
                <a:cs typeface="Times New Roman"/>
              </a:rPr>
              <a:t>over</a:t>
            </a:r>
            <a:r>
              <a:rPr sz="2400" spc="-25" dirty="0">
                <a:solidFill>
                  <a:srgbClr val="273139"/>
                </a:solidFill>
                <a:latin typeface="Times New Roman"/>
                <a:cs typeface="Times New Roman"/>
              </a:rPr>
              <a:t> </a:t>
            </a:r>
            <a:r>
              <a:rPr sz="2400" spc="-20" dirty="0">
                <a:solidFill>
                  <a:srgbClr val="273139"/>
                </a:solidFill>
                <a:latin typeface="Times New Roman"/>
                <a:cs typeface="Times New Roman"/>
              </a:rPr>
              <a:t>their</a:t>
            </a:r>
            <a:r>
              <a:rPr sz="2400" spc="-25" dirty="0">
                <a:solidFill>
                  <a:srgbClr val="273139"/>
                </a:solidFill>
                <a:latin typeface="Times New Roman"/>
                <a:cs typeface="Times New Roman"/>
              </a:rPr>
              <a:t> </a:t>
            </a:r>
            <a:r>
              <a:rPr sz="2400" spc="-60" dirty="0">
                <a:solidFill>
                  <a:srgbClr val="273139"/>
                </a:solidFill>
                <a:latin typeface="Times New Roman"/>
                <a:cs typeface="Times New Roman"/>
              </a:rPr>
              <a:t>data.</a:t>
            </a:r>
            <a:r>
              <a:rPr sz="2400" spc="-90" dirty="0">
                <a:solidFill>
                  <a:srgbClr val="273139"/>
                </a:solidFill>
                <a:latin typeface="Times New Roman"/>
                <a:cs typeface="Times New Roman"/>
              </a:rPr>
              <a:t> </a:t>
            </a:r>
            <a:r>
              <a:rPr sz="2400" spc="-110" dirty="0">
                <a:solidFill>
                  <a:srgbClr val="273139"/>
                </a:solidFill>
                <a:latin typeface="Times New Roman"/>
                <a:cs typeface="Times New Roman"/>
              </a:rPr>
              <a:t>Bucket</a:t>
            </a:r>
            <a:r>
              <a:rPr sz="2400" spc="-30" dirty="0">
                <a:solidFill>
                  <a:srgbClr val="273139"/>
                </a:solidFill>
                <a:latin typeface="Times New Roman"/>
                <a:cs typeface="Times New Roman"/>
              </a:rPr>
              <a:t> </a:t>
            </a:r>
            <a:r>
              <a:rPr sz="2400" spc="-90" dirty="0">
                <a:solidFill>
                  <a:srgbClr val="273139"/>
                </a:solidFill>
                <a:latin typeface="Times New Roman"/>
                <a:cs typeface="Times New Roman"/>
              </a:rPr>
              <a:t>Names </a:t>
            </a:r>
            <a:r>
              <a:rPr sz="2400" spc="-114" dirty="0">
                <a:solidFill>
                  <a:srgbClr val="273139"/>
                </a:solidFill>
                <a:latin typeface="Times New Roman"/>
                <a:cs typeface="Times New Roman"/>
              </a:rPr>
              <a:t>must</a:t>
            </a:r>
            <a:r>
              <a:rPr sz="2400" spc="-55" dirty="0">
                <a:solidFill>
                  <a:srgbClr val="273139"/>
                </a:solidFill>
                <a:latin typeface="Times New Roman"/>
                <a:cs typeface="Times New Roman"/>
              </a:rPr>
              <a:t> </a:t>
            </a:r>
            <a:r>
              <a:rPr sz="2400" spc="-120" dirty="0">
                <a:solidFill>
                  <a:srgbClr val="273139"/>
                </a:solidFill>
                <a:latin typeface="Times New Roman"/>
                <a:cs typeface="Times New Roman"/>
              </a:rPr>
              <a:t>be</a:t>
            </a:r>
            <a:r>
              <a:rPr sz="2400" spc="-45" dirty="0">
                <a:solidFill>
                  <a:srgbClr val="273139"/>
                </a:solidFill>
                <a:latin typeface="Times New Roman"/>
                <a:cs typeface="Times New Roman"/>
              </a:rPr>
              <a:t> </a:t>
            </a:r>
            <a:r>
              <a:rPr sz="2400" spc="-10" dirty="0">
                <a:solidFill>
                  <a:srgbClr val="273139"/>
                </a:solidFill>
                <a:latin typeface="Times New Roman"/>
                <a:cs typeface="Times New Roman"/>
              </a:rPr>
              <a:t>unique.</a:t>
            </a:r>
            <a:endParaRPr sz="2400">
              <a:latin typeface="Times New Roman"/>
              <a:cs typeface="Times New Roman"/>
            </a:endParaRPr>
          </a:p>
          <a:p>
            <a:pPr marL="286385" marR="15875" indent="-274320">
              <a:lnSpc>
                <a:spcPct val="100000"/>
              </a:lnSpc>
              <a:spcBef>
                <a:spcPts val="2400"/>
              </a:spcBef>
              <a:buClr>
                <a:srgbClr val="D24717"/>
              </a:buClr>
              <a:buSzPct val="85416"/>
              <a:buFont typeface="Arial MT"/>
              <a:buChar char="•"/>
              <a:tabLst>
                <a:tab pos="286385" algn="l"/>
              </a:tabLst>
            </a:pPr>
            <a:r>
              <a:rPr sz="2400" spc="-90" dirty="0">
                <a:solidFill>
                  <a:srgbClr val="273139"/>
                </a:solidFill>
                <a:latin typeface="Times New Roman"/>
                <a:cs typeface="Times New Roman"/>
              </a:rPr>
              <a:t>There</a:t>
            </a:r>
            <a:r>
              <a:rPr sz="2400" spc="-6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20"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25" dirty="0">
                <a:solidFill>
                  <a:srgbClr val="273139"/>
                </a:solidFill>
                <a:latin typeface="Times New Roman"/>
                <a:cs typeface="Times New Roman"/>
              </a:rPr>
              <a:t> </a:t>
            </a:r>
            <a:r>
              <a:rPr sz="2400" spc="-90" dirty="0">
                <a:solidFill>
                  <a:srgbClr val="273139"/>
                </a:solidFill>
                <a:latin typeface="Times New Roman"/>
                <a:cs typeface="Times New Roman"/>
              </a:rPr>
              <a:t>limit</a:t>
            </a:r>
            <a:r>
              <a:rPr sz="2400" spc="-4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25" dirty="0">
                <a:solidFill>
                  <a:srgbClr val="273139"/>
                </a:solidFill>
                <a:latin typeface="Times New Roman"/>
                <a:cs typeface="Times New Roman"/>
              </a:rPr>
              <a:t> </a:t>
            </a:r>
            <a:r>
              <a:rPr sz="2400" spc="-100" dirty="0">
                <a:solidFill>
                  <a:srgbClr val="273139"/>
                </a:solidFill>
                <a:latin typeface="Times New Roman"/>
                <a:cs typeface="Times New Roman"/>
              </a:rPr>
              <a:t>100</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buckets</a:t>
            </a:r>
            <a:r>
              <a:rPr sz="2400" spc="-30" dirty="0">
                <a:solidFill>
                  <a:srgbClr val="273139"/>
                </a:solidFill>
                <a:latin typeface="Times New Roman"/>
                <a:cs typeface="Times New Roman"/>
              </a:rPr>
              <a:t> </a:t>
            </a:r>
            <a:r>
              <a:rPr sz="2400" spc="-40" dirty="0">
                <a:solidFill>
                  <a:srgbClr val="273139"/>
                </a:solidFill>
                <a:latin typeface="Times New Roman"/>
                <a:cs typeface="Times New Roman"/>
              </a:rPr>
              <a:t>per</a:t>
            </a:r>
            <a:r>
              <a:rPr sz="2400" spc="-2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25" dirty="0">
                <a:solidFill>
                  <a:srgbClr val="273139"/>
                </a:solidFill>
                <a:latin typeface="Times New Roman"/>
                <a:cs typeface="Times New Roman"/>
              </a:rPr>
              <a:t> </a:t>
            </a:r>
            <a:r>
              <a:rPr sz="2400" spc="-85" dirty="0">
                <a:solidFill>
                  <a:srgbClr val="273139"/>
                </a:solidFill>
                <a:latin typeface="Times New Roman"/>
                <a:cs typeface="Times New Roman"/>
              </a:rPr>
              <a:t>account.</a:t>
            </a:r>
            <a:r>
              <a:rPr sz="2400" spc="-125" dirty="0">
                <a:solidFill>
                  <a:srgbClr val="273139"/>
                </a:solidFill>
                <a:latin typeface="Times New Roman"/>
                <a:cs typeface="Times New Roman"/>
              </a:rPr>
              <a:t> </a:t>
            </a:r>
            <a:r>
              <a:rPr sz="2400" spc="-160" dirty="0">
                <a:solidFill>
                  <a:srgbClr val="273139"/>
                </a:solidFill>
                <a:latin typeface="Times New Roman"/>
                <a:cs typeface="Times New Roman"/>
              </a:rPr>
              <a:t>But</a:t>
            </a:r>
            <a:r>
              <a:rPr sz="2400" spc="-25" dirty="0">
                <a:solidFill>
                  <a:srgbClr val="273139"/>
                </a:solidFill>
                <a:latin typeface="Times New Roman"/>
                <a:cs typeface="Times New Roman"/>
              </a:rPr>
              <a:t> </a:t>
            </a:r>
            <a:r>
              <a:rPr sz="2400" dirty="0">
                <a:solidFill>
                  <a:srgbClr val="273139"/>
                </a:solidFill>
                <a:latin typeface="Times New Roman"/>
                <a:cs typeface="Times New Roman"/>
              </a:rPr>
              <a:t>it</a:t>
            </a:r>
            <a:r>
              <a:rPr sz="2400" spc="-35"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20" dirty="0">
                <a:solidFill>
                  <a:srgbClr val="273139"/>
                </a:solidFill>
                <a:latin typeface="Times New Roman"/>
                <a:cs typeface="Times New Roman"/>
              </a:rPr>
              <a:t> </a:t>
            </a:r>
            <a:r>
              <a:rPr sz="2400" spc="-105" dirty="0">
                <a:solidFill>
                  <a:srgbClr val="273139"/>
                </a:solidFill>
                <a:latin typeface="Times New Roman"/>
                <a:cs typeface="Times New Roman"/>
              </a:rPr>
              <a:t>be</a:t>
            </a:r>
            <a:r>
              <a:rPr sz="2400" spc="-35" dirty="0">
                <a:solidFill>
                  <a:srgbClr val="273139"/>
                </a:solidFill>
                <a:latin typeface="Times New Roman"/>
                <a:cs typeface="Times New Roman"/>
              </a:rPr>
              <a:t> </a:t>
            </a:r>
            <a:r>
              <a:rPr sz="2400" spc="-90" dirty="0">
                <a:solidFill>
                  <a:srgbClr val="273139"/>
                </a:solidFill>
                <a:latin typeface="Times New Roman"/>
                <a:cs typeface="Times New Roman"/>
              </a:rPr>
              <a:t>increased </a:t>
            </a:r>
            <a:r>
              <a:rPr sz="2400" spc="-155" dirty="0">
                <a:solidFill>
                  <a:srgbClr val="273139"/>
                </a:solidFill>
                <a:latin typeface="Times New Roman"/>
                <a:cs typeface="Times New Roman"/>
              </a:rPr>
              <a:t>if</a:t>
            </a:r>
            <a:r>
              <a:rPr sz="2400" spc="-35" dirty="0">
                <a:solidFill>
                  <a:srgbClr val="273139"/>
                </a:solidFill>
                <a:latin typeface="Times New Roman"/>
                <a:cs typeface="Times New Roman"/>
              </a:rPr>
              <a:t> </a:t>
            </a:r>
            <a:r>
              <a:rPr sz="2400" spc="-95" dirty="0">
                <a:solidFill>
                  <a:srgbClr val="273139"/>
                </a:solidFill>
                <a:latin typeface="Times New Roman"/>
                <a:cs typeface="Times New Roman"/>
              </a:rPr>
              <a:t>requested</a:t>
            </a:r>
            <a:r>
              <a:rPr sz="2400" spc="-35" dirty="0">
                <a:solidFill>
                  <a:srgbClr val="273139"/>
                </a:solidFill>
                <a:latin typeface="Times New Roman"/>
                <a:cs typeface="Times New Roman"/>
              </a:rPr>
              <a:t> </a:t>
            </a:r>
            <a:r>
              <a:rPr sz="2400" spc="-200" dirty="0">
                <a:solidFill>
                  <a:srgbClr val="273139"/>
                </a:solidFill>
                <a:latin typeface="Times New Roman"/>
                <a:cs typeface="Times New Roman"/>
              </a:rPr>
              <a:t>by</a:t>
            </a:r>
            <a:r>
              <a:rPr sz="2400" spc="-240"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support.</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71</a:t>
            </a:fld>
            <a:endParaRPr spc="-25"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92DB457-70D7-CA9C-9942-11702D5F395C}"/>
                  </a:ext>
                </a:extLst>
              </p14:cNvPr>
              <p14:cNvContentPartPr/>
              <p14:nvPr/>
            </p14:nvContentPartPr>
            <p14:xfrm>
              <a:off x="7716240" y="1005480"/>
              <a:ext cx="836280" cy="573480"/>
            </p14:xfrm>
          </p:contentPart>
        </mc:Choice>
        <mc:Fallback xmlns="">
          <p:pic>
            <p:nvPicPr>
              <p:cNvPr id="6" name="Ink 5">
                <a:extLst>
                  <a:ext uri="{FF2B5EF4-FFF2-40B4-BE49-F238E27FC236}">
                    <a16:creationId xmlns:a16="http://schemas.microsoft.com/office/drawing/2014/main" id="{D92DB457-70D7-CA9C-9942-11702D5F395C}"/>
                  </a:ext>
                </a:extLst>
              </p:cNvPr>
              <p:cNvPicPr/>
              <p:nvPr/>
            </p:nvPicPr>
            <p:blipFill>
              <a:blip r:embed="rId3"/>
              <a:stretch>
                <a:fillRect/>
              </a:stretch>
            </p:blipFill>
            <p:spPr>
              <a:xfrm>
                <a:off x="7706880" y="996120"/>
                <a:ext cx="855000" cy="592200"/>
              </a:xfrm>
              <a:prstGeom prst="rect">
                <a:avLst/>
              </a:prstGeom>
            </p:spPr>
          </p:pic>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S3</a:t>
            </a:r>
            <a:r>
              <a:rPr spc="-40" dirty="0"/>
              <a:t> </a:t>
            </a:r>
            <a:r>
              <a:rPr dirty="0"/>
              <a:t>used</a:t>
            </a:r>
            <a:r>
              <a:rPr spc="-20" dirty="0"/>
              <a:t> for?</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133602"/>
            <a:ext cx="8301990" cy="4328795"/>
          </a:xfrm>
          <a:prstGeom prst="rect">
            <a:avLst/>
          </a:prstGeom>
        </p:spPr>
        <p:txBody>
          <a:bodyPr vert="horz" wrap="square" lIns="0" tIns="12700" rIns="0" bIns="0" rtlCol="0">
            <a:spAutoFit/>
          </a:bodyPr>
          <a:lstStyle/>
          <a:p>
            <a:pPr marL="286385" marR="5080" indent="-274320" algn="just">
              <a:lnSpc>
                <a:spcPct val="100000"/>
              </a:lnSpc>
              <a:spcBef>
                <a:spcPts val="100"/>
              </a:spcBef>
              <a:buClr>
                <a:srgbClr val="D24717"/>
              </a:buClr>
              <a:buSzPct val="85416"/>
              <a:buFont typeface="Segoe UI Symbol"/>
              <a:buChar char="⚫"/>
              <a:tabLst>
                <a:tab pos="286385" algn="l"/>
              </a:tabLst>
            </a:pPr>
            <a:r>
              <a:rPr sz="2400" b="1" dirty="0">
                <a:solidFill>
                  <a:srgbClr val="273139"/>
                </a:solidFill>
                <a:latin typeface="Times New Roman"/>
                <a:cs typeface="Times New Roman"/>
              </a:rPr>
              <a:t>Amazon</a:t>
            </a:r>
            <a:r>
              <a:rPr sz="2400" b="1" spc="-150" dirty="0">
                <a:solidFill>
                  <a:srgbClr val="273139"/>
                </a:solidFill>
                <a:latin typeface="Times New Roman"/>
                <a:cs typeface="Times New Roman"/>
              </a:rPr>
              <a:t> </a:t>
            </a:r>
            <a:r>
              <a:rPr sz="2400" b="1" spc="-90" dirty="0">
                <a:solidFill>
                  <a:srgbClr val="273139"/>
                </a:solidFill>
                <a:latin typeface="Times New Roman"/>
                <a:cs typeface="Times New Roman"/>
              </a:rPr>
              <a:t>S3</a:t>
            </a:r>
            <a:r>
              <a:rPr sz="2400" b="1" spc="-60" dirty="0">
                <a:solidFill>
                  <a:srgbClr val="273139"/>
                </a:solidFill>
                <a:latin typeface="Times New Roman"/>
                <a:cs typeface="Times New Roman"/>
              </a:rPr>
              <a:t> </a:t>
            </a:r>
            <a:r>
              <a:rPr sz="2400" b="1" spc="-25" dirty="0">
                <a:solidFill>
                  <a:srgbClr val="273139"/>
                </a:solidFill>
                <a:latin typeface="Times New Roman"/>
                <a:cs typeface="Times New Roman"/>
              </a:rPr>
              <a:t>Objects:</a:t>
            </a:r>
            <a:r>
              <a:rPr sz="2400" b="1" spc="-125" dirty="0">
                <a:solidFill>
                  <a:srgbClr val="273139"/>
                </a:solidFill>
                <a:latin typeface="Times New Roman"/>
                <a:cs typeface="Times New Roman"/>
              </a:rPr>
              <a:t> </a:t>
            </a:r>
            <a:r>
              <a:rPr sz="2400" spc="-114" dirty="0">
                <a:solidFill>
                  <a:srgbClr val="273139"/>
                </a:solidFill>
                <a:latin typeface="Times New Roman"/>
                <a:cs typeface="Times New Roman"/>
              </a:rPr>
              <a:t>Fundamental</a:t>
            </a:r>
            <a:r>
              <a:rPr sz="2400" spc="-35" dirty="0">
                <a:solidFill>
                  <a:srgbClr val="273139"/>
                </a:solidFill>
                <a:latin typeface="Times New Roman"/>
                <a:cs typeface="Times New Roman"/>
              </a:rPr>
              <a:t> </a:t>
            </a:r>
            <a:r>
              <a:rPr sz="2400" spc="-40" dirty="0">
                <a:solidFill>
                  <a:srgbClr val="273139"/>
                </a:solidFill>
                <a:latin typeface="Times New Roman"/>
                <a:cs typeface="Times New Roman"/>
              </a:rPr>
              <a:t>entity</a:t>
            </a:r>
            <a:r>
              <a:rPr sz="2400" spc="-75" dirty="0">
                <a:solidFill>
                  <a:srgbClr val="273139"/>
                </a:solidFill>
                <a:latin typeface="Times New Roman"/>
                <a:cs typeface="Times New Roman"/>
              </a:rPr>
              <a:t> </a:t>
            </a:r>
            <a:r>
              <a:rPr sz="2400" spc="-40" dirty="0">
                <a:solidFill>
                  <a:srgbClr val="273139"/>
                </a:solidFill>
                <a:latin typeface="Times New Roman"/>
                <a:cs typeface="Times New Roman"/>
              </a:rPr>
              <a:t>type</a:t>
            </a:r>
            <a:r>
              <a:rPr sz="2400" spc="-30" dirty="0">
                <a:solidFill>
                  <a:srgbClr val="273139"/>
                </a:solidFill>
                <a:latin typeface="Times New Roman"/>
                <a:cs typeface="Times New Roman"/>
              </a:rPr>
              <a:t> </a:t>
            </a:r>
            <a:r>
              <a:rPr sz="2400" spc="-45" dirty="0">
                <a:solidFill>
                  <a:srgbClr val="273139"/>
                </a:solidFill>
                <a:latin typeface="Times New Roman"/>
                <a:cs typeface="Times New Roman"/>
              </a:rPr>
              <a:t>stored</a:t>
            </a:r>
            <a:r>
              <a:rPr sz="2400" spc="-30" dirty="0">
                <a:solidFill>
                  <a:srgbClr val="273139"/>
                </a:solidFill>
                <a:latin typeface="Times New Roman"/>
                <a:cs typeface="Times New Roman"/>
              </a:rPr>
              <a:t> </a:t>
            </a:r>
            <a:r>
              <a:rPr sz="2400"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spc="-355" dirty="0">
                <a:solidFill>
                  <a:srgbClr val="273139"/>
                </a:solidFill>
                <a:latin typeface="Times New Roman"/>
                <a:cs typeface="Times New Roman"/>
              </a:rPr>
              <a:t>AWS</a:t>
            </a:r>
            <a:r>
              <a:rPr sz="2400" spc="204" dirty="0">
                <a:solidFill>
                  <a:srgbClr val="273139"/>
                </a:solidFill>
                <a:latin typeface="Times New Roman"/>
                <a:cs typeface="Times New Roman"/>
              </a:rPr>
              <a:t> </a:t>
            </a:r>
            <a:r>
              <a:rPr sz="2400" spc="-150" dirty="0">
                <a:solidFill>
                  <a:srgbClr val="273139"/>
                </a:solidFill>
                <a:latin typeface="Times New Roman"/>
                <a:cs typeface="Times New Roman"/>
              </a:rPr>
              <a:t>S3.You </a:t>
            </a:r>
            <a:r>
              <a:rPr sz="2400" spc="-130" dirty="0">
                <a:solidFill>
                  <a:srgbClr val="273139"/>
                </a:solidFill>
                <a:latin typeface="Times New Roman"/>
                <a:cs typeface="Times New Roman"/>
              </a:rPr>
              <a:t>can</a:t>
            </a:r>
            <a:r>
              <a:rPr sz="2400" spc="-20" dirty="0">
                <a:solidFill>
                  <a:srgbClr val="273139"/>
                </a:solidFill>
                <a:latin typeface="Times New Roman"/>
                <a:cs typeface="Times New Roman"/>
              </a:rPr>
              <a:t> </a:t>
            </a:r>
            <a:r>
              <a:rPr sz="2400" spc="-60" dirty="0">
                <a:solidFill>
                  <a:srgbClr val="273139"/>
                </a:solidFill>
                <a:latin typeface="Times New Roman"/>
                <a:cs typeface="Times New Roman"/>
              </a:rPr>
              <a:t>store</a:t>
            </a:r>
            <a:r>
              <a:rPr sz="2400" spc="-90" dirty="0">
                <a:solidFill>
                  <a:srgbClr val="273139"/>
                </a:solidFill>
                <a:latin typeface="Times New Roman"/>
                <a:cs typeface="Times New Roman"/>
              </a:rPr>
              <a:t> </a:t>
            </a:r>
            <a:r>
              <a:rPr sz="2400" spc="-235" dirty="0">
                <a:solidFill>
                  <a:srgbClr val="273139"/>
                </a:solidFill>
                <a:latin typeface="Times New Roman"/>
                <a:cs typeface="Times New Roman"/>
              </a:rPr>
              <a:t>as</a:t>
            </a:r>
            <a:r>
              <a:rPr sz="2400" spc="85" dirty="0">
                <a:solidFill>
                  <a:srgbClr val="273139"/>
                </a:solidFill>
                <a:latin typeface="Times New Roman"/>
                <a:cs typeface="Times New Roman"/>
              </a:rPr>
              <a:t> </a:t>
            </a:r>
            <a:r>
              <a:rPr sz="2400" spc="-185" dirty="0">
                <a:solidFill>
                  <a:srgbClr val="273139"/>
                </a:solidFill>
                <a:latin typeface="Times New Roman"/>
                <a:cs typeface="Times New Roman"/>
              </a:rPr>
              <a:t>many</a:t>
            </a:r>
            <a:r>
              <a:rPr sz="2400" spc="35" dirty="0">
                <a:solidFill>
                  <a:srgbClr val="273139"/>
                </a:solidFill>
                <a:latin typeface="Times New Roman"/>
                <a:cs typeface="Times New Roman"/>
              </a:rPr>
              <a:t> </a:t>
            </a:r>
            <a:r>
              <a:rPr sz="2400" spc="-110" dirty="0">
                <a:solidFill>
                  <a:srgbClr val="273139"/>
                </a:solidFill>
                <a:latin typeface="Times New Roman"/>
                <a:cs typeface="Times New Roman"/>
              </a:rPr>
              <a:t>objects</a:t>
            </a:r>
            <a:r>
              <a:rPr sz="2400" spc="-40" dirty="0">
                <a:solidFill>
                  <a:srgbClr val="273139"/>
                </a:solidFill>
                <a:latin typeface="Times New Roman"/>
                <a:cs typeface="Times New Roman"/>
              </a:rPr>
              <a:t> </a:t>
            </a:r>
            <a:r>
              <a:rPr sz="2400" spc="-204" dirty="0">
                <a:solidFill>
                  <a:srgbClr val="273139"/>
                </a:solidFill>
                <a:latin typeface="Times New Roman"/>
                <a:cs typeface="Times New Roman"/>
              </a:rPr>
              <a:t>as</a:t>
            </a:r>
            <a:r>
              <a:rPr sz="2400" spc="55" dirty="0">
                <a:solidFill>
                  <a:srgbClr val="273139"/>
                </a:solidFill>
                <a:latin typeface="Times New Roman"/>
                <a:cs typeface="Times New Roman"/>
              </a:rPr>
              <a:t> </a:t>
            </a:r>
            <a:r>
              <a:rPr sz="2400" spc="-150" dirty="0">
                <a:solidFill>
                  <a:srgbClr val="273139"/>
                </a:solidFill>
                <a:latin typeface="Times New Roman"/>
                <a:cs typeface="Times New Roman"/>
              </a:rPr>
              <a:t>you</a:t>
            </a:r>
            <a:r>
              <a:rPr sz="2400" spc="5" dirty="0">
                <a:solidFill>
                  <a:srgbClr val="273139"/>
                </a:solidFill>
                <a:latin typeface="Times New Roman"/>
                <a:cs typeface="Times New Roman"/>
              </a:rPr>
              <a:t> </a:t>
            </a:r>
            <a:r>
              <a:rPr sz="2400" spc="-90" dirty="0">
                <a:solidFill>
                  <a:srgbClr val="273139"/>
                </a:solidFill>
                <a:latin typeface="Times New Roman"/>
                <a:cs typeface="Times New Roman"/>
              </a:rPr>
              <a:t>want</a:t>
            </a:r>
            <a:r>
              <a:rPr sz="2400" spc="5" dirty="0">
                <a:solidFill>
                  <a:srgbClr val="273139"/>
                </a:solidFill>
                <a:latin typeface="Times New Roman"/>
                <a:cs typeface="Times New Roman"/>
              </a:rPr>
              <a:t> </a:t>
            </a:r>
            <a:r>
              <a:rPr sz="2400" dirty="0">
                <a:solidFill>
                  <a:srgbClr val="273139"/>
                </a:solidFill>
                <a:latin typeface="Times New Roman"/>
                <a:cs typeface="Times New Roman"/>
              </a:rPr>
              <a:t>to</a:t>
            </a:r>
            <a:r>
              <a:rPr sz="2400" spc="15" dirty="0">
                <a:solidFill>
                  <a:srgbClr val="273139"/>
                </a:solidFill>
                <a:latin typeface="Times New Roman"/>
                <a:cs typeface="Times New Roman"/>
              </a:rPr>
              <a:t> </a:t>
            </a:r>
            <a:r>
              <a:rPr sz="2400" spc="-65" dirty="0">
                <a:solidFill>
                  <a:srgbClr val="273139"/>
                </a:solidFill>
                <a:latin typeface="Times New Roman"/>
                <a:cs typeface="Times New Roman"/>
              </a:rPr>
              <a:t>store.</a:t>
            </a:r>
            <a:r>
              <a:rPr sz="2400" spc="-85" dirty="0">
                <a:solidFill>
                  <a:srgbClr val="273139"/>
                </a:solidFill>
                <a:latin typeface="Times New Roman"/>
                <a:cs typeface="Times New Roman"/>
              </a:rPr>
              <a:t> </a:t>
            </a:r>
            <a:r>
              <a:rPr sz="2400" spc="-110" dirty="0">
                <a:solidFill>
                  <a:srgbClr val="273139"/>
                </a:solidFill>
                <a:latin typeface="Times New Roman"/>
                <a:cs typeface="Times New Roman"/>
              </a:rPr>
              <a:t>The</a:t>
            </a:r>
            <a:r>
              <a:rPr sz="2400" spc="-10" dirty="0">
                <a:solidFill>
                  <a:srgbClr val="273139"/>
                </a:solidFill>
                <a:latin typeface="Times New Roman"/>
                <a:cs typeface="Times New Roman"/>
              </a:rPr>
              <a:t> </a:t>
            </a:r>
            <a:r>
              <a:rPr sz="2400" spc="-140" dirty="0">
                <a:solidFill>
                  <a:srgbClr val="273139"/>
                </a:solidFill>
                <a:latin typeface="Times New Roman"/>
                <a:cs typeface="Times New Roman"/>
              </a:rPr>
              <a:t>maximum</a:t>
            </a:r>
            <a:r>
              <a:rPr sz="2400" spc="5" dirty="0">
                <a:solidFill>
                  <a:srgbClr val="273139"/>
                </a:solidFill>
                <a:latin typeface="Times New Roman"/>
                <a:cs typeface="Times New Roman"/>
              </a:rPr>
              <a:t> </a:t>
            </a:r>
            <a:r>
              <a:rPr sz="2400" spc="-160" dirty="0">
                <a:solidFill>
                  <a:srgbClr val="273139"/>
                </a:solidFill>
                <a:latin typeface="Times New Roman"/>
                <a:cs typeface="Times New Roman"/>
              </a:rPr>
              <a:t>size</a:t>
            </a:r>
            <a:r>
              <a:rPr sz="2400" spc="10" dirty="0">
                <a:solidFill>
                  <a:srgbClr val="273139"/>
                </a:solidFill>
                <a:latin typeface="Times New Roman"/>
                <a:cs typeface="Times New Roman"/>
              </a:rPr>
              <a:t> </a:t>
            </a:r>
            <a:r>
              <a:rPr sz="2400" spc="-110" dirty="0">
                <a:solidFill>
                  <a:srgbClr val="273139"/>
                </a:solidFill>
                <a:latin typeface="Times New Roman"/>
                <a:cs typeface="Times New Roman"/>
              </a:rPr>
              <a:t>of</a:t>
            </a:r>
            <a:r>
              <a:rPr sz="2400" spc="10" dirty="0">
                <a:solidFill>
                  <a:srgbClr val="273139"/>
                </a:solidFill>
                <a:latin typeface="Times New Roman"/>
                <a:cs typeface="Times New Roman"/>
              </a:rPr>
              <a:t> </a:t>
            </a:r>
            <a:r>
              <a:rPr sz="2400" spc="-25" dirty="0">
                <a:solidFill>
                  <a:srgbClr val="273139"/>
                </a:solidFill>
                <a:latin typeface="Times New Roman"/>
                <a:cs typeface="Times New Roman"/>
              </a:rPr>
              <a:t>an </a:t>
            </a:r>
            <a:r>
              <a:rPr sz="2400" spc="-325" dirty="0">
                <a:solidFill>
                  <a:srgbClr val="273139"/>
                </a:solidFill>
                <a:latin typeface="Times New Roman"/>
                <a:cs typeface="Times New Roman"/>
              </a:rPr>
              <a:t>AWS</a:t>
            </a:r>
            <a:r>
              <a:rPr sz="2400" spc="-60" dirty="0">
                <a:solidFill>
                  <a:srgbClr val="273139"/>
                </a:solidFill>
                <a:latin typeface="Times New Roman"/>
                <a:cs typeface="Times New Roman"/>
              </a:rPr>
              <a:t> </a:t>
            </a:r>
            <a:r>
              <a:rPr sz="2400" spc="-240" dirty="0">
                <a:solidFill>
                  <a:srgbClr val="273139"/>
                </a:solidFill>
                <a:latin typeface="Times New Roman"/>
                <a:cs typeface="Times New Roman"/>
              </a:rPr>
              <a:t>S3</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bucket</a:t>
            </a:r>
            <a:r>
              <a:rPr sz="2400" spc="-70"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50" dirty="0">
                <a:solidFill>
                  <a:srgbClr val="273139"/>
                </a:solidFill>
                <a:latin typeface="Times New Roman"/>
                <a:cs typeface="Times New Roman"/>
              </a:rPr>
              <a:t> </a:t>
            </a:r>
            <a:r>
              <a:rPr sz="2400" spc="-150" dirty="0">
                <a:solidFill>
                  <a:srgbClr val="273139"/>
                </a:solidFill>
                <a:latin typeface="Times New Roman"/>
                <a:cs typeface="Times New Roman"/>
              </a:rPr>
              <a:t>5TB.</a:t>
            </a:r>
            <a:r>
              <a:rPr sz="2400" spc="-145" dirty="0">
                <a:solidFill>
                  <a:srgbClr val="273139"/>
                </a:solidFill>
                <a:latin typeface="Times New Roman"/>
                <a:cs typeface="Times New Roman"/>
              </a:rPr>
              <a:t> </a:t>
            </a:r>
            <a:r>
              <a:rPr sz="2400" spc="-75" dirty="0">
                <a:solidFill>
                  <a:srgbClr val="273139"/>
                </a:solidFill>
                <a:latin typeface="Times New Roman"/>
                <a:cs typeface="Times New Roman"/>
              </a:rPr>
              <a:t>It</a:t>
            </a:r>
            <a:r>
              <a:rPr sz="2400" spc="-45" dirty="0">
                <a:solidFill>
                  <a:srgbClr val="273139"/>
                </a:solidFill>
                <a:latin typeface="Times New Roman"/>
                <a:cs typeface="Times New Roman"/>
              </a:rPr>
              <a:t> </a:t>
            </a:r>
            <a:r>
              <a:rPr sz="2400" spc="-130" dirty="0">
                <a:solidFill>
                  <a:srgbClr val="273139"/>
                </a:solidFill>
                <a:latin typeface="Times New Roman"/>
                <a:cs typeface="Times New Roman"/>
              </a:rPr>
              <a:t>consists</a:t>
            </a:r>
            <a:r>
              <a:rPr sz="2400" spc="-6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55"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50" dirty="0">
                <a:solidFill>
                  <a:srgbClr val="273139"/>
                </a:solidFill>
                <a:latin typeface="Times New Roman"/>
                <a:cs typeface="Times New Roman"/>
              </a:rPr>
              <a:t> </a:t>
            </a:r>
            <a:r>
              <a:rPr sz="2400" spc="-10" dirty="0">
                <a:solidFill>
                  <a:srgbClr val="273139"/>
                </a:solidFill>
                <a:latin typeface="Times New Roman"/>
                <a:cs typeface="Times New Roman"/>
              </a:rPr>
              <a:t>following:</a:t>
            </a:r>
            <a:endParaRPr sz="2400">
              <a:latin typeface="Times New Roman"/>
              <a:cs typeface="Times New Roman"/>
            </a:endParaRPr>
          </a:p>
          <a:p>
            <a:pPr>
              <a:lnSpc>
                <a:spcPct val="100000"/>
              </a:lnSpc>
              <a:spcBef>
                <a:spcPts val="2315"/>
              </a:spcBef>
            </a:pPr>
            <a:endParaRPr sz="2400">
              <a:latin typeface="Times New Roman"/>
              <a:cs typeface="Times New Roman"/>
            </a:endParaRPr>
          </a:p>
          <a:p>
            <a:pPr marL="286385" indent="-273685">
              <a:lnSpc>
                <a:spcPct val="100000"/>
              </a:lnSpc>
              <a:spcBef>
                <a:spcPts val="5"/>
              </a:spcBef>
              <a:buClr>
                <a:srgbClr val="D24717"/>
              </a:buClr>
              <a:buSzPct val="85416"/>
              <a:buFont typeface="Arial MT"/>
              <a:buChar char="•"/>
              <a:tabLst>
                <a:tab pos="286385" algn="l"/>
              </a:tabLst>
            </a:pPr>
            <a:r>
              <a:rPr sz="2400" spc="-25" dirty="0">
                <a:solidFill>
                  <a:srgbClr val="273139"/>
                </a:solidFill>
                <a:latin typeface="Times New Roman"/>
                <a:cs typeface="Times New Roman"/>
              </a:rPr>
              <a:t>Key</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70" dirty="0">
                <a:solidFill>
                  <a:srgbClr val="273139"/>
                </a:solidFill>
                <a:latin typeface="Times New Roman"/>
                <a:cs typeface="Times New Roman"/>
              </a:rPr>
              <a:t>Version</a:t>
            </a:r>
            <a:r>
              <a:rPr sz="2400" spc="-35" dirty="0">
                <a:solidFill>
                  <a:srgbClr val="273139"/>
                </a:solidFill>
                <a:latin typeface="Times New Roman"/>
                <a:cs typeface="Times New Roman"/>
              </a:rPr>
              <a:t> </a:t>
            </a:r>
            <a:r>
              <a:rPr sz="2400" spc="-25" dirty="0">
                <a:solidFill>
                  <a:srgbClr val="273139"/>
                </a:solidFill>
                <a:latin typeface="Times New Roman"/>
                <a:cs typeface="Times New Roman"/>
              </a:rPr>
              <a:t>ID</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0" dirty="0">
                <a:solidFill>
                  <a:srgbClr val="273139"/>
                </a:solidFill>
                <a:latin typeface="Times New Roman"/>
                <a:cs typeface="Times New Roman"/>
              </a:rPr>
              <a:t>Value</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0" dirty="0">
                <a:solidFill>
                  <a:srgbClr val="273139"/>
                </a:solidFill>
                <a:latin typeface="Times New Roman"/>
                <a:cs typeface="Times New Roman"/>
              </a:rPr>
              <a:t>Metadata</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50" dirty="0">
                <a:solidFill>
                  <a:srgbClr val="273139"/>
                </a:solidFill>
                <a:latin typeface="Times New Roman"/>
                <a:cs typeface="Times New Roman"/>
              </a:rPr>
              <a:t>Subresources</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90" dirty="0">
                <a:solidFill>
                  <a:srgbClr val="273139"/>
                </a:solidFill>
                <a:latin typeface="Times New Roman"/>
                <a:cs typeface="Times New Roman"/>
              </a:rPr>
              <a:t>Access</a:t>
            </a:r>
            <a:r>
              <a:rPr sz="2400" spc="-25" dirty="0">
                <a:solidFill>
                  <a:srgbClr val="273139"/>
                </a:solidFill>
                <a:latin typeface="Times New Roman"/>
                <a:cs typeface="Times New Roman"/>
              </a:rPr>
              <a:t> </a:t>
            </a:r>
            <a:r>
              <a:rPr sz="2400" spc="-80" dirty="0">
                <a:solidFill>
                  <a:srgbClr val="273139"/>
                </a:solidFill>
                <a:latin typeface="Times New Roman"/>
                <a:cs typeface="Times New Roman"/>
              </a:rPr>
              <a:t>control</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information</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20" dirty="0">
                <a:solidFill>
                  <a:srgbClr val="273139"/>
                </a:solidFill>
                <a:latin typeface="Times New Roman"/>
                <a:cs typeface="Times New Roman"/>
              </a:rPr>
              <a:t>Tags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72</a:t>
            </a:fld>
            <a:endParaRPr spc="-2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20" dirty="0"/>
              <a:t> </a:t>
            </a:r>
            <a:r>
              <a:rPr dirty="0"/>
              <a:t>S3</a:t>
            </a:r>
            <a:r>
              <a:rPr spc="-110" dirty="0"/>
              <a:t> </a:t>
            </a:r>
            <a:r>
              <a:rPr spc="-30" dirty="0"/>
              <a:t>Versioning</a:t>
            </a:r>
            <a:r>
              <a:rPr spc="-110" dirty="0"/>
              <a:t> </a:t>
            </a:r>
            <a:r>
              <a:rPr dirty="0"/>
              <a:t>and</a:t>
            </a:r>
            <a:r>
              <a:rPr spc="-114" dirty="0"/>
              <a:t> </a:t>
            </a:r>
            <a:r>
              <a:rPr spc="-20" dirty="0"/>
              <a:t>Access</a:t>
            </a:r>
            <a:r>
              <a:rPr spc="-105" dirty="0"/>
              <a:t> </a:t>
            </a:r>
            <a:r>
              <a:rPr spc="-10" dirty="0"/>
              <a:t>Control</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43433" y="1133602"/>
            <a:ext cx="8360409" cy="5323840"/>
          </a:xfrm>
          <a:prstGeom prst="rect">
            <a:avLst/>
          </a:prstGeom>
        </p:spPr>
        <p:txBody>
          <a:bodyPr vert="horz" wrap="square" lIns="0" tIns="12700" rIns="0" bIns="0" rtlCol="0">
            <a:spAutoFit/>
          </a:bodyPr>
          <a:lstStyle/>
          <a:p>
            <a:pPr marL="319405" marR="17780" indent="-274320" algn="just">
              <a:lnSpc>
                <a:spcPct val="100000"/>
              </a:lnSpc>
              <a:spcBef>
                <a:spcPts val="100"/>
              </a:spcBef>
              <a:buClr>
                <a:srgbClr val="D24717"/>
              </a:buClr>
              <a:buSzPct val="85416"/>
              <a:buFont typeface="Segoe UI Symbol"/>
              <a:buChar char="⚫"/>
              <a:tabLst>
                <a:tab pos="319405" algn="l"/>
              </a:tabLst>
            </a:pPr>
            <a:r>
              <a:rPr sz="2400" b="1" spc="-175" dirty="0">
                <a:solidFill>
                  <a:srgbClr val="273139"/>
                </a:solidFill>
                <a:latin typeface="Times New Roman"/>
                <a:cs typeface="Times New Roman"/>
              </a:rPr>
              <a:t>S3</a:t>
            </a:r>
            <a:r>
              <a:rPr sz="2400" b="1" dirty="0">
                <a:solidFill>
                  <a:srgbClr val="273139"/>
                </a:solidFill>
                <a:latin typeface="Times New Roman"/>
                <a:cs typeface="Times New Roman"/>
              </a:rPr>
              <a:t> </a:t>
            </a:r>
            <a:r>
              <a:rPr sz="2400" b="1" spc="-65" dirty="0">
                <a:solidFill>
                  <a:srgbClr val="273139"/>
                </a:solidFill>
                <a:latin typeface="Times New Roman"/>
                <a:cs typeface="Times New Roman"/>
              </a:rPr>
              <a:t>Versioning:</a:t>
            </a:r>
            <a:r>
              <a:rPr sz="2400" b="1" dirty="0">
                <a:solidFill>
                  <a:srgbClr val="273139"/>
                </a:solidFill>
                <a:latin typeface="Times New Roman"/>
                <a:cs typeface="Times New Roman"/>
              </a:rPr>
              <a:t> </a:t>
            </a:r>
            <a:r>
              <a:rPr sz="2400" spc="-160" dirty="0">
                <a:solidFill>
                  <a:srgbClr val="273139"/>
                </a:solidFill>
                <a:latin typeface="Times New Roman"/>
                <a:cs typeface="Times New Roman"/>
              </a:rPr>
              <a:t>Versioning</a:t>
            </a:r>
            <a:r>
              <a:rPr sz="2400" spc="-5" dirty="0">
                <a:solidFill>
                  <a:srgbClr val="273139"/>
                </a:solidFill>
                <a:latin typeface="Times New Roman"/>
                <a:cs typeface="Times New Roman"/>
              </a:rPr>
              <a:t> </a:t>
            </a:r>
            <a:r>
              <a:rPr sz="2400" spc="-150" dirty="0">
                <a:solidFill>
                  <a:srgbClr val="273139"/>
                </a:solidFill>
                <a:latin typeface="Times New Roman"/>
                <a:cs typeface="Times New Roman"/>
              </a:rPr>
              <a:t>means</a:t>
            </a:r>
            <a:r>
              <a:rPr sz="2400" spc="-5" dirty="0">
                <a:solidFill>
                  <a:srgbClr val="273139"/>
                </a:solidFill>
                <a:latin typeface="Times New Roman"/>
                <a:cs typeface="Times New Roman"/>
              </a:rPr>
              <a:t> </a:t>
            </a:r>
            <a:r>
              <a:rPr sz="2400" spc="-200" dirty="0">
                <a:solidFill>
                  <a:srgbClr val="273139"/>
                </a:solidFill>
                <a:latin typeface="Times New Roman"/>
                <a:cs typeface="Times New Roman"/>
              </a:rPr>
              <a:t>always</a:t>
            </a:r>
            <a:r>
              <a:rPr sz="2400" dirty="0">
                <a:solidFill>
                  <a:srgbClr val="273139"/>
                </a:solidFill>
                <a:latin typeface="Times New Roman"/>
                <a:cs typeface="Times New Roman"/>
              </a:rPr>
              <a:t> </a:t>
            </a:r>
            <a:r>
              <a:rPr sz="2400" spc="-135" dirty="0">
                <a:solidFill>
                  <a:srgbClr val="273139"/>
                </a:solidFill>
                <a:latin typeface="Times New Roman"/>
                <a:cs typeface="Times New Roman"/>
              </a:rPr>
              <a:t>keeping</a:t>
            </a:r>
            <a:r>
              <a:rPr sz="240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15" dirty="0">
                <a:solidFill>
                  <a:srgbClr val="273139"/>
                </a:solidFill>
                <a:latin typeface="Times New Roman"/>
                <a:cs typeface="Times New Roman"/>
              </a:rPr>
              <a:t> </a:t>
            </a:r>
            <a:r>
              <a:rPr sz="2400" spc="-75" dirty="0">
                <a:solidFill>
                  <a:srgbClr val="273139"/>
                </a:solidFill>
                <a:latin typeface="Times New Roman"/>
                <a:cs typeface="Times New Roman"/>
              </a:rPr>
              <a:t>record</a:t>
            </a:r>
            <a:r>
              <a:rPr sz="2400" spc="1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15" dirty="0">
                <a:solidFill>
                  <a:srgbClr val="273139"/>
                </a:solidFill>
                <a:latin typeface="Times New Roman"/>
                <a:cs typeface="Times New Roman"/>
              </a:rPr>
              <a:t> </a:t>
            </a:r>
            <a:r>
              <a:rPr sz="2400" spc="-135" dirty="0">
                <a:solidFill>
                  <a:srgbClr val="273139"/>
                </a:solidFill>
                <a:latin typeface="Times New Roman"/>
                <a:cs typeface="Times New Roman"/>
              </a:rPr>
              <a:t>previously</a:t>
            </a:r>
            <a:r>
              <a:rPr sz="2400" spc="-105" dirty="0">
                <a:solidFill>
                  <a:srgbClr val="273139"/>
                </a:solidFill>
                <a:latin typeface="Times New Roman"/>
                <a:cs typeface="Times New Roman"/>
              </a:rPr>
              <a:t> </a:t>
            </a:r>
            <a:r>
              <a:rPr sz="2400" spc="-120" dirty="0">
                <a:solidFill>
                  <a:srgbClr val="273139"/>
                </a:solidFill>
                <a:latin typeface="Times New Roman"/>
                <a:cs typeface="Times New Roman"/>
              </a:rPr>
              <a:t>uploaded</a:t>
            </a:r>
            <a:r>
              <a:rPr sz="2400" spc="345" dirty="0">
                <a:solidFill>
                  <a:srgbClr val="273139"/>
                </a:solidFill>
                <a:latin typeface="Times New Roman"/>
                <a:cs typeface="Times New Roman"/>
              </a:rPr>
              <a:t> </a:t>
            </a:r>
            <a:r>
              <a:rPr sz="2400" spc="-140" dirty="0">
                <a:solidFill>
                  <a:srgbClr val="273139"/>
                </a:solidFill>
                <a:latin typeface="Times New Roman"/>
                <a:cs typeface="Times New Roman"/>
              </a:rPr>
              <a:t>files</a:t>
            </a:r>
            <a:r>
              <a:rPr sz="2400" spc="335"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340" dirty="0">
                <a:solidFill>
                  <a:srgbClr val="273139"/>
                </a:solidFill>
                <a:latin typeface="Times New Roman"/>
                <a:cs typeface="Times New Roman"/>
              </a:rPr>
              <a:t> </a:t>
            </a:r>
            <a:r>
              <a:rPr sz="2400" spc="-125" dirty="0">
                <a:solidFill>
                  <a:srgbClr val="273139"/>
                </a:solidFill>
                <a:latin typeface="Times New Roman"/>
                <a:cs typeface="Times New Roman"/>
              </a:rPr>
              <a:t>S3.</a:t>
            </a:r>
            <a:r>
              <a:rPr sz="2400" spc="220" dirty="0">
                <a:solidFill>
                  <a:srgbClr val="273139"/>
                </a:solidFill>
                <a:latin typeface="Times New Roman"/>
                <a:cs typeface="Times New Roman"/>
              </a:rPr>
              <a:t> </a:t>
            </a:r>
            <a:r>
              <a:rPr sz="2400" spc="-120" dirty="0">
                <a:solidFill>
                  <a:srgbClr val="273139"/>
                </a:solidFill>
                <a:latin typeface="Times New Roman"/>
                <a:cs typeface="Times New Roman"/>
              </a:rPr>
              <a:t>Points</a:t>
            </a:r>
            <a:r>
              <a:rPr sz="2400" spc="335" dirty="0">
                <a:solidFill>
                  <a:srgbClr val="273139"/>
                </a:solidFill>
                <a:latin typeface="Times New Roman"/>
                <a:cs typeface="Times New Roman"/>
              </a:rPr>
              <a:t> </a:t>
            </a:r>
            <a:r>
              <a:rPr sz="2400" spc="-40" dirty="0">
                <a:solidFill>
                  <a:srgbClr val="273139"/>
                </a:solidFill>
                <a:latin typeface="Times New Roman"/>
                <a:cs typeface="Times New Roman"/>
              </a:rPr>
              <a:t>to</a:t>
            </a:r>
            <a:r>
              <a:rPr sz="2400" spc="325" dirty="0">
                <a:solidFill>
                  <a:srgbClr val="273139"/>
                </a:solidFill>
                <a:latin typeface="Times New Roman"/>
                <a:cs typeface="Times New Roman"/>
              </a:rPr>
              <a:t> </a:t>
            </a:r>
            <a:r>
              <a:rPr sz="2400" spc="-155" dirty="0">
                <a:solidFill>
                  <a:srgbClr val="273139"/>
                </a:solidFill>
                <a:latin typeface="Times New Roman"/>
                <a:cs typeface="Times New Roman"/>
              </a:rPr>
              <a:t>Versioning</a:t>
            </a:r>
            <a:r>
              <a:rPr sz="2400" spc="330" dirty="0">
                <a:solidFill>
                  <a:srgbClr val="273139"/>
                </a:solidFill>
                <a:latin typeface="Times New Roman"/>
                <a:cs typeface="Times New Roman"/>
              </a:rPr>
              <a:t> </a:t>
            </a:r>
            <a:r>
              <a:rPr sz="2400" spc="-100" dirty="0">
                <a:solidFill>
                  <a:srgbClr val="273139"/>
                </a:solidFill>
                <a:latin typeface="Times New Roman"/>
                <a:cs typeface="Times New Roman"/>
              </a:rPr>
              <a:t>are</a:t>
            </a:r>
            <a:r>
              <a:rPr sz="2400" spc="320" dirty="0">
                <a:solidFill>
                  <a:srgbClr val="273139"/>
                </a:solidFill>
                <a:latin typeface="Times New Roman"/>
                <a:cs typeface="Times New Roman"/>
              </a:rPr>
              <a:t> </a:t>
            </a:r>
            <a:r>
              <a:rPr sz="2400" spc="-65" dirty="0">
                <a:solidFill>
                  <a:srgbClr val="273139"/>
                </a:solidFill>
                <a:latin typeface="Times New Roman"/>
                <a:cs typeface="Times New Roman"/>
              </a:rPr>
              <a:t>not</a:t>
            </a:r>
            <a:r>
              <a:rPr sz="2400" spc="330" dirty="0">
                <a:solidFill>
                  <a:srgbClr val="273139"/>
                </a:solidFill>
                <a:latin typeface="Times New Roman"/>
                <a:cs typeface="Times New Roman"/>
              </a:rPr>
              <a:t> </a:t>
            </a:r>
            <a:r>
              <a:rPr sz="2400" spc="-125" dirty="0">
                <a:solidFill>
                  <a:srgbClr val="273139"/>
                </a:solidFill>
                <a:latin typeface="Times New Roman"/>
                <a:cs typeface="Times New Roman"/>
              </a:rPr>
              <a:t>enabled</a:t>
            </a:r>
            <a:r>
              <a:rPr sz="2400" spc="320" dirty="0">
                <a:solidFill>
                  <a:srgbClr val="273139"/>
                </a:solidFill>
                <a:latin typeface="Times New Roman"/>
                <a:cs typeface="Times New Roman"/>
              </a:rPr>
              <a:t> </a:t>
            </a:r>
            <a:r>
              <a:rPr sz="2400" spc="-195" dirty="0">
                <a:solidFill>
                  <a:srgbClr val="273139"/>
                </a:solidFill>
                <a:latin typeface="Times New Roman"/>
                <a:cs typeface="Times New Roman"/>
              </a:rPr>
              <a:t>by</a:t>
            </a:r>
            <a:r>
              <a:rPr sz="2400" spc="320" dirty="0">
                <a:solidFill>
                  <a:srgbClr val="273139"/>
                </a:solidFill>
                <a:latin typeface="Times New Roman"/>
                <a:cs typeface="Times New Roman"/>
              </a:rPr>
              <a:t> </a:t>
            </a:r>
            <a:r>
              <a:rPr sz="2400" spc="-85" dirty="0">
                <a:solidFill>
                  <a:srgbClr val="273139"/>
                </a:solidFill>
                <a:latin typeface="Times New Roman"/>
                <a:cs typeface="Times New Roman"/>
              </a:rPr>
              <a:t>default.</a:t>
            </a:r>
            <a:r>
              <a:rPr sz="2400" spc="95" dirty="0">
                <a:solidFill>
                  <a:srgbClr val="273139"/>
                </a:solidFill>
                <a:latin typeface="Times New Roman"/>
                <a:cs typeface="Times New Roman"/>
              </a:rPr>
              <a:t> </a:t>
            </a:r>
            <a:r>
              <a:rPr sz="2400" spc="-90" dirty="0">
                <a:solidFill>
                  <a:srgbClr val="273139"/>
                </a:solidFill>
                <a:latin typeface="Times New Roman"/>
                <a:cs typeface="Times New Roman"/>
              </a:rPr>
              <a:t>Once</a:t>
            </a:r>
            <a:r>
              <a:rPr sz="2400" spc="80" dirty="0">
                <a:solidFill>
                  <a:srgbClr val="273139"/>
                </a:solidFill>
                <a:latin typeface="Times New Roman"/>
                <a:cs typeface="Times New Roman"/>
              </a:rPr>
              <a:t> </a:t>
            </a:r>
            <a:r>
              <a:rPr sz="2400" spc="-95" dirty="0">
                <a:solidFill>
                  <a:srgbClr val="273139"/>
                </a:solidFill>
                <a:latin typeface="Times New Roman"/>
                <a:cs typeface="Times New Roman"/>
              </a:rPr>
              <a:t>enabled,</a:t>
            </a:r>
            <a:r>
              <a:rPr sz="2400" spc="-20" dirty="0">
                <a:solidFill>
                  <a:srgbClr val="273139"/>
                </a:solidFill>
                <a:latin typeface="Times New Roman"/>
                <a:cs typeface="Times New Roman"/>
              </a:rPr>
              <a:t> </a:t>
            </a:r>
            <a:r>
              <a:rPr sz="2400" spc="-40" dirty="0">
                <a:solidFill>
                  <a:srgbClr val="273139"/>
                </a:solidFill>
                <a:latin typeface="Times New Roman"/>
                <a:cs typeface="Times New Roman"/>
              </a:rPr>
              <a:t>it</a:t>
            </a:r>
            <a:r>
              <a:rPr sz="2400" spc="75"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85" dirty="0">
                <a:solidFill>
                  <a:srgbClr val="273139"/>
                </a:solidFill>
                <a:latin typeface="Times New Roman"/>
                <a:cs typeface="Times New Roman"/>
              </a:rPr>
              <a:t> </a:t>
            </a:r>
            <a:r>
              <a:rPr sz="2400" spc="-120" dirty="0">
                <a:solidFill>
                  <a:srgbClr val="273139"/>
                </a:solidFill>
                <a:latin typeface="Times New Roman"/>
                <a:cs typeface="Times New Roman"/>
              </a:rPr>
              <a:t>enabled</a:t>
            </a:r>
            <a:r>
              <a:rPr sz="2400" spc="80"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85" dirty="0">
                <a:solidFill>
                  <a:srgbClr val="273139"/>
                </a:solidFill>
                <a:latin typeface="Times New Roman"/>
                <a:cs typeface="Times New Roman"/>
              </a:rPr>
              <a:t> </a:t>
            </a:r>
            <a:r>
              <a:rPr sz="2400" spc="-125" dirty="0">
                <a:solidFill>
                  <a:srgbClr val="273139"/>
                </a:solidFill>
                <a:latin typeface="Times New Roman"/>
                <a:cs typeface="Times New Roman"/>
              </a:rPr>
              <a:t>all</a:t>
            </a:r>
            <a:r>
              <a:rPr sz="2400" spc="80" dirty="0">
                <a:solidFill>
                  <a:srgbClr val="273139"/>
                </a:solidFill>
                <a:latin typeface="Times New Roman"/>
                <a:cs typeface="Times New Roman"/>
              </a:rPr>
              <a:t> </a:t>
            </a:r>
            <a:r>
              <a:rPr sz="2400" spc="-110" dirty="0">
                <a:solidFill>
                  <a:srgbClr val="273139"/>
                </a:solidFill>
                <a:latin typeface="Times New Roman"/>
                <a:cs typeface="Times New Roman"/>
              </a:rPr>
              <a:t>objects</a:t>
            </a:r>
            <a:r>
              <a:rPr sz="2400" spc="90"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85"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80" dirty="0">
                <a:solidFill>
                  <a:srgbClr val="273139"/>
                </a:solidFill>
                <a:latin typeface="Times New Roman"/>
                <a:cs typeface="Times New Roman"/>
              </a:rPr>
              <a:t> </a:t>
            </a:r>
            <a:r>
              <a:rPr sz="2400" spc="-75" dirty="0">
                <a:solidFill>
                  <a:srgbClr val="273139"/>
                </a:solidFill>
                <a:latin typeface="Times New Roman"/>
                <a:cs typeface="Times New Roman"/>
              </a:rPr>
              <a:t>bucket.</a:t>
            </a:r>
            <a:r>
              <a:rPr sz="2400" spc="-20" dirty="0">
                <a:solidFill>
                  <a:srgbClr val="273139"/>
                </a:solidFill>
                <a:latin typeface="Times New Roman"/>
                <a:cs typeface="Times New Roman"/>
              </a:rPr>
              <a:t> </a:t>
            </a:r>
            <a:r>
              <a:rPr sz="2400" spc="-155" dirty="0">
                <a:solidFill>
                  <a:srgbClr val="273139"/>
                </a:solidFill>
                <a:latin typeface="Times New Roman"/>
                <a:cs typeface="Times New Roman"/>
              </a:rPr>
              <a:t>Versioning</a:t>
            </a:r>
            <a:r>
              <a:rPr sz="2400" spc="80" dirty="0">
                <a:solidFill>
                  <a:srgbClr val="273139"/>
                </a:solidFill>
                <a:latin typeface="Times New Roman"/>
                <a:cs typeface="Times New Roman"/>
              </a:rPr>
              <a:t> </a:t>
            </a:r>
            <a:r>
              <a:rPr sz="2400" spc="-135" dirty="0">
                <a:solidFill>
                  <a:srgbClr val="273139"/>
                </a:solidFill>
                <a:latin typeface="Times New Roman"/>
                <a:cs typeface="Times New Roman"/>
              </a:rPr>
              <a:t>keeps</a:t>
            </a:r>
            <a:r>
              <a:rPr sz="2400" spc="-70" dirty="0">
                <a:solidFill>
                  <a:srgbClr val="273139"/>
                </a:solidFill>
                <a:latin typeface="Times New Roman"/>
                <a:cs typeface="Times New Roman"/>
              </a:rPr>
              <a:t> </a:t>
            </a:r>
            <a:r>
              <a:rPr sz="2400" spc="-125" dirty="0">
                <a:solidFill>
                  <a:srgbClr val="273139"/>
                </a:solidFill>
                <a:latin typeface="Times New Roman"/>
                <a:cs typeface="Times New Roman"/>
              </a:rPr>
              <a:t>all</a:t>
            </a:r>
            <a:r>
              <a:rPr sz="2400" spc="105"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100" dirty="0">
                <a:solidFill>
                  <a:srgbClr val="273139"/>
                </a:solidFill>
                <a:latin typeface="Times New Roman"/>
                <a:cs typeface="Times New Roman"/>
              </a:rPr>
              <a:t> </a:t>
            </a:r>
            <a:r>
              <a:rPr sz="2400" spc="-125" dirty="0">
                <a:solidFill>
                  <a:srgbClr val="273139"/>
                </a:solidFill>
                <a:latin typeface="Times New Roman"/>
                <a:cs typeface="Times New Roman"/>
              </a:rPr>
              <a:t>copies</a:t>
            </a:r>
            <a:r>
              <a:rPr sz="2400" spc="10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105" dirty="0">
                <a:solidFill>
                  <a:srgbClr val="273139"/>
                </a:solidFill>
                <a:latin typeface="Times New Roman"/>
                <a:cs typeface="Times New Roman"/>
              </a:rPr>
              <a:t> </a:t>
            </a:r>
            <a:r>
              <a:rPr sz="2400" spc="-110" dirty="0">
                <a:solidFill>
                  <a:srgbClr val="273139"/>
                </a:solidFill>
                <a:latin typeface="Times New Roman"/>
                <a:cs typeface="Times New Roman"/>
              </a:rPr>
              <a:t>your</a:t>
            </a:r>
            <a:r>
              <a:rPr sz="2400" spc="110" dirty="0">
                <a:solidFill>
                  <a:srgbClr val="273139"/>
                </a:solidFill>
                <a:latin typeface="Times New Roman"/>
                <a:cs typeface="Times New Roman"/>
              </a:rPr>
              <a:t> </a:t>
            </a:r>
            <a:r>
              <a:rPr sz="2400" spc="-95" dirty="0">
                <a:solidFill>
                  <a:srgbClr val="273139"/>
                </a:solidFill>
                <a:latin typeface="Times New Roman"/>
                <a:cs typeface="Times New Roman"/>
              </a:rPr>
              <a:t>file,</a:t>
            </a:r>
            <a:r>
              <a:rPr sz="2400" spc="5" dirty="0">
                <a:solidFill>
                  <a:srgbClr val="273139"/>
                </a:solidFill>
                <a:latin typeface="Times New Roman"/>
                <a:cs typeface="Times New Roman"/>
              </a:rPr>
              <a:t> </a:t>
            </a:r>
            <a:r>
              <a:rPr sz="2400" spc="-85" dirty="0">
                <a:solidFill>
                  <a:srgbClr val="273139"/>
                </a:solidFill>
                <a:latin typeface="Times New Roman"/>
                <a:cs typeface="Times New Roman"/>
              </a:rPr>
              <a:t>so,</a:t>
            </a:r>
            <a:r>
              <a:rPr sz="2400" dirty="0">
                <a:solidFill>
                  <a:srgbClr val="273139"/>
                </a:solidFill>
                <a:latin typeface="Times New Roman"/>
                <a:cs typeface="Times New Roman"/>
              </a:rPr>
              <a:t> </a:t>
            </a:r>
            <a:r>
              <a:rPr sz="2400" spc="-40" dirty="0">
                <a:solidFill>
                  <a:srgbClr val="273139"/>
                </a:solidFill>
                <a:latin typeface="Times New Roman"/>
                <a:cs typeface="Times New Roman"/>
              </a:rPr>
              <a:t>it</a:t>
            </a:r>
            <a:r>
              <a:rPr sz="2400" spc="100" dirty="0">
                <a:solidFill>
                  <a:srgbClr val="273139"/>
                </a:solidFill>
                <a:latin typeface="Times New Roman"/>
                <a:cs typeface="Times New Roman"/>
              </a:rPr>
              <a:t> </a:t>
            </a:r>
            <a:r>
              <a:rPr sz="2400" spc="-155" dirty="0">
                <a:solidFill>
                  <a:srgbClr val="273139"/>
                </a:solidFill>
                <a:latin typeface="Times New Roman"/>
                <a:cs typeface="Times New Roman"/>
              </a:rPr>
              <a:t>adds</a:t>
            </a:r>
            <a:r>
              <a:rPr sz="2400" spc="105" dirty="0">
                <a:solidFill>
                  <a:srgbClr val="273139"/>
                </a:solidFill>
                <a:latin typeface="Times New Roman"/>
                <a:cs typeface="Times New Roman"/>
              </a:rPr>
              <a:t> </a:t>
            </a:r>
            <a:r>
              <a:rPr sz="2400" spc="-110" dirty="0">
                <a:solidFill>
                  <a:srgbClr val="273139"/>
                </a:solidFill>
                <a:latin typeface="Times New Roman"/>
                <a:cs typeface="Times New Roman"/>
              </a:rPr>
              <a:t>cost</a:t>
            </a:r>
            <a:r>
              <a:rPr sz="2400" spc="100"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114" dirty="0">
                <a:solidFill>
                  <a:srgbClr val="273139"/>
                </a:solidFill>
                <a:latin typeface="Times New Roman"/>
                <a:cs typeface="Times New Roman"/>
              </a:rPr>
              <a:t> </a:t>
            </a:r>
            <a:r>
              <a:rPr sz="2400" spc="-95" dirty="0">
                <a:solidFill>
                  <a:srgbClr val="273139"/>
                </a:solidFill>
                <a:latin typeface="Times New Roman"/>
                <a:cs typeface="Times New Roman"/>
              </a:rPr>
              <a:t>storing</a:t>
            </a:r>
            <a:r>
              <a:rPr sz="2400" spc="100" dirty="0">
                <a:solidFill>
                  <a:srgbClr val="273139"/>
                </a:solidFill>
                <a:latin typeface="Times New Roman"/>
                <a:cs typeface="Times New Roman"/>
              </a:rPr>
              <a:t> </a:t>
            </a:r>
            <a:r>
              <a:rPr sz="2400" spc="-95" dirty="0">
                <a:solidFill>
                  <a:srgbClr val="273139"/>
                </a:solidFill>
                <a:latin typeface="Times New Roman"/>
                <a:cs typeface="Times New Roman"/>
              </a:rPr>
              <a:t>multiple</a:t>
            </a:r>
            <a:r>
              <a:rPr sz="2400" spc="105" dirty="0">
                <a:solidFill>
                  <a:srgbClr val="273139"/>
                </a:solidFill>
                <a:latin typeface="Times New Roman"/>
                <a:cs typeface="Times New Roman"/>
              </a:rPr>
              <a:t> </a:t>
            </a:r>
            <a:r>
              <a:rPr sz="2400" spc="-130" dirty="0">
                <a:solidFill>
                  <a:srgbClr val="273139"/>
                </a:solidFill>
                <a:latin typeface="Times New Roman"/>
                <a:cs typeface="Times New Roman"/>
              </a:rPr>
              <a:t>copies</a:t>
            </a:r>
            <a:r>
              <a:rPr sz="2400" spc="105" dirty="0">
                <a:solidFill>
                  <a:srgbClr val="273139"/>
                </a:solidFill>
                <a:latin typeface="Times New Roman"/>
                <a:cs typeface="Times New Roman"/>
              </a:rPr>
              <a:t> </a:t>
            </a:r>
            <a:r>
              <a:rPr sz="2400" spc="-135" dirty="0">
                <a:solidFill>
                  <a:srgbClr val="273139"/>
                </a:solidFill>
                <a:latin typeface="Times New Roman"/>
                <a:cs typeface="Times New Roman"/>
              </a:rPr>
              <a:t>of</a:t>
            </a:r>
            <a:r>
              <a:rPr sz="2400" spc="-80" dirty="0">
                <a:solidFill>
                  <a:srgbClr val="273139"/>
                </a:solidFill>
                <a:latin typeface="Times New Roman"/>
                <a:cs typeface="Times New Roman"/>
              </a:rPr>
              <a:t> </a:t>
            </a:r>
            <a:r>
              <a:rPr sz="2400" spc="-110" dirty="0">
                <a:solidFill>
                  <a:srgbClr val="273139"/>
                </a:solidFill>
                <a:latin typeface="Times New Roman"/>
                <a:cs typeface="Times New Roman"/>
              </a:rPr>
              <a:t>your</a:t>
            </a:r>
            <a:r>
              <a:rPr sz="2400" spc="265" dirty="0">
                <a:solidFill>
                  <a:srgbClr val="273139"/>
                </a:solidFill>
                <a:latin typeface="Times New Roman"/>
                <a:cs typeface="Times New Roman"/>
              </a:rPr>
              <a:t> </a:t>
            </a:r>
            <a:r>
              <a:rPr sz="2400" spc="-80" dirty="0">
                <a:solidFill>
                  <a:srgbClr val="273139"/>
                </a:solidFill>
                <a:latin typeface="Times New Roman"/>
                <a:cs typeface="Times New Roman"/>
              </a:rPr>
              <a:t>data.</a:t>
            </a:r>
            <a:r>
              <a:rPr sz="2400" spc="160" dirty="0">
                <a:solidFill>
                  <a:srgbClr val="273139"/>
                </a:solidFill>
                <a:latin typeface="Times New Roman"/>
                <a:cs typeface="Times New Roman"/>
              </a:rPr>
              <a:t> </a:t>
            </a:r>
            <a:r>
              <a:rPr sz="2400" spc="-135" dirty="0">
                <a:solidFill>
                  <a:srgbClr val="273139"/>
                </a:solidFill>
                <a:latin typeface="Times New Roman"/>
                <a:cs typeface="Times New Roman"/>
              </a:rPr>
              <a:t>For</a:t>
            </a:r>
            <a:r>
              <a:rPr sz="2400" spc="254" dirty="0">
                <a:solidFill>
                  <a:srgbClr val="273139"/>
                </a:solidFill>
                <a:latin typeface="Times New Roman"/>
                <a:cs typeface="Times New Roman"/>
              </a:rPr>
              <a:t> </a:t>
            </a:r>
            <a:r>
              <a:rPr sz="2400" spc="-100" dirty="0">
                <a:solidFill>
                  <a:srgbClr val="273139"/>
                </a:solidFill>
                <a:latin typeface="Times New Roman"/>
                <a:cs typeface="Times New Roman"/>
              </a:rPr>
              <a:t>example,</a:t>
            </a:r>
            <a:r>
              <a:rPr sz="2400" spc="160" dirty="0">
                <a:solidFill>
                  <a:srgbClr val="273139"/>
                </a:solidFill>
                <a:latin typeface="Times New Roman"/>
                <a:cs typeface="Times New Roman"/>
              </a:rPr>
              <a:t> </a:t>
            </a:r>
            <a:r>
              <a:rPr sz="2400" spc="-114" dirty="0">
                <a:solidFill>
                  <a:srgbClr val="273139"/>
                </a:solidFill>
                <a:latin typeface="Times New Roman"/>
                <a:cs typeface="Times New Roman"/>
              </a:rPr>
              <a:t>10</a:t>
            </a:r>
            <a:r>
              <a:rPr sz="2400" spc="270" dirty="0">
                <a:solidFill>
                  <a:srgbClr val="273139"/>
                </a:solidFill>
                <a:latin typeface="Times New Roman"/>
                <a:cs typeface="Times New Roman"/>
              </a:rPr>
              <a:t> </a:t>
            </a:r>
            <a:r>
              <a:rPr sz="2400" spc="-125" dirty="0">
                <a:solidFill>
                  <a:srgbClr val="273139"/>
                </a:solidFill>
                <a:latin typeface="Times New Roman"/>
                <a:cs typeface="Times New Roman"/>
              </a:rPr>
              <a:t>copies</a:t>
            </a:r>
            <a:r>
              <a:rPr sz="2400" spc="26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26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250" dirty="0">
                <a:solidFill>
                  <a:srgbClr val="273139"/>
                </a:solidFill>
                <a:latin typeface="Times New Roman"/>
                <a:cs typeface="Times New Roman"/>
              </a:rPr>
              <a:t> </a:t>
            </a:r>
            <a:r>
              <a:rPr sz="2400" spc="-120" dirty="0">
                <a:solidFill>
                  <a:srgbClr val="273139"/>
                </a:solidFill>
                <a:latin typeface="Times New Roman"/>
                <a:cs typeface="Times New Roman"/>
              </a:rPr>
              <a:t>file</a:t>
            </a:r>
            <a:r>
              <a:rPr sz="2400" spc="26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260" dirty="0">
                <a:solidFill>
                  <a:srgbClr val="273139"/>
                </a:solidFill>
                <a:latin typeface="Times New Roman"/>
                <a:cs typeface="Times New Roman"/>
              </a:rPr>
              <a:t> </a:t>
            </a:r>
            <a:r>
              <a:rPr sz="2400" spc="-150" dirty="0">
                <a:solidFill>
                  <a:srgbClr val="273139"/>
                </a:solidFill>
                <a:latin typeface="Times New Roman"/>
                <a:cs typeface="Times New Roman"/>
              </a:rPr>
              <a:t>size</a:t>
            </a:r>
            <a:r>
              <a:rPr sz="2400" spc="260" dirty="0">
                <a:solidFill>
                  <a:srgbClr val="273139"/>
                </a:solidFill>
                <a:latin typeface="Times New Roman"/>
                <a:cs typeface="Times New Roman"/>
              </a:rPr>
              <a:t> </a:t>
            </a:r>
            <a:r>
              <a:rPr sz="2400" spc="-235" dirty="0">
                <a:solidFill>
                  <a:srgbClr val="273139"/>
                </a:solidFill>
                <a:latin typeface="Times New Roman"/>
                <a:cs typeface="Times New Roman"/>
              </a:rPr>
              <a:t>1GB</a:t>
            </a:r>
            <a:r>
              <a:rPr sz="2400" spc="260" dirty="0">
                <a:solidFill>
                  <a:srgbClr val="273139"/>
                </a:solidFill>
                <a:latin typeface="Times New Roman"/>
                <a:cs typeface="Times New Roman"/>
              </a:rPr>
              <a:t> </a:t>
            </a:r>
            <a:r>
              <a:rPr sz="2400" spc="-120" dirty="0">
                <a:solidFill>
                  <a:srgbClr val="273139"/>
                </a:solidFill>
                <a:latin typeface="Times New Roman"/>
                <a:cs typeface="Times New Roman"/>
              </a:rPr>
              <a:t>will</a:t>
            </a:r>
            <a:r>
              <a:rPr sz="2400" spc="260" dirty="0">
                <a:solidFill>
                  <a:srgbClr val="273139"/>
                </a:solidFill>
                <a:latin typeface="Times New Roman"/>
                <a:cs typeface="Times New Roman"/>
              </a:rPr>
              <a:t> </a:t>
            </a:r>
            <a:r>
              <a:rPr sz="2400" spc="-195" dirty="0">
                <a:solidFill>
                  <a:srgbClr val="273139"/>
                </a:solidFill>
                <a:latin typeface="Times New Roman"/>
                <a:cs typeface="Times New Roman"/>
              </a:rPr>
              <a:t>have</a:t>
            </a:r>
            <a:r>
              <a:rPr sz="2400" spc="254" dirty="0">
                <a:solidFill>
                  <a:srgbClr val="273139"/>
                </a:solidFill>
                <a:latin typeface="Times New Roman"/>
                <a:cs typeface="Times New Roman"/>
              </a:rPr>
              <a:t> </a:t>
            </a:r>
            <a:r>
              <a:rPr sz="2400" spc="-155" dirty="0">
                <a:solidFill>
                  <a:srgbClr val="273139"/>
                </a:solidFill>
                <a:latin typeface="Times New Roman"/>
                <a:cs typeface="Times New Roman"/>
              </a:rPr>
              <a:t>you</a:t>
            </a:r>
            <a:r>
              <a:rPr sz="2400" spc="-55" dirty="0">
                <a:solidFill>
                  <a:srgbClr val="273139"/>
                </a:solidFill>
                <a:latin typeface="Times New Roman"/>
                <a:cs typeface="Times New Roman"/>
              </a:rPr>
              <a:t> </a:t>
            </a:r>
            <a:r>
              <a:rPr sz="2400" spc="-125" dirty="0">
                <a:solidFill>
                  <a:srgbClr val="273139"/>
                </a:solidFill>
                <a:latin typeface="Times New Roman"/>
                <a:cs typeface="Times New Roman"/>
              </a:rPr>
              <a:t>charged</a:t>
            </a:r>
            <a:r>
              <a:rPr sz="2400" spc="195"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200" dirty="0">
                <a:solidFill>
                  <a:srgbClr val="273139"/>
                </a:solidFill>
                <a:latin typeface="Times New Roman"/>
                <a:cs typeface="Times New Roman"/>
              </a:rPr>
              <a:t> </a:t>
            </a:r>
            <a:r>
              <a:rPr sz="2400" spc="-150" dirty="0">
                <a:solidFill>
                  <a:srgbClr val="273139"/>
                </a:solidFill>
                <a:latin typeface="Times New Roman"/>
                <a:cs typeface="Times New Roman"/>
              </a:rPr>
              <a:t>using</a:t>
            </a:r>
            <a:r>
              <a:rPr sz="2400" spc="190" dirty="0">
                <a:solidFill>
                  <a:srgbClr val="273139"/>
                </a:solidFill>
                <a:latin typeface="Times New Roman"/>
                <a:cs typeface="Times New Roman"/>
              </a:rPr>
              <a:t> </a:t>
            </a:r>
            <a:r>
              <a:rPr sz="2400" spc="-190" dirty="0">
                <a:solidFill>
                  <a:srgbClr val="273139"/>
                </a:solidFill>
                <a:latin typeface="Times New Roman"/>
                <a:cs typeface="Times New Roman"/>
              </a:rPr>
              <a:t>10GBs</a:t>
            </a:r>
            <a:r>
              <a:rPr sz="2400" spc="195" dirty="0">
                <a:solidFill>
                  <a:srgbClr val="273139"/>
                </a:solidFill>
                <a:latin typeface="Times New Roman"/>
                <a:cs typeface="Times New Roman"/>
              </a:rPr>
              <a:t> </a:t>
            </a:r>
            <a:r>
              <a:rPr sz="2400" spc="-95" dirty="0">
                <a:solidFill>
                  <a:srgbClr val="273139"/>
                </a:solidFill>
                <a:latin typeface="Times New Roman"/>
                <a:cs typeface="Times New Roman"/>
              </a:rPr>
              <a:t>for</a:t>
            </a:r>
            <a:r>
              <a:rPr sz="2400" spc="19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195" dirty="0">
                <a:solidFill>
                  <a:srgbClr val="273139"/>
                </a:solidFill>
                <a:latin typeface="Times New Roman"/>
                <a:cs typeface="Times New Roman"/>
              </a:rPr>
              <a:t> </a:t>
            </a:r>
            <a:r>
              <a:rPr sz="2400" spc="-114" dirty="0">
                <a:solidFill>
                  <a:srgbClr val="273139"/>
                </a:solidFill>
                <a:latin typeface="Times New Roman"/>
                <a:cs typeface="Times New Roman"/>
              </a:rPr>
              <a:t>space.</a:t>
            </a:r>
            <a:r>
              <a:rPr sz="2400" spc="90" dirty="0">
                <a:solidFill>
                  <a:srgbClr val="273139"/>
                </a:solidFill>
                <a:latin typeface="Times New Roman"/>
                <a:cs typeface="Times New Roman"/>
              </a:rPr>
              <a:t> </a:t>
            </a:r>
            <a:r>
              <a:rPr sz="2400" spc="-160" dirty="0">
                <a:solidFill>
                  <a:srgbClr val="273139"/>
                </a:solidFill>
                <a:latin typeface="Times New Roman"/>
                <a:cs typeface="Times New Roman"/>
              </a:rPr>
              <a:t>Versioning</a:t>
            </a:r>
            <a:r>
              <a:rPr sz="2400" spc="195"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180" dirty="0">
                <a:solidFill>
                  <a:srgbClr val="273139"/>
                </a:solidFill>
                <a:latin typeface="Times New Roman"/>
                <a:cs typeface="Times New Roman"/>
              </a:rPr>
              <a:t> </a:t>
            </a:r>
            <a:r>
              <a:rPr sz="2400" spc="-120" dirty="0">
                <a:solidFill>
                  <a:srgbClr val="273139"/>
                </a:solidFill>
                <a:latin typeface="Times New Roman"/>
                <a:cs typeface="Times New Roman"/>
              </a:rPr>
              <a:t>helpful</a:t>
            </a:r>
            <a:r>
              <a:rPr sz="2400" spc="190" dirty="0">
                <a:solidFill>
                  <a:srgbClr val="273139"/>
                </a:solidFill>
                <a:latin typeface="Times New Roman"/>
                <a:cs typeface="Times New Roman"/>
              </a:rPr>
              <a:t> </a:t>
            </a:r>
            <a:r>
              <a:rPr sz="2400" spc="-40" dirty="0">
                <a:solidFill>
                  <a:srgbClr val="273139"/>
                </a:solidFill>
                <a:latin typeface="Times New Roman"/>
                <a:cs typeface="Times New Roman"/>
              </a:rPr>
              <a:t>to</a:t>
            </a:r>
            <a:r>
              <a:rPr sz="2400" spc="195" dirty="0">
                <a:solidFill>
                  <a:srgbClr val="273139"/>
                </a:solidFill>
                <a:latin typeface="Times New Roman"/>
                <a:cs typeface="Times New Roman"/>
              </a:rPr>
              <a:t> </a:t>
            </a:r>
            <a:r>
              <a:rPr sz="2400" spc="-100" dirty="0">
                <a:solidFill>
                  <a:srgbClr val="273139"/>
                </a:solidFill>
                <a:latin typeface="Times New Roman"/>
                <a:cs typeface="Times New Roman"/>
              </a:rPr>
              <a:t>prevent</a:t>
            </a:r>
            <a:r>
              <a:rPr sz="2400" spc="-40" dirty="0">
                <a:solidFill>
                  <a:srgbClr val="273139"/>
                </a:solidFill>
                <a:latin typeface="Times New Roman"/>
                <a:cs typeface="Times New Roman"/>
              </a:rPr>
              <a:t> </a:t>
            </a:r>
            <a:r>
              <a:rPr sz="2400" spc="-90" dirty="0">
                <a:solidFill>
                  <a:srgbClr val="273139"/>
                </a:solidFill>
                <a:latin typeface="Times New Roman"/>
                <a:cs typeface="Times New Roman"/>
              </a:rPr>
              <a:t>unintended</a:t>
            </a:r>
            <a:r>
              <a:rPr sz="2400" spc="95" dirty="0">
                <a:solidFill>
                  <a:srgbClr val="273139"/>
                </a:solidFill>
                <a:latin typeface="Times New Roman"/>
                <a:cs typeface="Times New Roman"/>
              </a:rPr>
              <a:t> </a:t>
            </a:r>
            <a:r>
              <a:rPr sz="2400" spc="-100" dirty="0">
                <a:solidFill>
                  <a:srgbClr val="273139"/>
                </a:solidFill>
                <a:latin typeface="Times New Roman"/>
                <a:cs typeface="Times New Roman"/>
              </a:rPr>
              <a:t>overwrites</a:t>
            </a:r>
            <a:r>
              <a:rPr sz="2400" spc="90" dirty="0">
                <a:solidFill>
                  <a:srgbClr val="273139"/>
                </a:solidFill>
                <a:latin typeface="Times New Roman"/>
                <a:cs typeface="Times New Roman"/>
              </a:rPr>
              <a:t> </a:t>
            </a:r>
            <a:r>
              <a:rPr sz="2400" spc="-140" dirty="0">
                <a:solidFill>
                  <a:srgbClr val="273139"/>
                </a:solidFill>
                <a:latin typeface="Times New Roman"/>
                <a:cs typeface="Times New Roman"/>
              </a:rPr>
              <a:t>and</a:t>
            </a:r>
            <a:r>
              <a:rPr sz="2400" spc="90" dirty="0">
                <a:solidFill>
                  <a:srgbClr val="273139"/>
                </a:solidFill>
                <a:latin typeface="Times New Roman"/>
                <a:cs typeface="Times New Roman"/>
              </a:rPr>
              <a:t> </a:t>
            </a:r>
            <a:r>
              <a:rPr sz="2400" spc="-85" dirty="0">
                <a:solidFill>
                  <a:srgbClr val="273139"/>
                </a:solidFill>
                <a:latin typeface="Times New Roman"/>
                <a:cs typeface="Times New Roman"/>
              </a:rPr>
              <a:t>deletions.</a:t>
            </a:r>
            <a:r>
              <a:rPr sz="2400" spc="-10" dirty="0">
                <a:solidFill>
                  <a:srgbClr val="273139"/>
                </a:solidFill>
                <a:latin typeface="Times New Roman"/>
                <a:cs typeface="Times New Roman"/>
              </a:rPr>
              <a:t> </a:t>
            </a:r>
            <a:r>
              <a:rPr sz="2400" spc="-90" dirty="0">
                <a:solidFill>
                  <a:srgbClr val="273139"/>
                </a:solidFill>
                <a:latin typeface="Times New Roman"/>
                <a:cs typeface="Times New Roman"/>
              </a:rPr>
              <a:t>Objects</a:t>
            </a:r>
            <a:r>
              <a:rPr sz="2400" spc="100" dirty="0">
                <a:solidFill>
                  <a:srgbClr val="273139"/>
                </a:solidFill>
                <a:latin typeface="Times New Roman"/>
                <a:cs typeface="Times New Roman"/>
              </a:rPr>
              <a:t> </a:t>
            </a:r>
            <a:r>
              <a:rPr sz="2400" spc="-100" dirty="0">
                <a:solidFill>
                  <a:srgbClr val="273139"/>
                </a:solidFill>
                <a:latin typeface="Times New Roman"/>
                <a:cs typeface="Times New Roman"/>
              </a:rPr>
              <a:t>with</a:t>
            </a:r>
            <a:r>
              <a:rPr sz="2400" spc="95" dirty="0">
                <a:solidFill>
                  <a:srgbClr val="273139"/>
                </a:solidFill>
                <a:latin typeface="Times New Roman"/>
                <a:cs typeface="Times New Roman"/>
              </a:rPr>
              <a:t> </a:t>
            </a:r>
            <a:r>
              <a:rPr sz="2400" spc="-75" dirty="0">
                <a:solidFill>
                  <a:srgbClr val="273139"/>
                </a:solidFill>
                <a:latin typeface="Times New Roman"/>
                <a:cs typeface="Times New Roman"/>
              </a:rPr>
              <a:t>the</a:t>
            </a:r>
            <a:r>
              <a:rPr sz="2400" spc="90" dirty="0">
                <a:solidFill>
                  <a:srgbClr val="273139"/>
                </a:solidFill>
                <a:latin typeface="Times New Roman"/>
                <a:cs typeface="Times New Roman"/>
              </a:rPr>
              <a:t> </a:t>
            </a:r>
            <a:r>
              <a:rPr sz="2400" spc="-165" dirty="0">
                <a:solidFill>
                  <a:srgbClr val="273139"/>
                </a:solidFill>
                <a:latin typeface="Times New Roman"/>
                <a:cs typeface="Times New Roman"/>
              </a:rPr>
              <a:t>same</a:t>
            </a:r>
            <a:r>
              <a:rPr sz="2400" spc="90" dirty="0">
                <a:solidFill>
                  <a:srgbClr val="273139"/>
                </a:solidFill>
                <a:latin typeface="Times New Roman"/>
                <a:cs typeface="Times New Roman"/>
              </a:rPr>
              <a:t> </a:t>
            </a:r>
            <a:r>
              <a:rPr sz="2400" spc="-180" dirty="0">
                <a:solidFill>
                  <a:srgbClr val="273139"/>
                </a:solidFill>
                <a:latin typeface="Times New Roman"/>
                <a:cs typeface="Times New Roman"/>
              </a:rPr>
              <a:t>key</a:t>
            </a:r>
            <a:r>
              <a:rPr sz="2400" spc="90" dirty="0">
                <a:solidFill>
                  <a:srgbClr val="273139"/>
                </a:solidFill>
                <a:latin typeface="Times New Roman"/>
                <a:cs typeface="Times New Roman"/>
              </a:rPr>
              <a:t> </a:t>
            </a:r>
            <a:r>
              <a:rPr sz="2400" spc="-160" dirty="0">
                <a:solidFill>
                  <a:srgbClr val="273139"/>
                </a:solidFill>
                <a:latin typeface="Times New Roman"/>
                <a:cs typeface="Times New Roman"/>
              </a:rPr>
              <a:t>can</a:t>
            </a:r>
            <a:r>
              <a:rPr sz="2400" spc="100" dirty="0">
                <a:solidFill>
                  <a:srgbClr val="273139"/>
                </a:solidFill>
                <a:latin typeface="Times New Roman"/>
                <a:cs typeface="Times New Roman"/>
              </a:rPr>
              <a:t> </a:t>
            </a:r>
            <a:r>
              <a:rPr sz="2400" spc="-114" dirty="0">
                <a:solidFill>
                  <a:srgbClr val="273139"/>
                </a:solidFill>
                <a:latin typeface="Times New Roman"/>
                <a:cs typeface="Times New Roman"/>
              </a:rPr>
              <a:t>be</a:t>
            </a:r>
            <a:r>
              <a:rPr sz="2400" spc="-60" dirty="0">
                <a:solidFill>
                  <a:srgbClr val="273139"/>
                </a:solidFill>
                <a:latin typeface="Times New Roman"/>
                <a:cs typeface="Times New Roman"/>
              </a:rPr>
              <a:t> </a:t>
            </a:r>
            <a:r>
              <a:rPr sz="2400" spc="-85" dirty="0">
                <a:solidFill>
                  <a:srgbClr val="273139"/>
                </a:solidFill>
                <a:latin typeface="Times New Roman"/>
                <a:cs typeface="Times New Roman"/>
              </a:rPr>
              <a:t>stored</a:t>
            </a:r>
            <a:r>
              <a:rPr sz="2400" spc="385"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39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380" dirty="0">
                <a:solidFill>
                  <a:srgbClr val="273139"/>
                </a:solidFill>
                <a:latin typeface="Times New Roman"/>
                <a:cs typeface="Times New Roman"/>
              </a:rPr>
              <a:t> </a:t>
            </a:r>
            <a:r>
              <a:rPr sz="2400" spc="-105" dirty="0">
                <a:solidFill>
                  <a:srgbClr val="273139"/>
                </a:solidFill>
                <a:latin typeface="Times New Roman"/>
                <a:cs typeface="Times New Roman"/>
              </a:rPr>
              <a:t>bucket</a:t>
            </a:r>
            <a:r>
              <a:rPr sz="2400" spc="390" dirty="0">
                <a:solidFill>
                  <a:srgbClr val="273139"/>
                </a:solidFill>
                <a:latin typeface="Times New Roman"/>
                <a:cs typeface="Times New Roman"/>
              </a:rPr>
              <a:t> </a:t>
            </a:r>
            <a:r>
              <a:rPr sz="2400" spc="-150" dirty="0">
                <a:solidFill>
                  <a:srgbClr val="273139"/>
                </a:solidFill>
                <a:latin typeface="Times New Roman"/>
                <a:cs typeface="Times New Roman"/>
              </a:rPr>
              <a:t>if</a:t>
            </a:r>
            <a:r>
              <a:rPr sz="2400" spc="395" dirty="0">
                <a:solidFill>
                  <a:srgbClr val="273139"/>
                </a:solidFill>
                <a:latin typeface="Times New Roman"/>
                <a:cs typeface="Times New Roman"/>
              </a:rPr>
              <a:t> </a:t>
            </a:r>
            <a:r>
              <a:rPr sz="2400" spc="-130" dirty="0">
                <a:solidFill>
                  <a:srgbClr val="273139"/>
                </a:solidFill>
                <a:latin typeface="Times New Roman"/>
                <a:cs typeface="Times New Roman"/>
              </a:rPr>
              <a:t>versioning</a:t>
            </a:r>
            <a:r>
              <a:rPr sz="2400" spc="39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385" dirty="0">
                <a:solidFill>
                  <a:srgbClr val="273139"/>
                </a:solidFill>
                <a:latin typeface="Times New Roman"/>
                <a:cs typeface="Times New Roman"/>
              </a:rPr>
              <a:t> </a:t>
            </a:r>
            <a:r>
              <a:rPr sz="2400" spc="-130" dirty="0">
                <a:solidFill>
                  <a:srgbClr val="273139"/>
                </a:solidFill>
                <a:latin typeface="Times New Roman"/>
                <a:cs typeface="Times New Roman"/>
              </a:rPr>
              <a:t>enabled</a:t>
            </a:r>
            <a:r>
              <a:rPr sz="2400" spc="395" dirty="0">
                <a:solidFill>
                  <a:srgbClr val="273139"/>
                </a:solidFill>
                <a:latin typeface="Times New Roman"/>
                <a:cs typeface="Times New Roman"/>
              </a:rPr>
              <a:t> </a:t>
            </a:r>
            <a:r>
              <a:rPr sz="2400" spc="-120" dirty="0">
                <a:solidFill>
                  <a:srgbClr val="273139"/>
                </a:solidFill>
                <a:latin typeface="Times New Roman"/>
                <a:cs typeface="Times New Roman"/>
              </a:rPr>
              <a:t>(since</a:t>
            </a:r>
            <a:r>
              <a:rPr sz="2400" spc="375" dirty="0">
                <a:solidFill>
                  <a:srgbClr val="273139"/>
                </a:solidFill>
                <a:latin typeface="Times New Roman"/>
                <a:cs typeface="Times New Roman"/>
              </a:rPr>
              <a:t> </a:t>
            </a:r>
            <a:r>
              <a:rPr sz="2400" spc="-120" dirty="0">
                <a:solidFill>
                  <a:srgbClr val="273139"/>
                </a:solidFill>
                <a:latin typeface="Times New Roman"/>
                <a:cs typeface="Times New Roman"/>
              </a:rPr>
              <a:t>they</a:t>
            </a:r>
            <a:r>
              <a:rPr sz="2400" spc="390" dirty="0">
                <a:solidFill>
                  <a:srgbClr val="273139"/>
                </a:solidFill>
                <a:latin typeface="Times New Roman"/>
                <a:cs typeface="Times New Roman"/>
              </a:rPr>
              <a:t> </a:t>
            </a:r>
            <a:r>
              <a:rPr sz="2400" spc="-195" dirty="0">
                <a:solidFill>
                  <a:srgbClr val="273139"/>
                </a:solidFill>
                <a:latin typeface="Times New Roman"/>
                <a:cs typeface="Times New Roman"/>
              </a:rPr>
              <a:t>have</a:t>
            </a:r>
            <a:r>
              <a:rPr sz="2400" spc="39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385" dirty="0">
                <a:solidFill>
                  <a:srgbClr val="273139"/>
                </a:solidFill>
                <a:latin typeface="Times New Roman"/>
                <a:cs typeface="Times New Roman"/>
              </a:rPr>
              <a:t> </a:t>
            </a:r>
            <a:r>
              <a:rPr sz="2400" spc="-110" dirty="0">
                <a:solidFill>
                  <a:srgbClr val="273139"/>
                </a:solidFill>
                <a:latin typeface="Times New Roman"/>
                <a:cs typeface="Times New Roman"/>
              </a:rPr>
              <a:t>unique</a:t>
            </a:r>
            <a:r>
              <a:rPr sz="2400" spc="-55" dirty="0">
                <a:solidFill>
                  <a:srgbClr val="273139"/>
                </a:solidFill>
                <a:latin typeface="Times New Roman"/>
                <a:cs typeface="Times New Roman"/>
              </a:rPr>
              <a:t> </a:t>
            </a:r>
            <a:r>
              <a:rPr sz="2400" spc="-120" dirty="0">
                <a:solidFill>
                  <a:srgbClr val="273139"/>
                </a:solidFill>
                <a:latin typeface="Times New Roman"/>
                <a:cs typeface="Times New Roman"/>
              </a:rPr>
              <a:t>version</a:t>
            </a:r>
            <a:r>
              <a:rPr sz="2400" spc="-60" dirty="0">
                <a:solidFill>
                  <a:srgbClr val="273139"/>
                </a:solidFill>
                <a:latin typeface="Times New Roman"/>
                <a:cs typeface="Times New Roman"/>
              </a:rPr>
              <a:t> </a:t>
            </a:r>
            <a:r>
              <a:rPr sz="2400" spc="-70" dirty="0">
                <a:solidFill>
                  <a:srgbClr val="273139"/>
                </a:solidFill>
                <a:latin typeface="Times New Roman"/>
                <a:cs typeface="Times New Roman"/>
              </a:rPr>
              <a:t>ID).</a:t>
            </a:r>
            <a:endParaRPr sz="2400">
              <a:latin typeface="Times New Roman"/>
              <a:cs typeface="Times New Roman"/>
            </a:endParaRPr>
          </a:p>
          <a:p>
            <a:pPr marL="319405" marR="30480" indent="-274320" algn="just">
              <a:lnSpc>
                <a:spcPct val="100000"/>
              </a:lnSpc>
              <a:spcBef>
                <a:spcPts val="1395"/>
              </a:spcBef>
              <a:buClr>
                <a:srgbClr val="D24717"/>
              </a:buClr>
              <a:buSzPct val="85416"/>
              <a:buFont typeface="Segoe UI Symbol"/>
              <a:buChar char="⚫"/>
              <a:tabLst>
                <a:tab pos="319405" algn="l"/>
              </a:tabLst>
            </a:pPr>
            <a:r>
              <a:rPr sz="2400" b="1" u="sng" dirty="0">
                <a:solidFill>
                  <a:srgbClr val="CC9900"/>
                </a:solidFill>
                <a:uFill>
                  <a:solidFill>
                    <a:srgbClr val="CC9900"/>
                  </a:solidFill>
                </a:uFill>
                <a:latin typeface="Times New Roman"/>
                <a:cs typeface="Times New Roman"/>
                <a:hlinkClick r:id="rId2"/>
              </a:rPr>
              <a:t>Access</a:t>
            </a:r>
            <a:r>
              <a:rPr sz="2400" b="1" u="sng" spc="-15" dirty="0">
                <a:solidFill>
                  <a:srgbClr val="CC9900"/>
                </a:solidFill>
                <a:uFill>
                  <a:solidFill>
                    <a:srgbClr val="CC9900"/>
                  </a:solidFill>
                </a:uFill>
                <a:latin typeface="Times New Roman"/>
                <a:cs typeface="Times New Roman"/>
                <a:hlinkClick r:id="rId2"/>
              </a:rPr>
              <a:t> </a:t>
            </a:r>
            <a:r>
              <a:rPr sz="2400" b="1" u="sng" dirty="0">
                <a:solidFill>
                  <a:srgbClr val="CC9900"/>
                </a:solidFill>
                <a:uFill>
                  <a:solidFill>
                    <a:srgbClr val="CC9900"/>
                  </a:solidFill>
                </a:uFill>
                <a:latin typeface="Times New Roman"/>
                <a:cs typeface="Times New Roman"/>
                <a:hlinkClick r:id="rId2"/>
              </a:rPr>
              <a:t>control</a:t>
            </a:r>
            <a:r>
              <a:rPr sz="2400" b="1" u="sng" spc="60" dirty="0">
                <a:solidFill>
                  <a:srgbClr val="CC9900"/>
                </a:solidFill>
                <a:uFill>
                  <a:solidFill>
                    <a:srgbClr val="CC9900"/>
                  </a:solidFill>
                </a:uFill>
                <a:latin typeface="Times New Roman"/>
                <a:cs typeface="Times New Roman"/>
                <a:hlinkClick r:id="rId2"/>
              </a:rPr>
              <a:t> </a:t>
            </a:r>
            <a:r>
              <a:rPr sz="2400" b="1" u="sng" dirty="0">
                <a:solidFill>
                  <a:srgbClr val="CC9900"/>
                </a:solidFill>
                <a:uFill>
                  <a:solidFill>
                    <a:srgbClr val="CC9900"/>
                  </a:solidFill>
                </a:uFill>
                <a:latin typeface="Times New Roman"/>
                <a:cs typeface="Times New Roman"/>
                <a:hlinkClick r:id="rId2"/>
              </a:rPr>
              <a:t>lists</a:t>
            </a:r>
            <a:r>
              <a:rPr sz="2400" b="1" u="sng" spc="75" dirty="0">
                <a:solidFill>
                  <a:srgbClr val="CC9900"/>
                </a:solidFill>
                <a:uFill>
                  <a:solidFill>
                    <a:srgbClr val="CC9900"/>
                  </a:solidFill>
                </a:uFill>
                <a:latin typeface="Times New Roman"/>
                <a:cs typeface="Times New Roman"/>
                <a:hlinkClick r:id="rId2"/>
              </a:rPr>
              <a:t> </a:t>
            </a:r>
            <a:r>
              <a:rPr sz="2400" b="1" u="sng" spc="-95" dirty="0">
                <a:solidFill>
                  <a:srgbClr val="CC9900"/>
                </a:solidFill>
                <a:uFill>
                  <a:solidFill>
                    <a:srgbClr val="CC9900"/>
                  </a:solidFill>
                </a:uFill>
                <a:latin typeface="Times New Roman"/>
                <a:cs typeface="Times New Roman"/>
                <a:hlinkClick r:id="rId2"/>
              </a:rPr>
              <a:t>(ACLs)</a:t>
            </a:r>
            <a:r>
              <a:rPr sz="2400" spc="-95" dirty="0">
                <a:solidFill>
                  <a:srgbClr val="273139"/>
                </a:solidFill>
                <a:latin typeface="Times New Roman"/>
                <a:cs typeface="Times New Roman"/>
              </a:rPr>
              <a:t>:</a:t>
            </a:r>
            <a:r>
              <a:rPr sz="2400" spc="-15" dirty="0">
                <a:solidFill>
                  <a:srgbClr val="273139"/>
                </a:solidFill>
                <a:latin typeface="Times New Roman"/>
                <a:cs typeface="Times New Roman"/>
              </a:rPr>
              <a:t> </a:t>
            </a:r>
            <a:r>
              <a:rPr sz="2400" spc="-315" dirty="0">
                <a:solidFill>
                  <a:srgbClr val="273139"/>
                </a:solidFill>
                <a:latin typeface="Times New Roman"/>
                <a:cs typeface="Times New Roman"/>
              </a:rPr>
              <a:t>A</a:t>
            </a:r>
            <a:r>
              <a:rPr sz="2400" spc="165" dirty="0">
                <a:solidFill>
                  <a:srgbClr val="273139"/>
                </a:solidFill>
                <a:latin typeface="Times New Roman"/>
                <a:cs typeface="Times New Roman"/>
              </a:rPr>
              <a:t> </a:t>
            </a:r>
            <a:r>
              <a:rPr sz="2400" spc="-70" dirty="0">
                <a:solidFill>
                  <a:srgbClr val="273139"/>
                </a:solidFill>
                <a:latin typeface="Times New Roman"/>
                <a:cs typeface="Times New Roman"/>
              </a:rPr>
              <a:t>document</a:t>
            </a:r>
            <a:r>
              <a:rPr sz="2400" spc="75" dirty="0">
                <a:solidFill>
                  <a:srgbClr val="273139"/>
                </a:solidFill>
                <a:latin typeface="Times New Roman"/>
                <a:cs typeface="Times New Roman"/>
              </a:rPr>
              <a:t> </a:t>
            </a:r>
            <a:r>
              <a:rPr sz="2400" dirty="0">
                <a:solidFill>
                  <a:srgbClr val="273139"/>
                </a:solidFill>
                <a:latin typeface="Times New Roman"/>
                <a:cs typeface="Times New Roman"/>
              </a:rPr>
              <a:t>for</a:t>
            </a:r>
            <a:r>
              <a:rPr sz="2400" spc="80" dirty="0">
                <a:solidFill>
                  <a:srgbClr val="273139"/>
                </a:solidFill>
                <a:latin typeface="Times New Roman"/>
                <a:cs typeface="Times New Roman"/>
              </a:rPr>
              <a:t> </a:t>
            </a:r>
            <a:r>
              <a:rPr sz="2400" spc="-114" dirty="0">
                <a:solidFill>
                  <a:srgbClr val="273139"/>
                </a:solidFill>
                <a:latin typeface="Times New Roman"/>
                <a:cs typeface="Times New Roman"/>
              </a:rPr>
              <a:t>verifying</a:t>
            </a:r>
            <a:r>
              <a:rPr sz="2400" spc="75" dirty="0">
                <a:solidFill>
                  <a:srgbClr val="273139"/>
                </a:solidFill>
                <a:latin typeface="Times New Roman"/>
                <a:cs typeface="Times New Roman"/>
              </a:rPr>
              <a:t> </a:t>
            </a:r>
            <a:r>
              <a:rPr sz="2400" spc="-130" dirty="0">
                <a:solidFill>
                  <a:srgbClr val="273139"/>
                </a:solidFill>
                <a:latin typeface="Times New Roman"/>
                <a:cs typeface="Times New Roman"/>
              </a:rPr>
              <a:t>access</a:t>
            </a:r>
            <a:r>
              <a:rPr sz="2400" spc="85" dirty="0">
                <a:solidFill>
                  <a:srgbClr val="273139"/>
                </a:solidFill>
                <a:latin typeface="Times New Roman"/>
                <a:cs typeface="Times New Roman"/>
              </a:rPr>
              <a:t> </a:t>
            </a:r>
            <a:r>
              <a:rPr sz="2400" dirty="0">
                <a:solidFill>
                  <a:srgbClr val="273139"/>
                </a:solidFill>
                <a:latin typeface="Times New Roman"/>
                <a:cs typeface="Times New Roman"/>
              </a:rPr>
              <a:t>to</a:t>
            </a:r>
            <a:r>
              <a:rPr sz="2400" spc="80" dirty="0">
                <a:solidFill>
                  <a:srgbClr val="273139"/>
                </a:solidFill>
                <a:latin typeface="Times New Roman"/>
                <a:cs typeface="Times New Roman"/>
              </a:rPr>
              <a:t> </a:t>
            </a:r>
            <a:r>
              <a:rPr sz="2400" spc="-25" dirty="0">
                <a:solidFill>
                  <a:srgbClr val="273139"/>
                </a:solidFill>
                <a:latin typeface="Times New Roman"/>
                <a:cs typeface="Times New Roman"/>
              </a:rPr>
              <a:t>S3 </a:t>
            </a:r>
            <a:r>
              <a:rPr sz="2400" spc="-60" dirty="0">
                <a:solidFill>
                  <a:srgbClr val="273139"/>
                </a:solidFill>
                <a:latin typeface="Times New Roman"/>
                <a:cs typeface="Times New Roman"/>
              </a:rPr>
              <a:t>buckets</a:t>
            </a:r>
            <a:r>
              <a:rPr sz="2400" spc="-90" dirty="0">
                <a:solidFill>
                  <a:srgbClr val="273139"/>
                </a:solidFill>
                <a:latin typeface="Times New Roman"/>
                <a:cs typeface="Times New Roman"/>
              </a:rPr>
              <a:t> </a:t>
            </a:r>
            <a:r>
              <a:rPr sz="2400" dirty="0">
                <a:solidFill>
                  <a:srgbClr val="273139"/>
                </a:solidFill>
                <a:latin typeface="Times New Roman"/>
                <a:cs typeface="Times New Roman"/>
              </a:rPr>
              <a:t>from</a:t>
            </a:r>
            <a:r>
              <a:rPr sz="2400" spc="-55" dirty="0">
                <a:solidFill>
                  <a:srgbClr val="273139"/>
                </a:solidFill>
                <a:latin typeface="Times New Roman"/>
                <a:cs typeface="Times New Roman"/>
              </a:rPr>
              <a:t> </a:t>
            </a:r>
            <a:r>
              <a:rPr sz="2400" spc="-35" dirty="0">
                <a:solidFill>
                  <a:srgbClr val="273139"/>
                </a:solidFill>
                <a:latin typeface="Times New Roman"/>
                <a:cs typeface="Times New Roman"/>
              </a:rPr>
              <a:t>outside</a:t>
            </a:r>
            <a:r>
              <a:rPr sz="2400" spc="45" dirty="0">
                <a:solidFill>
                  <a:srgbClr val="273139"/>
                </a:solidFill>
                <a:latin typeface="Times New Roman"/>
                <a:cs typeface="Times New Roman"/>
              </a:rPr>
              <a:t> </a:t>
            </a:r>
            <a:r>
              <a:rPr sz="2400" dirty="0">
                <a:solidFill>
                  <a:srgbClr val="273139"/>
                </a:solidFill>
                <a:latin typeface="Times New Roman"/>
                <a:cs typeface="Times New Roman"/>
              </a:rPr>
              <a:t>your</a:t>
            </a:r>
            <a:r>
              <a:rPr sz="2400" spc="40"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175" dirty="0">
                <a:solidFill>
                  <a:srgbClr val="273139"/>
                </a:solidFill>
                <a:latin typeface="Times New Roman"/>
                <a:cs typeface="Times New Roman"/>
              </a:rPr>
              <a:t> </a:t>
            </a:r>
            <a:r>
              <a:rPr sz="2400" spc="-45" dirty="0">
                <a:solidFill>
                  <a:srgbClr val="273139"/>
                </a:solidFill>
                <a:latin typeface="Times New Roman"/>
                <a:cs typeface="Times New Roman"/>
              </a:rPr>
              <a:t>account.</a:t>
            </a:r>
            <a:r>
              <a:rPr sz="2400" spc="-25" dirty="0">
                <a:solidFill>
                  <a:srgbClr val="273139"/>
                </a:solidFill>
                <a:latin typeface="Times New Roman"/>
                <a:cs typeface="Times New Roman"/>
              </a:rPr>
              <a:t> </a:t>
            </a:r>
            <a:r>
              <a:rPr sz="2400" dirty="0">
                <a:solidFill>
                  <a:srgbClr val="273139"/>
                </a:solidFill>
                <a:latin typeface="Times New Roman"/>
                <a:cs typeface="Times New Roman"/>
              </a:rPr>
              <a:t>An</a:t>
            </a:r>
            <a:r>
              <a:rPr sz="2400" spc="50" dirty="0">
                <a:solidFill>
                  <a:srgbClr val="273139"/>
                </a:solidFill>
                <a:latin typeface="Times New Roman"/>
                <a:cs typeface="Times New Roman"/>
              </a:rPr>
              <a:t> </a:t>
            </a:r>
            <a:r>
              <a:rPr sz="2400" u="sng" spc="-280" dirty="0">
                <a:solidFill>
                  <a:srgbClr val="CC9900"/>
                </a:solidFill>
                <a:uFill>
                  <a:solidFill>
                    <a:srgbClr val="CC9900"/>
                  </a:solidFill>
                </a:uFill>
                <a:latin typeface="Times New Roman"/>
                <a:cs typeface="Times New Roman"/>
                <a:hlinkClick r:id="rId2"/>
              </a:rPr>
              <a:t>ACL</a:t>
            </a:r>
            <a:r>
              <a:rPr sz="2400" spc="130" dirty="0">
                <a:solidFill>
                  <a:srgbClr val="CC9900"/>
                </a:solidFill>
                <a:latin typeface="Times New Roman"/>
                <a:cs typeface="Times New Roman"/>
              </a:rPr>
              <a:t> </a:t>
            </a:r>
            <a:r>
              <a:rPr sz="2400" dirty="0">
                <a:solidFill>
                  <a:srgbClr val="273139"/>
                </a:solidFill>
                <a:latin typeface="Times New Roman"/>
                <a:cs typeface="Times New Roman"/>
              </a:rPr>
              <a:t>is</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specific</a:t>
            </a:r>
            <a:r>
              <a:rPr sz="2400" spc="50" dirty="0">
                <a:solidFill>
                  <a:srgbClr val="273139"/>
                </a:solidFill>
                <a:latin typeface="Times New Roman"/>
                <a:cs typeface="Times New Roman"/>
              </a:rPr>
              <a:t> </a:t>
            </a:r>
            <a:r>
              <a:rPr sz="2400" dirty="0">
                <a:solidFill>
                  <a:srgbClr val="273139"/>
                </a:solidFill>
                <a:latin typeface="Times New Roman"/>
                <a:cs typeface="Times New Roman"/>
              </a:rPr>
              <a:t>to</a:t>
            </a:r>
            <a:r>
              <a:rPr sz="2400" spc="40" dirty="0">
                <a:solidFill>
                  <a:srgbClr val="273139"/>
                </a:solidFill>
                <a:latin typeface="Times New Roman"/>
                <a:cs typeface="Times New Roman"/>
              </a:rPr>
              <a:t> </a:t>
            </a:r>
            <a:r>
              <a:rPr sz="2400" spc="-50" dirty="0">
                <a:solidFill>
                  <a:srgbClr val="273139"/>
                </a:solidFill>
                <a:latin typeface="Times New Roman"/>
                <a:cs typeface="Times New Roman"/>
              </a:rPr>
              <a:t>each </a:t>
            </a:r>
            <a:r>
              <a:rPr sz="2400" spc="-100" dirty="0">
                <a:solidFill>
                  <a:srgbClr val="273139"/>
                </a:solidFill>
                <a:latin typeface="Times New Roman"/>
                <a:cs typeface="Times New Roman"/>
              </a:rPr>
              <a:t>bucket.</a:t>
            </a:r>
            <a:r>
              <a:rPr sz="2400" spc="-50" dirty="0">
                <a:solidFill>
                  <a:srgbClr val="273139"/>
                </a:solidFill>
                <a:latin typeface="Times New Roman"/>
                <a:cs typeface="Times New Roman"/>
              </a:rPr>
              <a:t> </a:t>
            </a:r>
            <a:r>
              <a:rPr sz="2400" spc="-400" dirty="0">
                <a:solidFill>
                  <a:srgbClr val="273139"/>
                </a:solidFill>
                <a:latin typeface="Times New Roman"/>
                <a:cs typeface="Times New Roman"/>
              </a:rPr>
              <a:t>You</a:t>
            </a:r>
            <a:r>
              <a:rPr sz="2400" spc="250" dirty="0">
                <a:solidFill>
                  <a:srgbClr val="273139"/>
                </a:solidFill>
                <a:latin typeface="Times New Roman"/>
                <a:cs typeface="Times New Roman"/>
              </a:rPr>
              <a:t> </a:t>
            </a:r>
            <a:r>
              <a:rPr sz="2400" spc="-180" dirty="0">
                <a:solidFill>
                  <a:srgbClr val="273139"/>
                </a:solidFill>
                <a:latin typeface="Times New Roman"/>
                <a:cs typeface="Times New Roman"/>
              </a:rPr>
              <a:t>can</a:t>
            </a:r>
            <a:r>
              <a:rPr sz="2400" spc="30" dirty="0">
                <a:solidFill>
                  <a:srgbClr val="273139"/>
                </a:solidFill>
                <a:latin typeface="Times New Roman"/>
                <a:cs typeface="Times New Roman"/>
              </a:rPr>
              <a:t> </a:t>
            </a:r>
            <a:r>
              <a:rPr sz="2400" spc="-100" dirty="0">
                <a:solidFill>
                  <a:srgbClr val="273139"/>
                </a:solidFill>
                <a:latin typeface="Times New Roman"/>
                <a:cs typeface="Times New Roman"/>
              </a:rPr>
              <a:t>utilize</a:t>
            </a:r>
            <a:r>
              <a:rPr sz="2400" spc="-50" dirty="0">
                <a:solidFill>
                  <a:srgbClr val="273139"/>
                </a:solidFill>
                <a:latin typeface="Times New Roman"/>
                <a:cs typeface="Times New Roman"/>
              </a:rPr>
              <a:t> </a:t>
            </a:r>
            <a:r>
              <a:rPr sz="2400" spc="-385" dirty="0">
                <a:solidFill>
                  <a:srgbClr val="273139"/>
                </a:solidFill>
                <a:latin typeface="Times New Roman"/>
                <a:cs typeface="Times New Roman"/>
              </a:rPr>
              <a:t>S3</a:t>
            </a:r>
            <a:r>
              <a:rPr sz="2400" spc="235" dirty="0">
                <a:solidFill>
                  <a:srgbClr val="273139"/>
                </a:solidFill>
                <a:latin typeface="Times New Roman"/>
                <a:cs typeface="Times New Roman"/>
              </a:rPr>
              <a:t> </a:t>
            </a:r>
            <a:r>
              <a:rPr sz="2400" spc="-75" dirty="0">
                <a:solidFill>
                  <a:srgbClr val="273139"/>
                </a:solidFill>
                <a:latin typeface="Times New Roman"/>
                <a:cs typeface="Times New Roman"/>
              </a:rPr>
              <a:t>Object</a:t>
            </a:r>
            <a:r>
              <a:rPr sz="2400" spc="125" dirty="0">
                <a:solidFill>
                  <a:srgbClr val="273139"/>
                </a:solidFill>
                <a:latin typeface="Times New Roman"/>
                <a:cs typeface="Times New Roman"/>
              </a:rPr>
              <a:t> </a:t>
            </a:r>
            <a:r>
              <a:rPr sz="2400" spc="-110" dirty="0">
                <a:solidFill>
                  <a:srgbClr val="273139"/>
                </a:solidFill>
                <a:latin typeface="Times New Roman"/>
                <a:cs typeface="Times New Roman"/>
              </a:rPr>
              <a:t>Ownership,</a:t>
            </a:r>
            <a:r>
              <a:rPr sz="2400" spc="-15" dirty="0">
                <a:solidFill>
                  <a:srgbClr val="273139"/>
                </a:solidFill>
                <a:latin typeface="Times New Roman"/>
                <a:cs typeface="Times New Roman"/>
              </a:rPr>
              <a:t> </a:t>
            </a:r>
            <a:r>
              <a:rPr sz="2400" spc="-290" dirty="0">
                <a:solidFill>
                  <a:srgbClr val="273139"/>
                </a:solidFill>
                <a:latin typeface="Times New Roman"/>
                <a:cs typeface="Times New Roman"/>
              </a:rPr>
              <a:t>an</a:t>
            </a:r>
            <a:r>
              <a:rPr sz="2400" spc="140" dirty="0">
                <a:solidFill>
                  <a:srgbClr val="273139"/>
                </a:solidFill>
                <a:latin typeface="Times New Roman"/>
                <a:cs typeface="Times New Roman"/>
              </a:rPr>
              <a:t> </a:t>
            </a:r>
            <a:r>
              <a:rPr sz="2400" spc="-215" dirty="0">
                <a:solidFill>
                  <a:srgbClr val="273139"/>
                </a:solidFill>
                <a:latin typeface="Times New Roman"/>
                <a:cs typeface="Times New Roman"/>
              </a:rPr>
              <a:t>Amazon</a:t>
            </a:r>
            <a:r>
              <a:rPr sz="2400" spc="125" dirty="0">
                <a:solidFill>
                  <a:srgbClr val="273139"/>
                </a:solidFill>
                <a:latin typeface="Times New Roman"/>
                <a:cs typeface="Times New Roman"/>
              </a:rPr>
              <a:t> </a:t>
            </a:r>
            <a:r>
              <a:rPr sz="2400" spc="-409" dirty="0">
                <a:solidFill>
                  <a:srgbClr val="273139"/>
                </a:solidFill>
                <a:latin typeface="Times New Roman"/>
                <a:cs typeface="Times New Roman"/>
              </a:rPr>
              <a:t>S3</a:t>
            </a:r>
            <a:r>
              <a:rPr sz="2400" spc="260" dirty="0">
                <a:solidFill>
                  <a:srgbClr val="273139"/>
                </a:solidFill>
                <a:latin typeface="Times New Roman"/>
                <a:cs typeface="Times New Roman"/>
              </a:rPr>
              <a:t> </a:t>
            </a:r>
            <a:r>
              <a:rPr sz="2400" spc="-114" dirty="0">
                <a:solidFill>
                  <a:srgbClr val="273139"/>
                </a:solidFill>
                <a:latin typeface="Times New Roman"/>
                <a:cs typeface="Times New Roman"/>
              </a:rPr>
              <a:t>bucket-</a:t>
            </a:r>
            <a:r>
              <a:rPr sz="2400" spc="-80" dirty="0">
                <a:solidFill>
                  <a:srgbClr val="273139"/>
                </a:solidFill>
                <a:latin typeface="Times New Roman"/>
                <a:cs typeface="Times New Roman"/>
              </a:rPr>
              <a:t>level </a:t>
            </a:r>
            <a:r>
              <a:rPr sz="2400" spc="-90" dirty="0">
                <a:solidFill>
                  <a:srgbClr val="273139"/>
                </a:solidFill>
                <a:latin typeface="Times New Roman"/>
                <a:cs typeface="Times New Roman"/>
              </a:rPr>
              <a:t>feature, </a:t>
            </a:r>
            <a:r>
              <a:rPr sz="2400" dirty="0">
                <a:solidFill>
                  <a:srgbClr val="273139"/>
                </a:solidFill>
                <a:latin typeface="Times New Roman"/>
                <a:cs typeface="Times New Roman"/>
              </a:rPr>
              <a:t>to</a:t>
            </a:r>
            <a:r>
              <a:rPr sz="2400" spc="-114" dirty="0">
                <a:solidFill>
                  <a:srgbClr val="273139"/>
                </a:solidFill>
                <a:latin typeface="Times New Roman"/>
                <a:cs typeface="Times New Roman"/>
              </a:rPr>
              <a:t> </a:t>
            </a:r>
            <a:r>
              <a:rPr sz="2400" spc="-160" dirty="0">
                <a:solidFill>
                  <a:srgbClr val="273139"/>
                </a:solidFill>
                <a:latin typeface="Times New Roman"/>
                <a:cs typeface="Times New Roman"/>
              </a:rPr>
              <a:t>manage</a:t>
            </a:r>
            <a:r>
              <a:rPr sz="2400" spc="5" dirty="0">
                <a:solidFill>
                  <a:srgbClr val="273139"/>
                </a:solidFill>
                <a:latin typeface="Times New Roman"/>
                <a:cs typeface="Times New Roman"/>
              </a:rPr>
              <a:t> </a:t>
            </a:r>
            <a:r>
              <a:rPr sz="2400" spc="-125" dirty="0">
                <a:solidFill>
                  <a:srgbClr val="273139"/>
                </a:solidFill>
                <a:latin typeface="Times New Roman"/>
                <a:cs typeface="Times New Roman"/>
              </a:rPr>
              <a:t>who</a:t>
            </a:r>
            <a:r>
              <a:rPr sz="2400" spc="-20" dirty="0">
                <a:solidFill>
                  <a:srgbClr val="273139"/>
                </a:solidFill>
                <a:latin typeface="Times New Roman"/>
                <a:cs typeface="Times New Roman"/>
              </a:rPr>
              <a:t> </a:t>
            </a:r>
            <a:r>
              <a:rPr sz="2400" spc="-155" dirty="0">
                <a:solidFill>
                  <a:srgbClr val="273139"/>
                </a:solidFill>
                <a:latin typeface="Times New Roman"/>
                <a:cs typeface="Times New Roman"/>
              </a:rPr>
              <a:t>owns</a:t>
            </a:r>
            <a:r>
              <a:rPr sz="2400" spc="5" dirty="0">
                <a:solidFill>
                  <a:srgbClr val="273139"/>
                </a:solidFill>
                <a:latin typeface="Times New Roman"/>
                <a:cs typeface="Times New Roman"/>
              </a:rPr>
              <a:t> </a:t>
            </a:r>
            <a:r>
              <a:rPr sz="2400" spc="-25" dirty="0">
                <a:solidFill>
                  <a:srgbClr val="273139"/>
                </a:solidFill>
                <a:latin typeface="Times New Roman"/>
                <a:cs typeface="Times New Roman"/>
              </a:rPr>
              <a:t>the </a:t>
            </a:r>
            <a:r>
              <a:rPr sz="2400" spc="-110" dirty="0">
                <a:solidFill>
                  <a:srgbClr val="273139"/>
                </a:solidFill>
                <a:latin typeface="Times New Roman"/>
                <a:cs typeface="Times New Roman"/>
              </a:rPr>
              <a:t>objects</a:t>
            </a:r>
            <a:r>
              <a:rPr sz="2400" spc="-25" dirty="0">
                <a:solidFill>
                  <a:srgbClr val="273139"/>
                </a:solidFill>
                <a:latin typeface="Times New Roman"/>
                <a:cs typeface="Times New Roman"/>
              </a:rPr>
              <a:t> </a:t>
            </a:r>
            <a:r>
              <a:rPr sz="2400" spc="-150" dirty="0">
                <a:solidFill>
                  <a:srgbClr val="273139"/>
                </a:solidFill>
                <a:latin typeface="Times New Roman"/>
                <a:cs typeface="Times New Roman"/>
              </a:rPr>
              <a:t>you</a:t>
            </a:r>
            <a:r>
              <a:rPr sz="2400" dirty="0">
                <a:solidFill>
                  <a:srgbClr val="273139"/>
                </a:solidFill>
                <a:latin typeface="Times New Roman"/>
                <a:cs typeface="Times New Roman"/>
              </a:rPr>
              <a:t> </a:t>
            </a:r>
            <a:r>
              <a:rPr sz="2400" spc="-114" dirty="0">
                <a:solidFill>
                  <a:srgbClr val="273139"/>
                </a:solidFill>
                <a:latin typeface="Times New Roman"/>
                <a:cs typeface="Times New Roman"/>
              </a:rPr>
              <a:t>upload</a:t>
            </a:r>
            <a:r>
              <a:rPr sz="2400" spc="-15" dirty="0">
                <a:solidFill>
                  <a:srgbClr val="273139"/>
                </a:solidFill>
                <a:latin typeface="Times New Roman"/>
                <a:cs typeface="Times New Roman"/>
              </a:rPr>
              <a:t> </a:t>
            </a:r>
            <a:r>
              <a:rPr sz="2400" dirty="0">
                <a:solidFill>
                  <a:srgbClr val="273139"/>
                </a:solidFill>
                <a:latin typeface="Times New Roman"/>
                <a:cs typeface="Times New Roman"/>
              </a:rPr>
              <a:t>to</a:t>
            </a:r>
            <a:r>
              <a:rPr sz="2400" spc="-20" dirty="0">
                <a:solidFill>
                  <a:srgbClr val="273139"/>
                </a:solidFill>
                <a:latin typeface="Times New Roman"/>
                <a:cs typeface="Times New Roman"/>
              </a:rPr>
              <a:t> </a:t>
            </a:r>
            <a:r>
              <a:rPr sz="2400" spc="-100" dirty="0">
                <a:solidFill>
                  <a:srgbClr val="273139"/>
                </a:solidFill>
                <a:latin typeface="Times New Roman"/>
                <a:cs typeface="Times New Roman"/>
              </a:rPr>
              <a:t>your</a:t>
            </a:r>
            <a:r>
              <a:rPr sz="2400" spc="-15" dirty="0">
                <a:solidFill>
                  <a:srgbClr val="273139"/>
                </a:solidFill>
                <a:latin typeface="Times New Roman"/>
                <a:cs typeface="Times New Roman"/>
              </a:rPr>
              <a:t> </a:t>
            </a:r>
            <a:r>
              <a:rPr sz="2400" spc="-95" dirty="0">
                <a:solidFill>
                  <a:srgbClr val="273139"/>
                </a:solidFill>
                <a:latin typeface="Times New Roman"/>
                <a:cs typeface="Times New Roman"/>
              </a:rPr>
              <a:t>bucket</a:t>
            </a:r>
            <a:r>
              <a:rPr sz="2400" spc="-35" dirty="0">
                <a:solidFill>
                  <a:srgbClr val="273139"/>
                </a:solidFill>
                <a:latin typeface="Times New Roman"/>
                <a:cs typeface="Times New Roman"/>
              </a:rPr>
              <a:t> </a:t>
            </a:r>
            <a:r>
              <a:rPr sz="2400" spc="-25" dirty="0">
                <a:solidFill>
                  <a:srgbClr val="273139"/>
                </a:solidFill>
                <a:latin typeface="Times New Roman"/>
                <a:cs typeface="Times New Roman"/>
              </a:rPr>
              <a:t>and</a:t>
            </a:r>
            <a:endParaRPr sz="2400">
              <a:latin typeface="Times New Roman"/>
              <a:cs typeface="Times New Roman"/>
            </a:endParaRPr>
          </a:p>
          <a:p>
            <a:pPr marL="25400" algn="just">
              <a:lnSpc>
                <a:spcPct val="100000"/>
              </a:lnSpc>
              <a:spcBef>
                <a:spcPts val="5"/>
              </a:spcBef>
            </a:pPr>
            <a:r>
              <a:rPr sz="2100" baseline="-37698" dirty="0">
                <a:solidFill>
                  <a:srgbClr val="FFFFFF"/>
                </a:solidFill>
                <a:latin typeface="Franklin Gothic Medium"/>
                <a:cs typeface="Franklin Gothic Medium"/>
              </a:rPr>
              <a:t>68</a:t>
            </a:r>
            <a:r>
              <a:rPr sz="2100" spc="405" baseline="-37698" dirty="0">
                <a:solidFill>
                  <a:srgbClr val="FFFFFF"/>
                </a:solidFill>
                <a:latin typeface="Franklin Gothic Medium"/>
                <a:cs typeface="Franklin Gothic Medium"/>
              </a:rPr>
              <a:t> </a:t>
            </a:r>
            <a:r>
              <a:rPr sz="2400" dirty="0">
                <a:solidFill>
                  <a:srgbClr val="273139"/>
                </a:solidFill>
                <a:latin typeface="Times New Roman"/>
                <a:cs typeface="Times New Roman"/>
              </a:rPr>
              <a:t>to</a:t>
            </a:r>
            <a:r>
              <a:rPr sz="2400" spc="-75" dirty="0">
                <a:solidFill>
                  <a:srgbClr val="273139"/>
                </a:solidFill>
                <a:latin typeface="Times New Roman"/>
                <a:cs typeface="Times New Roman"/>
              </a:rPr>
              <a:t> </a:t>
            </a:r>
            <a:r>
              <a:rPr sz="2400" spc="-135" dirty="0">
                <a:solidFill>
                  <a:srgbClr val="273139"/>
                </a:solidFill>
                <a:latin typeface="Times New Roman"/>
                <a:cs typeface="Times New Roman"/>
              </a:rPr>
              <a:t>enable</a:t>
            </a:r>
            <a:r>
              <a:rPr sz="2400" spc="-75" dirty="0">
                <a:solidFill>
                  <a:srgbClr val="273139"/>
                </a:solidFill>
                <a:latin typeface="Times New Roman"/>
                <a:cs typeface="Times New Roman"/>
              </a:rPr>
              <a:t> </a:t>
            </a:r>
            <a:r>
              <a:rPr sz="2400" dirty="0">
                <a:solidFill>
                  <a:srgbClr val="273139"/>
                </a:solidFill>
                <a:latin typeface="Times New Roman"/>
                <a:cs typeface="Times New Roman"/>
              </a:rPr>
              <a:t>or</a:t>
            </a:r>
            <a:r>
              <a:rPr sz="2400" spc="-85" dirty="0">
                <a:solidFill>
                  <a:srgbClr val="273139"/>
                </a:solidFill>
                <a:latin typeface="Times New Roman"/>
                <a:cs typeface="Times New Roman"/>
              </a:rPr>
              <a:t> </a:t>
            </a:r>
            <a:r>
              <a:rPr sz="2400" spc="-145" dirty="0">
                <a:solidFill>
                  <a:srgbClr val="273139"/>
                </a:solidFill>
                <a:latin typeface="Times New Roman"/>
                <a:cs typeface="Times New Roman"/>
              </a:rPr>
              <a:t>disable</a:t>
            </a:r>
            <a:r>
              <a:rPr sz="2400" spc="-254" dirty="0">
                <a:solidFill>
                  <a:srgbClr val="273139"/>
                </a:solidFill>
                <a:latin typeface="Times New Roman"/>
                <a:cs typeface="Times New Roman"/>
              </a:rPr>
              <a:t> </a:t>
            </a:r>
            <a:r>
              <a:rPr sz="2400" spc="-20" dirty="0">
                <a:solidFill>
                  <a:srgbClr val="273139"/>
                </a:solidFill>
                <a:latin typeface="Times New Roman"/>
                <a:cs typeface="Times New Roman"/>
              </a:rPr>
              <a:t>ACLs.</a:t>
            </a:r>
            <a:endParaRPr sz="2400">
              <a:latin typeface="Times New Roman"/>
              <a:cs typeface="Times New Roman"/>
            </a:endParaRP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5CDF36C0-C085-1D8E-F6CE-D11EEE3781A3}"/>
                  </a:ext>
                </a:extLst>
              </p14:cNvPr>
              <p14:cNvContentPartPr/>
              <p14:nvPr/>
            </p14:nvContentPartPr>
            <p14:xfrm>
              <a:off x="2956320" y="4274640"/>
              <a:ext cx="1218960" cy="1045440"/>
            </p14:xfrm>
          </p:contentPart>
        </mc:Choice>
        <mc:Fallback xmlns="">
          <p:pic>
            <p:nvPicPr>
              <p:cNvPr id="5" name="Ink 4">
                <a:extLst>
                  <a:ext uri="{FF2B5EF4-FFF2-40B4-BE49-F238E27FC236}">
                    <a16:creationId xmlns:a16="http://schemas.microsoft.com/office/drawing/2014/main" id="{5CDF36C0-C085-1D8E-F6CE-D11EEE3781A3}"/>
                  </a:ext>
                </a:extLst>
              </p:cNvPr>
              <p:cNvPicPr/>
              <p:nvPr/>
            </p:nvPicPr>
            <p:blipFill>
              <a:blip r:embed="rId4"/>
              <a:stretch>
                <a:fillRect/>
              </a:stretch>
            </p:blipFill>
            <p:spPr>
              <a:xfrm>
                <a:off x="2946960" y="4265280"/>
                <a:ext cx="1237680" cy="1064160"/>
              </a:xfrm>
              <a:prstGeom prst="rect">
                <a:avLst/>
              </a:prstGeom>
            </p:spPr>
          </p:pic>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76250" y="1133602"/>
            <a:ext cx="4757420" cy="4415790"/>
          </a:xfrm>
          <a:prstGeom prst="rect">
            <a:avLst/>
          </a:prstGeom>
        </p:spPr>
        <p:txBody>
          <a:bodyPr vert="horz" wrap="square" lIns="0" tIns="12700" rIns="0" bIns="0" rtlCol="0">
            <a:spAutoFit/>
          </a:bodyPr>
          <a:lstStyle/>
          <a:p>
            <a:pPr marL="286385" indent="-273685">
              <a:lnSpc>
                <a:spcPct val="100000"/>
              </a:lnSpc>
              <a:spcBef>
                <a:spcPts val="1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6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Standard</a:t>
            </a:r>
            <a:endParaRPr sz="2400">
              <a:latin typeface="Times New Roman"/>
              <a:cs typeface="Times New Roman"/>
            </a:endParaRPr>
          </a:p>
          <a:p>
            <a:pPr marL="286385" indent="-273685">
              <a:lnSpc>
                <a:spcPct val="100000"/>
              </a:lnSpc>
              <a:spcBef>
                <a:spcPts val="24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35" dirty="0">
                <a:solidFill>
                  <a:srgbClr val="273139"/>
                </a:solidFill>
                <a:latin typeface="Times New Roman"/>
                <a:cs typeface="Times New Roman"/>
              </a:rPr>
              <a:t> </a:t>
            </a:r>
            <a:r>
              <a:rPr sz="2400" spc="-100" dirty="0">
                <a:solidFill>
                  <a:srgbClr val="273139"/>
                </a:solidFill>
                <a:latin typeface="Times New Roman"/>
                <a:cs typeface="Times New Roman"/>
              </a:rPr>
              <a:t>Intelligent-</a:t>
            </a:r>
            <a:r>
              <a:rPr sz="2400" spc="-10" dirty="0">
                <a:solidFill>
                  <a:srgbClr val="273139"/>
                </a:solidFill>
                <a:latin typeface="Times New Roman"/>
                <a:cs typeface="Times New Roman"/>
              </a:rPr>
              <a:t>Tiering</a:t>
            </a:r>
            <a:endParaRPr sz="2400">
              <a:latin typeface="Times New Roman"/>
              <a:cs typeface="Times New Roman"/>
            </a:endParaRPr>
          </a:p>
          <a:p>
            <a:pPr marL="286385" indent="-273685">
              <a:lnSpc>
                <a:spcPct val="100000"/>
              </a:lnSpc>
              <a:spcBef>
                <a:spcPts val="24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1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15" dirty="0">
                <a:solidFill>
                  <a:srgbClr val="273139"/>
                </a:solidFill>
                <a:latin typeface="Times New Roman"/>
                <a:cs typeface="Times New Roman"/>
              </a:rPr>
              <a:t> </a:t>
            </a:r>
            <a:r>
              <a:rPr sz="2400" spc="-125" dirty="0">
                <a:solidFill>
                  <a:srgbClr val="273139"/>
                </a:solidFill>
                <a:latin typeface="Times New Roman"/>
                <a:cs typeface="Times New Roman"/>
              </a:rPr>
              <a:t>Standard-</a:t>
            </a:r>
            <a:r>
              <a:rPr sz="2400" spc="-105" dirty="0">
                <a:solidFill>
                  <a:srgbClr val="273139"/>
                </a:solidFill>
                <a:latin typeface="Times New Roman"/>
                <a:cs typeface="Times New Roman"/>
              </a:rPr>
              <a:t>Infrequent</a:t>
            </a:r>
            <a:r>
              <a:rPr sz="2400" spc="-225" dirty="0">
                <a:solidFill>
                  <a:srgbClr val="273139"/>
                </a:solidFill>
                <a:latin typeface="Times New Roman"/>
                <a:cs typeface="Times New Roman"/>
              </a:rPr>
              <a:t> </a:t>
            </a:r>
            <a:r>
              <a:rPr sz="2400" spc="-10" dirty="0">
                <a:solidFill>
                  <a:srgbClr val="273139"/>
                </a:solidFill>
                <a:latin typeface="Times New Roman"/>
                <a:cs typeface="Times New Roman"/>
              </a:rPr>
              <a:t>Access</a:t>
            </a:r>
            <a:endParaRPr sz="2400">
              <a:latin typeface="Times New Roman"/>
              <a:cs typeface="Times New Roman"/>
            </a:endParaRPr>
          </a:p>
          <a:p>
            <a:pPr marL="286385" indent="-273685">
              <a:lnSpc>
                <a:spcPct val="100000"/>
              </a:lnSpc>
              <a:spcBef>
                <a:spcPts val="24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4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15" dirty="0">
                <a:solidFill>
                  <a:srgbClr val="273139"/>
                </a:solidFill>
                <a:latin typeface="Times New Roman"/>
                <a:cs typeface="Times New Roman"/>
              </a:rPr>
              <a:t> </a:t>
            </a:r>
            <a:r>
              <a:rPr sz="2400" spc="-70" dirty="0">
                <a:solidFill>
                  <a:srgbClr val="273139"/>
                </a:solidFill>
                <a:latin typeface="Times New Roman"/>
                <a:cs typeface="Times New Roman"/>
              </a:rPr>
              <a:t>One</a:t>
            </a:r>
            <a:r>
              <a:rPr sz="2400" spc="-20" dirty="0">
                <a:solidFill>
                  <a:srgbClr val="273139"/>
                </a:solidFill>
                <a:latin typeface="Times New Roman"/>
                <a:cs typeface="Times New Roman"/>
              </a:rPr>
              <a:t> </a:t>
            </a:r>
            <a:r>
              <a:rPr sz="2400" spc="-100" dirty="0">
                <a:solidFill>
                  <a:srgbClr val="273139"/>
                </a:solidFill>
                <a:latin typeface="Times New Roman"/>
                <a:cs typeface="Times New Roman"/>
              </a:rPr>
              <a:t>Zone-</a:t>
            </a:r>
            <a:r>
              <a:rPr sz="2400" spc="-105" dirty="0">
                <a:solidFill>
                  <a:srgbClr val="273139"/>
                </a:solidFill>
                <a:latin typeface="Times New Roman"/>
                <a:cs typeface="Times New Roman"/>
              </a:rPr>
              <a:t>Infrequent</a:t>
            </a:r>
            <a:r>
              <a:rPr sz="2400" spc="-245" dirty="0">
                <a:solidFill>
                  <a:srgbClr val="273139"/>
                </a:solidFill>
                <a:latin typeface="Times New Roman"/>
                <a:cs typeface="Times New Roman"/>
              </a:rPr>
              <a:t> </a:t>
            </a:r>
            <a:r>
              <a:rPr sz="2400" spc="-135" dirty="0">
                <a:solidFill>
                  <a:srgbClr val="273139"/>
                </a:solidFill>
                <a:latin typeface="Times New Roman"/>
                <a:cs typeface="Times New Roman"/>
              </a:rPr>
              <a:t>Access</a:t>
            </a:r>
            <a:endParaRPr sz="2400">
              <a:latin typeface="Times New Roman"/>
              <a:cs typeface="Times New Roman"/>
            </a:endParaRPr>
          </a:p>
          <a:p>
            <a:pPr marL="286385" indent="-273685">
              <a:lnSpc>
                <a:spcPct val="100000"/>
              </a:lnSpc>
              <a:spcBef>
                <a:spcPts val="2405"/>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5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15" dirty="0">
                <a:solidFill>
                  <a:srgbClr val="273139"/>
                </a:solidFill>
                <a:latin typeface="Times New Roman"/>
                <a:cs typeface="Times New Roman"/>
              </a:rPr>
              <a:t> </a:t>
            </a:r>
            <a:r>
              <a:rPr sz="2400" spc="-125" dirty="0">
                <a:solidFill>
                  <a:srgbClr val="273139"/>
                </a:solidFill>
                <a:latin typeface="Times New Roman"/>
                <a:cs typeface="Times New Roman"/>
              </a:rPr>
              <a:t>Glacier</a:t>
            </a:r>
            <a:r>
              <a:rPr sz="2400" spc="-20" dirty="0">
                <a:solidFill>
                  <a:srgbClr val="273139"/>
                </a:solidFill>
                <a:latin typeface="Times New Roman"/>
                <a:cs typeface="Times New Roman"/>
              </a:rPr>
              <a:t> </a:t>
            </a:r>
            <a:r>
              <a:rPr sz="2400" spc="-105" dirty="0">
                <a:solidFill>
                  <a:srgbClr val="273139"/>
                </a:solidFill>
                <a:latin typeface="Times New Roman"/>
                <a:cs typeface="Times New Roman"/>
              </a:rPr>
              <a:t>Instant</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Retrieval</a:t>
            </a:r>
            <a:endParaRPr sz="2400">
              <a:latin typeface="Times New Roman"/>
              <a:cs typeface="Times New Roman"/>
            </a:endParaRPr>
          </a:p>
          <a:p>
            <a:pPr marL="286385" indent="-273685">
              <a:lnSpc>
                <a:spcPct val="100000"/>
              </a:lnSpc>
              <a:spcBef>
                <a:spcPts val="24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4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20" dirty="0">
                <a:solidFill>
                  <a:srgbClr val="273139"/>
                </a:solidFill>
                <a:latin typeface="Times New Roman"/>
                <a:cs typeface="Times New Roman"/>
              </a:rPr>
              <a:t> </a:t>
            </a:r>
            <a:r>
              <a:rPr sz="2400" spc="-125" dirty="0">
                <a:solidFill>
                  <a:srgbClr val="273139"/>
                </a:solidFill>
                <a:latin typeface="Times New Roman"/>
                <a:cs typeface="Times New Roman"/>
              </a:rPr>
              <a:t>Glacier</a:t>
            </a:r>
            <a:r>
              <a:rPr sz="2400" spc="-20" dirty="0">
                <a:solidFill>
                  <a:srgbClr val="273139"/>
                </a:solidFill>
                <a:latin typeface="Times New Roman"/>
                <a:cs typeface="Times New Roman"/>
              </a:rPr>
              <a:t> </a:t>
            </a:r>
            <a:r>
              <a:rPr sz="2400" spc="-130" dirty="0">
                <a:solidFill>
                  <a:srgbClr val="273139"/>
                </a:solidFill>
                <a:latin typeface="Times New Roman"/>
                <a:cs typeface="Times New Roman"/>
              </a:rPr>
              <a:t>Flexible</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Retrieval</a:t>
            </a:r>
            <a:endParaRPr sz="2400">
              <a:latin typeface="Times New Roman"/>
              <a:cs typeface="Times New Roman"/>
            </a:endParaRPr>
          </a:p>
          <a:p>
            <a:pPr marL="286385" indent="-273685">
              <a:lnSpc>
                <a:spcPct val="100000"/>
              </a:lnSpc>
              <a:spcBef>
                <a:spcPts val="2400"/>
              </a:spcBef>
              <a:buClr>
                <a:srgbClr val="D24717"/>
              </a:buClr>
              <a:buSzPct val="85416"/>
              <a:buFont typeface="Arial MT"/>
              <a:buChar char="•"/>
              <a:tabLst>
                <a:tab pos="286385" algn="l"/>
              </a:tabLst>
            </a:pPr>
            <a:r>
              <a:rPr sz="2400" spc="-185" dirty="0">
                <a:solidFill>
                  <a:srgbClr val="273139"/>
                </a:solidFill>
                <a:latin typeface="Times New Roman"/>
                <a:cs typeface="Times New Roman"/>
              </a:rPr>
              <a:t>Amazon</a:t>
            </a:r>
            <a:r>
              <a:rPr sz="2400" spc="-4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20" dirty="0">
                <a:solidFill>
                  <a:srgbClr val="273139"/>
                </a:solidFill>
                <a:latin typeface="Times New Roman"/>
                <a:cs typeface="Times New Roman"/>
              </a:rPr>
              <a:t> </a:t>
            </a:r>
            <a:r>
              <a:rPr sz="2400" spc="-125" dirty="0">
                <a:solidFill>
                  <a:srgbClr val="273139"/>
                </a:solidFill>
                <a:latin typeface="Times New Roman"/>
                <a:cs typeface="Times New Roman"/>
              </a:rPr>
              <a:t>Glacier</a:t>
            </a:r>
            <a:r>
              <a:rPr sz="2400" spc="-20" dirty="0">
                <a:solidFill>
                  <a:srgbClr val="273139"/>
                </a:solidFill>
                <a:latin typeface="Times New Roman"/>
                <a:cs typeface="Times New Roman"/>
              </a:rPr>
              <a:t> </a:t>
            </a:r>
            <a:r>
              <a:rPr sz="2400" spc="-125" dirty="0">
                <a:solidFill>
                  <a:srgbClr val="273139"/>
                </a:solidFill>
                <a:latin typeface="Times New Roman"/>
                <a:cs typeface="Times New Roman"/>
              </a:rPr>
              <a:t>Deep</a:t>
            </a:r>
            <a:r>
              <a:rPr sz="2400" spc="-215" dirty="0">
                <a:solidFill>
                  <a:srgbClr val="273139"/>
                </a:solidFill>
                <a:latin typeface="Times New Roman"/>
                <a:cs typeface="Times New Roman"/>
              </a:rPr>
              <a:t> </a:t>
            </a:r>
            <a:r>
              <a:rPr sz="2400" spc="-10" dirty="0">
                <a:solidFill>
                  <a:srgbClr val="273139"/>
                </a:solidFill>
                <a:latin typeface="Times New Roman"/>
                <a:cs typeface="Times New Roman"/>
              </a:rPr>
              <a:t>Archive</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74</a:t>
            </a:fld>
            <a:endParaRPr spc="-25"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2835EBB-ECA2-1BBD-102C-87F021CDE4D7}"/>
                  </a:ext>
                </a:extLst>
              </p14:cNvPr>
              <p14:cNvContentPartPr/>
              <p14:nvPr/>
            </p14:nvContentPartPr>
            <p14:xfrm>
              <a:off x="4149720" y="1350000"/>
              <a:ext cx="1989720" cy="4272120"/>
            </p14:xfrm>
          </p:contentPart>
        </mc:Choice>
        <mc:Fallback xmlns="">
          <p:pic>
            <p:nvPicPr>
              <p:cNvPr id="6" name="Ink 5">
                <a:extLst>
                  <a:ext uri="{FF2B5EF4-FFF2-40B4-BE49-F238E27FC236}">
                    <a16:creationId xmlns:a16="http://schemas.microsoft.com/office/drawing/2014/main" id="{72835EBB-ECA2-1BBD-102C-87F021CDE4D7}"/>
                  </a:ext>
                </a:extLst>
              </p:cNvPr>
              <p:cNvPicPr/>
              <p:nvPr/>
            </p:nvPicPr>
            <p:blipFill>
              <a:blip r:embed="rId3"/>
              <a:stretch>
                <a:fillRect/>
              </a:stretch>
            </p:blipFill>
            <p:spPr>
              <a:xfrm>
                <a:off x="4140360" y="1340640"/>
                <a:ext cx="2008440" cy="4290840"/>
              </a:xfrm>
              <a:prstGeom prst="rect">
                <a:avLst/>
              </a:prstGeom>
            </p:spPr>
          </p:pic>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870966"/>
            <a:ext cx="8312784" cy="5481955"/>
          </a:xfrm>
          <a:prstGeom prst="rect">
            <a:avLst/>
          </a:prstGeom>
        </p:spPr>
        <p:txBody>
          <a:bodyPr vert="horz" wrap="square" lIns="0" tIns="12065" rIns="0" bIns="0" rtlCol="0">
            <a:spAutoFit/>
          </a:bodyPr>
          <a:lstStyle/>
          <a:p>
            <a:pPr marL="286385" indent="-273685">
              <a:lnSpc>
                <a:spcPct val="100000"/>
              </a:lnSpc>
              <a:spcBef>
                <a:spcPts val="95"/>
              </a:spcBef>
              <a:buClr>
                <a:srgbClr val="D24717"/>
              </a:buClr>
              <a:buSzPct val="84090"/>
              <a:buFont typeface="Arial MT"/>
              <a:buChar char="•"/>
              <a:tabLst>
                <a:tab pos="286385" algn="l"/>
              </a:tabLst>
            </a:pPr>
            <a:r>
              <a:rPr sz="2200" b="1" spc="-30" dirty="0">
                <a:solidFill>
                  <a:srgbClr val="273139"/>
                </a:solidFill>
                <a:latin typeface="Times New Roman"/>
                <a:cs typeface="Times New Roman"/>
              </a:rPr>
              <a:t>Amazon</a:t>
            </a:r>
            <a:r>
              <a:rPr sz="2200" b="1" spc="-90" dirty="0">
                <a:solidFill>
                  <a:srgbClr val="273139"/>
                </a:solidFill>
                <a:latin typeface="Times New Roman"/>
                <a:cs typeface="Times New Roman"/>
              </a:rPr>
              <a:t> </a:t>
            </a:r>
            <a:r>
              <a:rPr sz="2200" b="1" spc="-170" dirty="0">
                <a:solidFill>
                  <a:srgbClr val="273139"/>
                </a:solidFill>
                <a:latin typeface="Times New Roman"/>
                <a:cs typeface="Times New Roman"/>
              </a:rPr>
              <a:t>S3</a:t>
            </a:r>
            <a:r>
              <a:rPr sz="2200" b="1" spc="-35" dirty="0">
                <a:solidFill>
                  <a:srgbClr val="273139"/>
                </a:solidFill>
                <a:latin typeface="Times New Roman"/>
                <a:cs typeface="Times New Roman"/>
              </a:rPr>
              <a:t> </a:t>
            </a:r>
            <a:r>
              <a:rPr sz="2200" b="1" spc="-10" dirty="0">
                <a:solidFill>
                  <a:srgbClr val="273139"/>
                </a:solidFill>
                <a:latin typeface="Times New Roman"/>
                <a:cs typeface="Times New Roman"/>
              </a:rPr>
              <a:t>Standard</a:t>
            </a:r>
            <a:endParaRPr sz="2200">
              <a:latin typeface="Times New Roman"/>
              <a:cs typeface="Times New Roman"/>
            </a:endParaRPr>
          </a:p>
          <a:p>
            <a:pPr marL="286385" marR="8255" indent="-274320" algn="just">
              <a:lnSpc>
                <a:spcPct val="100000"/>
              </a:lnSpc>
              <a:spcBef>
                <a:spcPts val="2400"/>
              </a:spcBef>
              <a:buClr>
                <a:srgbClr val="D24717"/>
              </a:buClr>
              <a:buSzPct val="84090"/>
              <a:buFont typeface="Segoe UI Symbol"/>
              <a:buChar char="⚫"/>
              <a:tabLst>
                <a:tab pos="286385" algn="l"/>
              </a:tabLst>
            </a:pPr>
            <a:r>
              <a:rPr sz="2200" dirty="0">
                <a:solidFill>
                  <a:srgbClr val="273139"/>
                </a:solidFill>
                <a:latin typeface="Times New Roman"/>
                <a:cs typeface="Times New Roman"/>
              </a:rPr>
              <a:t>It</a:t>
            </a:r>
            <a:r>
              <a:rPr sz="2200" spc="55" dirty="0">
                <a:solidFill>
                  <a:srgbClr val="273139"/>
                </a:solidFill>
                <a:latin typeface="Times New Roman"/>
                <a:cs typeface="Times New Roman"/>
              </a:rPr>
              <a:t> </a:t>
            </a:r>
            <a:r>
              <a:rPr sz="2200" dirty="0">
                <a:solidFill>
                  <a:srgbClr val="273139"/>
                </a:solidFill>
                <a:latin typeface="Times New Roman"/>
                <a:cs typeface="Times New Roman"/>
              </a:rPr>
              <a:t>is</a:t>
            </a:r>
            <a:r>
              <a:rPr sz="2200" spc="75" dirty="0">
                <a:solidFill>
                  <a:srgbClr val="273139"/>
                </a:solidFill>
                <a:latin typeface="Times New Roman"/>
                <a:cs typeface="Times New Roman"/>
              </a:rPr>
              <a:t> </a:t>
            </a:r>
            <a:r>
              <a:rPr sz="2200" dirty="0">
                <a:solidFill>
                  <a:srgbClr val="273139"/>
                </a:solidFill>
                <a:latin typeface="Times New Roman"/>
                <a:cs typeface="Times New Roman"/>
              </a:rPr>
              <a:t>used</a:t>
            </a:r>
            <a:r>
              <a:rPr sz="2200" spc="65" dirty="0">
                <a:solidFill>
                  <a:srgbClr val="273139"/>
                </a:solidFill>
                <a:latin typeface="Times New Roman"/>
                <a:cs typeface="Times New Roman"/>
              </a:rPr>
              <a:t> </a:t>
            </a:r>
            <a:r>
              <a:rPr sz="2200" dirty="0">
                <a:solidFill>
                  <a:srgbClr val="273139"/>
                </a:solidFill>
                <a:latin typeface="Times New Roman"/>
                <a:cs typeface="Times New Roman"/>
              </a:rPr>
              <a:t>for</a:t>
            </a:r>
            <a:r>
              <a:rPr sz="2200" spc="75" dirty="0">
                <a:solidFill>
                  <a:srgbClr val="273139"/>
                </a:solidFill>
                <a:latin typeface="Times New Roman"/>
                <a:cs typeface="Times New Roman"/>
              </a:rPr>
              <a:t> </a:t>
            </a:r>
            <a:r>
              <a:rPr sz="2200" spc="-20" dirty="0">
                <a:solidFill>
                  <a:srgbClr val="273139"/>
                </a:solidFill>
                <a:latin typeface="Times New Roman"/>
                <a:cs typeface="Times New Roman"/>
              </a:rPr>
              <a:t>general</a:t>
            </a:r>
            <a:r>
              <a:rPr sz="2200" spc="70" dirty="0">
                <a:solidFill>
                  <a:srgbClr val="273139"/>
                </a:solidFill>
                <a:latin typeface="Times New Roman"/>
                <a:cs typeface="Times New Roman"/>
              </a:rPr>
              <a:t> </a:t>
            </a:r>
            <a:r>
              <a:rPr sz="2200" spc="-20" dirty="0">
                <a:solidFill>
                  <a:srgbClr val="273139"/>
                </a:solidFill>
                <a:latin typeface="Times New Roman"/>
                <a:cs typeface="Times New Roman"/>
              </a:rPr>
              <a:t>purposes</a:t>
            </a:r>
            <a:r>
              <a:rPr sz="2200" spc="70" dirty="0">
                <a:solidFill>
                  <a:srgbClr val="273139"/>
                </a:solidFill>
                <a:latin typeface="Times New Roman"/>
                <a:cs typeface="Times New Roman"/>
              </a:rPr>
              <a:t> </a:t>
            </a:r>
            <a:r>
              <a:rPr sz="2200" dirty="0">
                <a:solidFill>
                  <a:srgbClr val="273139"/>
                </a:solidFill>
                <a:latin typeface="Times New Roman"/>
                <a:cs typeface="Times New Roman"/>
              </a:rPr>
              <a:t>and</a:t>
            </a:r>
            <a:r>
              <a:rPr sz="2200" spc="70" dirty="0">
                <a:solidFill>
                  <a:srgbClr val="273139"/>
                </a:solidFill>
                <a:latin typeface="Times New Roman"/>
                <a:cs typeface="Times New Roman"/>
              </a:rPr>
              <a:t> </a:t>
            </a:r>
            <a:r>
              <a:rPr sz="2200" spc="-10" dirty="0">
                <a:solidFill>
                  <a:srgbClr val="273139"/>
                </a:solidFill>
                <a:latin typeface="Times New Roman"/>
                <a:cs typeface="Times New Roman"/>
              </a:rPr>
              <a:t>offers</a:t>
            </a:r>
            <a:r>
              <a:rPr sz="2200" spc="65" dirty="0">
                <a:solidFill>
                  <a:srgbClr val="273139"/>
                </a:solidFill>
                <a:latin typeface="Times New Roman"/>
                <a:cs typeface="Times New Roman"/>
              </a:rPr>
              <a:t> </a:t>
            </a:r>
            <a:r>
              <a:rPr sz="2200" dirty="0">
                <a:solidFill>
                  <a:srgbClr val="273139"/>
                </a:solidFill>
                <a:latin typeface="Times New Roman"/>
                <a:cs typeface="Times New Roman"/>
              </a:rPr>
              <a:t>high</a:t>
            </a:r>
            <a:r>
              <a:rPr sz="2200" spc="70" dirty="0">
                <a:solidFill>
                  <a:srgbClr val="273139"/>
                </a:solidFill>
                <a:latin typeface="Times New Roman"/>
                <a:cs typeface="Times New Roman"/>
              </a:rPr>
              <a:t> </a:t>
            </a:r>
            <a:r>
              <a:rPr sz="2200" spc="-55" dirty="0">
                <a:solidFill>
                  <a:srgbClr val="273139"/>
                </a:solidFill>
                <a:latin typeface="Times New Roman"/>
                <a:cs typeface="Times New Roman"/>
              </a:rPr>
              <a:t>durability,</a:t>
            </a:r>
            <a:r>
              <a:rPr sz="2200" spc="15" dirty="0">
                <a:solidFill>
                  <a:srgbClr val="273139"/>
                </a:solidFill>
                <a:latin typeface="Times New Roman"/>
                <a:cs typeface="Times New Roman"/>
              </a:rPr>
              <a:t> </a:t>
            </a:r>
            <a:r>
              <a:rPr sz="2200" spc="-114" dirty="0">
                <a:solidFill>
                  <a:srgbClr val="273139"/>
                </a:solidFill>
                <a:latin typeface="Times New Roman"/>
                <a:cs typeface="Times New Roman"/>
              </a:rPr>
              <a:t>availability,</a:t>
            </a:r>
            <a:r>
              <a:rPr sz="2200" spc="5" dirty="0">
                <a:solidFill>
                  <a:srgbClr val="273139"/>
                </a:solidFill>
                <a:latin typeface="Times New Roman"/>
                <a:cs typeface="Times New Roman"/>
              </a:rPr>
              <a:t> </a:t>
            </a:r>
            <a:r>
              <a:rPr sz="2200" spc="-25" dirty="0">
                <a:solidFill>
                  <a:srgbClr val="273139"/>
                </a:solidFill>
                <a:latin typeface="Times New Roman"/>
                <a:cs typeface="Times New Roman"/>
              </a:rPr>
              <a:t>and </a:t>
            </a:r>
            <a:r>
              <a:rPr sz="2200" spc="-20" dirty="0">
                <a:solidFill>
                  <a:srgbClr val="273139"/>
                </a:solidFill>
                <a:latin typeface="Times New Roman"/>
                <a:cs typeface="Times New Roman"/>
              </a:rPr>
              <a:t>performance</a:t>
            </a:r>
            <a:r>
              <a:rPr sz="2200" spc="100" dirty="0">
                <a:solidFill>
                  <a:srgbClr val="273139"/>
                </a:solidFill>
                <a:latin typeface="Times New Roman"/>
                <a:cs typeface="Times New Roman"/>
              </a:rPr>
              <a:t> </a:t>
            </a:r>
            <a:r>
              <a:rPr sz="2200" dirty="0">
                <a:solidFill>
                  <a:srgbClr val="273139"/>
                </a:solidFill>
                <a:latin typeface="Times New Roman"/>
                <a:cs typeface="Times New Roman"/>
              </a:rPr>
              <a:t>object</a:t>
            </a:r>
            <a:r>
              <a:rPr sz="2200" spc="90" dirty="0">
                <a:solidFill>
                  <a:srgbClr val="273139"/>
                </a:solidFill>
                <a:latin typeface="Times New Roman"/>
                <a:cs typeface="Times New Roman"/>
              </a:rPr>
              <a:t> </a:t>
            </a:r>
            <a:r>
              <a:rPr sz="2200" dirty="0">
                <a:solidFill>
                  <a:srgbClr val="273139"/>
                </a:solidFill>
                <a:latin typeface="Times New Roman"/>
                <a:cs typeface="Times New Roman"/>
              </a:rPr>
              <a:t>storage</a:t>
            </a:r>
            <a:r>
              <a:rPr sz="2200" spc="95" dirty="0">
                <a:solidFill>
                  <a:srgbClr val="273139"/>
                </a:solidFill>
                <a:latin typeface="Times New Roman"/>
                <a:cs typeface="Times New Roman"/>
              </a:rPr>
              <a:t> </a:t>
            </a:r>
            <a:r>
              <a:rPr sz="2200" dirty="0">
                <a:solidFill>
                  <a:srgbClr val="273139"/>
                </a:solidFill>
                <a:latin typeface="Times New Roman"/>
                <a:cs typeface="Times New Roman"/>
              </a:rPr>
              <a:t>for</a:t>
            </a:r>
            <a:r>
              <a:rPr sz="2200" spc="85" dirty="0">
                <a:solidFill>
                  <a:srgbClr val="273139"/>
                </a:solidFill>
                <a:latin typeface="Times New Roman"/>
                <a:cs typeface="Times New Roman"/>
              </a:rPr>
              <a:t> </a:t>
            </a:r>
            <a:r>
              <a:rPr sz="2200" spc="-20" dirty="0">
                <a:solidFill>
                  <a:srgbClr val="273139"/>
                </a:solidFill>
                <a:latin typeface="Times New Roman"/>
                <a:cs typeface="Times New Roman"/>
              </a:rPr>
              <a:t>frequently</a:t>
            </a:r>
            <a:r>
              <a:rPr sz="2200" spc="95" dirty="0">
                <a:solidFill>
                  <a:srgbClr val="273139"/>
                </a:solidFill>
                <a:latin typeface="Times New Roman"/>
                <a:cs typeface="Times New Roman"/>
              </a:rPr>
              <a:t> </a:t>
            </a:r>
            <a:r>
              <a:rPr sz="2200" spc="-35" dirty="0">
                <a:solidFill>
                  <a:srgbClr val="273139"/>
                </a:solidFill>
                <a:latin typeface="Times New Roman"/>
                <a:cs typeface="Times New Roman"/>
              </a:rPr>
              <a:t>accessed</a:t>
            </a:r>
            <a:r>
              <a:rPr sz="2200" spc="95" dirty="0">
                <a:solidFill>
                  <a:srgbClr val="273139"/>
                </a:solidFill>
                <a:latin typeface="Times New Roman"/>
                <a:cs typeface="Times New Roman"/>
              </a:rPr>
              <a:t> </a:t>
            </a:r>
            <a:r>
              <a:rPr sz="2200" dirty="0">
                <a:solidFill>
                  <a:srgbClr val="273139"/>
                </a:solidFill>
                <a:latin typeface="Times New Roman"/>
                <a:cs typeface="Times New Roman"/>
              </a:rPr>
              <a:t>data.</a:t>
            </a:r>
            <a:r>
              <a:rPr sz="2200" spc="40" dirty="0">
                <a:solidFill>
                  <a:srgbClr val="273139"/>
                </a:solidFill>
                <a:latin typeface="Times New Roman"/>
                <a:cs typeface="Times New Roman"/>
              </a:rPr>
              <a:t> </a:t>
            </a:r>
            <a:r>
              <a:rPr sz="2200" dirty="0">
                <a:solidFill>
                  <a:srgbClr val="273139"/>
                </a:solidFill>
                <a:latin typeface="Times New Roman"/>
                <a:cs typeface="Times New Roman"/>
              </a:rPr>
              <a:t>S3</a:t>
            </a:r>
            <a:r>
              <a:rPr sz="2200" spc="100" dirty="0">
                <a:solidFill>
                  <a:srgbClr val="273139"/>
                </a:solidFill>
                <a:latin typeface="Times New Roman"/>
                <a:cs typeface="Times New Roman"/>
              </a:rPr>
              <a:t> </a:t>
            </a:r>
            <a:r>
              <a:rPr sz="2200" spc="-20" dirty="0">
                <a:solidFill>
                  <a:srgbClr val="273139"/>
                </a:solidFill>
                <a:latin typeface="Times New Roman"/>
                <a:cs typeface="Times New Roman"/>
              </a:rPr>
              <a:t>Standard</a:t>
            </a:r>
            <a:r>
              <a:rPr sz="2200" spc="95" dirty="0">
                <a:solidFill>
                  <a:srgbClr val="273139"/>
                </a:solidFill>
                <a:latin typeface="Times New Roman"/>
                <a:cs typeface="Times New Roman"/>
              </a:rPr>
              <a:t> </a:t>
            </a:r>
            <a:r>
              <a:rPr sz="2200" spc="-25" dirty="0">
                <a:solidFill>
                  <a:srgbClr val="273139"/>
                </a:solidFill>
                <a:latin typeface="Times New Roman"/>
                <a:cs typeface="Times New Roman"/>
              </a:rPr>
              <a:t>is appropriate</a:t>
            </a:r>
            <a:r>
              <a:rPr sz="2200" spc="105" dirty="0">
                <a:solidFill>
                  <a:srgbClr val="273139"/>
                </a:solidFill>
                <a:latin typeface="Times New Roman"/>
                <a:cs typeface="Times New Roman"/>
              </a:rPr>
              <a:t> </a:t>
            </a:r>
            <a:r>
              <a:rPr sz="2200" dirty="0">
                <a:solidFill>
                  <a:srgbClr val="273139"/>
                </a:solidFill>
                <a:latin typeface="Times New Roman"/>
                <a:cs typeface="Times New Roman"/>
              </a:rPr>
              <a:t>for</a:t>
            </a:r>
            <a:r>
              <a:rPr sz="2200" spc="105" dirty="0">
                <a:solidFill>
                  <a:srgbClr val="273139"/>
                </a:solidFill>
                <a:latin typeface="Times New Roman"/>
                <a:cs typeface="Times New Roman"/>
              </a:rPr>
              <a:t> </a:t>
            </a:r>
            <a:r>
              <a:rPr sz="2200" dirty="0">
                <a:solidFill>
                  <a:srgbClr val="273139"/>
                </a:solidFill>
                <a:latin typeface="Times New Roman"/>
                <a:cs typeface="Times New Roman"/>
              </a:rPr>
              <a:t>a</a:t>
            </a:r>
            <a:r>
              <a:rPr sz="2200" spc="110" dirty="0">
                <a:solidFill>
                  <a:srgbClr val="273139"/>
                </a:solidFill>
                <a:latin typeface="Times New Roman"/>
                <a:cs typeface="Times New Roman"/>
              </a:rPr>
              <a:t> </a:t>
            </a:r>
            <a:r>
              <a:rPr sz="2200" dirty="0">
                <a:solidFill>
                  <a:srgbClr val="273139"/>
                </a:solidFill>
                <a:latin typeface="Times New Roman"/>
                <a:cs typeface="Times New Roman"/>
              </a:rPr>
              <a:t>wide</a:t>
            </a:r>
            <a:r>
              <a:rPr sz="2200" spc="114" dirty="0">
                <a:solidFill>
                  <a:srgbClr val="273139"/>
                </a:solidFill>
                <a:latin typeface="Times New Roman"/>
                <a:cs typeface="Times New Roman"/>
              </a:rPr>
              <a:t> </a:t>
            </a:r>
            <a:r>
              <a:rPr sz="2200" spc="-10" dirty="0">
                <a:solidFill>
                  <a:srgbClr val="273139"/>
                </a:solidFill>
                <a:latin typeface="Times New Roman"/>
                <a:cs typeface="Times New Roman"/>
              </a:rPr>
              <a:t>variety</a:t>
            </a:r>
            <a:r>
              <a:rPr sz="2200" spc="105" dirty="0">
                <a:solidFill>
                  <a:srgbClr val="273139"/>
                </a:solidFill>
                <a:latin typeface="Times New Roman"/>
                <a:cs typeface="Times New Roman"/>
              </a:rPr>
              <a:t> </a:t>
            </a:r>
            <a:r>
              <a:rPr sz="2200" dirty="0">
                <a:solidFill>
                  <a:srgbClr val="273139"/>
                </a:solidFill>
                <a:latin typeface="Times New Roman"/>
                <a:cs typeface="Times New Roman"/>
              </a:rPr>
              <a:t>of</a:t>
            </a:r>
            <a:r>
              <a:rPr sz="2200" spc="114" dirty="0">
                <a:solidFill>
                  <a:srgbClr val="273139"/>
                </a:solidFill>
                <a:latin typeface="Times New Roman"/>
                <a:cs typeface="Times New Roman"/>
              </a:rPr>
              <a:t> </a:t>
            </a:r>
            <a:r>
              <a:rPr sz="2200" dirty="0">
                <a:solidFill>
                  <a:srgbClr val="273139"/>
                </a:solidFill>
                <a:latin typeface="Times New Roman"/>
                <a:cs typeface="Times New Roman"/>
              </a:rPr>
              <a:t>use</a:t>
            </a:r>
            <a:r>
              <a:rPr sz="2200" spc="114" dirty="0">
                <a:solidFill>
                  <a:srgbClr val="273139"/>
                </a:solidFill>
                <a:latin typeface="Times New Roman"/>
                <a:cs typeface="Times New Roman"/>
              </a:rPr>
              <a:t> </a:t>
            </a:r>
            <a:r>
              <a:rPr sz="2200" spc="-20" dirty="0">
                <a:solidFill>
                  <a:srgbClr val="273139"/>
                </a:solidFill>
                <a:latin typeface="Times New Roman"/>
                <a:cs typeface="Times New Roman"/>
              </a:rPr>
              <a:t>cases,</a:t>
            </a:r>
            <a:r>
              <a:rPr sz="2200" spc="55" dirty="0">
                <a:solidFill>
                  <a:srgbClr val="273139"/>
                </a:solidFill>
                <a:latin typeface="Times New Roman"/>
                <a:cs typeface="Times New Roman"/>
              </a:rPr>
              <a:t> </a:t>
            </a:r>
            <a:r>
              <a:rPr sz="2200" spc="-45" dirty="0">
                <a:solidFill>
                  <a:srgbClr val="273139"/>
                </a:solidFill>
                <a:latin typeface="Times New Roman"/>
                <a:cs typeface="Times New Roman"/>
              </a:rPr>
              <a:t>including</a:t>
            </a:r>
            <a:r>
              <a:rPr sz="2200" spc="114" dirty="0">
                <a:solidFill>
                  <a:srgbClr val="273139"/>
                </a:solidFill>
                <a:latin typeface="Times New Roman"/>
                <a:cs typeface="Times New Roman"/>
              </a:rPr>
              <a:t> </a:t>
            </a:r>
            <a:r>
              <a:rPr sz="2200" dirty="0">
                <a:solidFill>
                  <a:srgbClr val="273139"/>
                </a:solidFill>
                <a:latin typeface="Times New Roman"/>
                <a:cs typeface="Times New Roman"/>
              </a:rPr>
              <a:t>cloud</a:t>
            </a:r>
            <a:r>
              <a:rPr sz="2200" spc="110" dirty="0">
                <a:solidFill>
                  <a:srgbClr val="273139"/>
                </a:solidFill>
                <a:latin typeface="Times New Roman"/>
                <a:cs typeface="Times New Roman"/>
              </a:rPr>
              <a:t> </a:t>
            </a:r>
            <a:r>
              <a:rPr sz="2200" spc="-80" dirty="0">
                <a:solidFill>
                  <a:srgbClr val="273139"/>
                </a:solidFill>
                <a:latin typeface="Times New Roman"/>
                <a:cs typeface="Times New Roman"/>
              </a:rPr>
              <a:t>applications, </a:t>
            </a:r>
            <a:r>
              <a:rPr sz="2200" spc="-105" dirty="0">
                <a:solidFill>
                  <a:srgbClr val="273139"/>
                </a:solidFill>
                <a:latin typeface="Times New Roman"/>
                <a:cs typeface="Times New Roman"/>
              </a:rPr>
              <a:t>dynamic</a:t>
            </a:r>
            <a:r>
              <a:rPr sz="2200" spc="-25" dirty="0">
                <a:solidFill>
                  <a:srgbClr val="273139"/>
                </a:solidFill>
                <a:latin typeface="Times New Roman"/>
                <a:cs typeface="Times New Roman"/>
              </a:rPr>
              <a:t> </a:t>
            </a:r>
            <a:r>
              <a:rPr sz="2200" spc="-75" dirty="0">
                <a:solidFill>
                  <a:srgbClr val="273139"/>
                </a:solidFill>
                <a:latin typeface="Times New Roman"/>
                <a:cs typeface="Times New Roman"/>
              </a:rPr>
              <a:t>websites,</a:t>
            </a:r>
            <a:r>
              <a:rPr sz="2200" spc="-65" dirty="0">
                <a:solidFill>
                  <a:srgbClr val="273139"/>
                </a:solidFill>
                <a:latin typeface="Times New Roman"/>
                <a:cs typeface="Times New Roman"/>
              </a:rPr>
              <a:t> </a:t>
            </a:r>
            <a:r>
              <a:rPr sz="2200" spc="-20" dirty="0">
                <a:solidFill>
                  <a:srgbClr val="273139"/>
                </a:solidFill>
                <a:latin typeface="Times New Roman"/>
                <a:cs typeface="Times New Roman"/>
              </a:rPr>
              <a:t>content</a:t>
            </a:r>
            <a:r>
              <a:rPr sz="2200" dirty="0">
                <a:solidFill>
                  <a:srgbClr val="273139"/>
                </a:solidFill>
                <a:latin typeface="Times New Roman"/>
                <a:cs typeface="Times New Roman"/>
              </a:rPr>
              <a:t> </a:t>
            </a:r>
            <a:r>
              <a:rPr sz="2200" spc="-50" dirty="0">
                <a:solidFill>
                  <a:srgbClr val="273139"/>
                </a:solidFill>
                <a:latin typeface="Times New Roman"/>
                <a:cs typeface="Times New Roman"/>
              </a:rPr>
              <a:t>distribution,</a:t>
            </a:r>
            <a:r>
              <a:rPr sz="2200" spc="-70" dirty="0">
                <a:solidFill>
                  <a:srgbClr val="273139"/>
                </a:solidFill>
                <a:latin typeface="Times New Roman"/>
                <a:cs typeface="Times New Roman"/>
              </a:rPr>
              <a:t> </a:t>
            </a:r>
            <a:r>
              <a:rPr sz="2200" spc="-45" dirty="0">
                <a:solidFill>
                  <a:srgbClr val="273139"/>
                </a:solidFill>
                <a:latin typeface="Times New Roman"/>
                <a:cs typeface="Times New Roman"/>
              </a:rPr>
              <a:t>mobile</a:t>
            </a:r>
            <a:r>
              <a:rPr sz="2200" spc="-10" dirty="0">
                <a:solidFill>
                  <a:srgbClr val="273139"/>
                </a:solidFill>
                <a:latin typeface="Times New Roman"/>
                <a:cs typeface="Times New Roman"/>
              </a:rPr>
              <a:t> </a:t>
            </a:r>
            <a:r>
              <a:rPr sz="2200" dirty="0">
                <a:solidFill>
                  <a:srgbClr val="273139"/>
                </a:solidFill>
                <a:latin typeface="Times New Roman"/>
                <a:cs typeface="Times New Roman"/>
              </a:rPr>
              <a:t>and</a:t>
            </a:r>
            <a:r>
              <a:rPr sz="2200" spc="-5" dirty="0">
                <a:solidFill>
                  <a:srgbClr val="273139"/>
                </a:solidFill>
                <a:latin typeface="Times New Roman"/>
                <a:cs typeface="Times New Roman"/>
              </a:rPr>
              <a:t> </a:t>
            </a:r>
            <a:r>
              <a:rPr sz="2200" spc="-105" dirty="0">
                <a:solidFill>
                  <a:srgbClr val="273139"/>
                </a:solidFill>
                <a:latin typeface="Times New Roman"/>
                <a:cs typeface="Times New Roman"/>
              </a:rPr>
              <a:t>gaming</a:t>
            </a:r>
            <a:r>
              <a:rPr sz="2200" spc="-15" dirty="0">
                <a:solidFill>
                  <a:srgbClr val="273139"/>
                </a:solidFill>
                <a:latin typeface="Times New Roman"/>
                <a:cs typeface="Times New Roman"/>
              </a:rPr>
              <a:t> </a:t>
            </a:r>
            <a:r>
              <a:rPr sz="2200" spc="-90" dirty="0">
                <a:solidFill>
                  <a:srgbClr val="273139"/>
                </a:solidFill>
                <a:latin typeface="Times New Roman"/>
                <a:cs typeface="Times New Roman"/>
              </a:rPr>
              <a:t>applications,</a:t>
            </a:r>
            <a:r>
              <a:rPr sz="2200" spc="-45" dirty="0">
                <a:solidFill>
                  <a:srgbClr val="273139"/>
                </a:solidFill>
                <a:latin typeface="Times New Roman"/>
                <a:cs typeface="Times New Roman"/>
              </a:rPr>
              <a:t> </a:t>
            </a:r>
            <a:r>
              <a:rPr sz="2200" spc="-25" dirty="0">
                <a:solidFill>
                  <a:srgbClr val="273139"/>
                </a:solidFill>
                <a:latin typeface="Times New Roman"/>
                <a:cs typeface="Times New Roman"/>
              </a:rPr>
              <a:t>and </a:t>
            </a:r>
            <a:r>
              <a:rPr sz="2200" spc="-150" dirty="0">
                <a:solidFill>
                  <a:srgbClr val="273139"/>
                </a:solidFill>
                <a:latin typeface="Times New Roman"/>
                <a:cs typeface="Times New Roman"/>
              </a:rPr>
              <a:t>big</a:t>
            </a:r>
            <a:r>
              <a:rPr sz="2200" spc="-25" dirty="0">
                <a:solidFill>
                  <a:srgbClr val="273139"/>
                </a:solidFill>
                <a:latin typeface="Times New Roman"/>
                <a:cs typeface="Times New Roman"/>
              </a:rPr>
              <a:t> </a:t>
            </a:r>
            <a:r>
              <a:rPr sz="2200" spc="-120" dirty="0">
                <a:solidFill>
                  <a:srgbClr val="273139"/>
                </a:solidFill>
                <a:latin typeface="Times New Roman"/>
                <a:cs typeface="Times New Roman"/>
              </a:rPr>
              <a:t>data</a:t>
            </a:r>
            <a:r>
              <a:rPr sz="2200" spc="-35" dirty="0">
                <a:solidFill>
                  <a:srgbClr val="273139"/>
                </a:solidFill>
                <a:latin typeface="Times New Roman"/>
                <a:cs typeface="Times New Roman"/>
              </a:rPr>
              <a:t> </a:t>
            </a:r>
            <a:r>
              <a:rPr sz="2200" spc="-25" dirty="0">
                <a:solidFill>
                  <a:srgbClr val="273139"/>
                </a:solidFill>
                <a:latin typeface="Times New Roman"/>
                <a:cs typeface="Times New Roman"/>
              </a:rPr>
              <a:t>analytics.</a:t>
            </a:r>
            <a:endParaRPr sz="2200">
              <a:latin typeface="Times New Roman"/>
              <a:cs typeface="Times New Roman"/>
            </a:endParaRPr>
          </a:p>
          <a:p>
            <a:pPr marL="286385" marR="5080" indent="-274320" algn="just">
              <a:lnSpc>
                <a:spcPct val="100000"/>
              </a:lnSpc>
              <a:spcBef>
                <a:spcPts val="1405"/>
              </a:spcBef>
              <a:buClr>
                <a:srgbClr val="D24717"/>
              </a:buClr>
              <a:buSzPct val="84090"/>
              <a:buFont typeface="Segoe UI Symbol"/>
              <a:buChar char="⚫"/>
              <a:tabLst>
                <a:tab pos="286385" algn="l"/>
              </a:tabLst>
            </a:pPr>
            <a:r>
              <a:rPr sz="2200" spc="-165" dirty="0">
                <a:solidFill>
                  <a:srgbClr val="273139"/>
                </a:solidFill>
                <a:latin typeface="Times New Roman"/>
                <a:cs typeface="Times New Roman"/>
              </a:rPr>
              <a:t>Mainly</a:t>
            </a:r>
            <a:r>
              <a:rPr sz="2200" spc="705" dirty="0">
                <a:solidFill>
                  <a:srgbClr val="273139"/>
                </a:solidFill>
                <a:latin typeface="Times New Roman"/>
                <a:cs typeface="Times New Roman"/>
              </a:rPr>
              <a:t> </a:t>
            </a:r>
            <a:r>
              <a:rPr sz="2200" spc="-45" dirty="0">
                <a:solidFill>
                  <a:srgbClr val="273139"/>
                </a:solidFill>
                <a:latin typeface="Times New Roman"/>
                <a:cs typeface="Times New Roman"/>
              </a:rPr>
              <a:t>it</a:t>
            </a:r>
            <a:r>
              <a:rPr sz="2200" spc="715" dirty="0">
                <a:solidFill>
                  <a:srgbClr val="273139"/>
                </a:solidFill>
                <a:latin typeface="Times New Roman"/>
                <a:cs typeface="Times New Roman"/>
              </a:rPr>
              <a:t> </a:t>
            </a:r>
            <a:r>
              <a:rPr sz="2200" spc="-140" dirty="0">
                <a:solidFill>
                  <a:srgbClr val="273139"/>
                </a:solidFill>
                <a:latin typeface="Times New Roman"/>
                <a:cs typeface="Times New Roman"/>
              </a:rPr>
              <a:t>is</a:t>
            </a:r>
            <a:r>
              <a:rPr sz="2200" spc="730" dirty="0">
                <a:solidFill>
                  <a:srgbClr val="273139"/>
                </a:solidFill>
                <a:latin typeface="Times New Roman"/>
                <a:cs typeface="Times New Roman"/>
              </a:rPr>
              <a:t> </a:t>
            </a:r>
            <a:r>
              <a:rPr sz="2200" spc="-114" dirty="0">
                <a:solidFill>
                  <a:srgbClr val="273139"/>
                </a:solidFill>
                <a:latin typeface="Times New Roman"/>
                <a:cs typeface="Times New Roman"/>
              </a:rPr>
              <a:t>used</a:t>
            </a:r>
            <a:r>
              <a:rPr sz="2200" spc="720" dirty="0">
                <a:solidFill>
                  <a:srgbClr val="273139"/>
                </a:solidFill>
                <a:latin typeface="Times New Roman"/>
                <a:cs typeface="Times New Roman"/>
              </a:rPr>
              <a:t> </a:t>
            </a:r>
            <a:r>
              <a:rPr sz="2200" spc="-85" dirty="0">
                <a:solidFill>
                  <a:srgbClr val="273139"/>
                </a:solidFill>
                <a:latin typeface="Times New Roman"/>
                <a:cs typeface="Times New Roman"/>
              </a:rPr>
              <a:t>for</a:t>
            </a:r>
            <a:r>
              <a:rPr sz="2200" spc="725" dirty="0">
                <a:solidFill>
                  <a:srgbClr val="273139"/>
                </a:solidFill>
                <a:latin typeface="Times New Roman"/>
                <a:cs typeface="Times New Roman"/>
              </a:rPr>
              <a:t> </a:t>
            </a:r>
            <a:r>
              <a:rPr sz="2200" spc="-105" dirty="0">
                <a:solidFill>
                  <a:srgbClr val="273139"/>
                </a:solidFill>
                <a:latin typeface="Times New Roman"/>
                <a:cs typeface="Times New Roman"/>
              </a:rPr>
              <a:t>general</a:t>
            </a:r>
            <a:r>
              <a:rPr sz="2200" spc="710" dirty="0">
                <a:solidFill>
                  <a:srgbClr val="273139"/>
                </a:solidFill>
                <a:latin typeface="Times New Roman"/>
                <a:cs typeface="Times New Roman"/>
              </a:rPr>
              <a:t> </a:t>
            </a:r>
            <a:r>
              <a:rPr sz="2200" spc="-95" dirty="0">
                <a:solidFill>
                  <a:srgbClr val="273139"/>
                </a:solidFill>
                <a:latin typeface="Times New Roman"/>
                <a:cs typeface="Times New Roman"/>
              </a:rPr>
              <a:t>purposes</a:t>
            </a:r>
            <a:r>
              <a:rPr sz="2200" spc="725" dirty="0">
                <a:solidFill>
                  <a:srgbClr val="273139"/>
                </a:solidFill>
                <a:latin typeface="Times New Roman"/>
                <a:cs typeface="Times New Roman"/>
              </a:rPr>
              <a:t> </a:t>
            </a:r>
            <a:r>
              <a:rPr sz="2200" spc="-100" dirty="0">
                <a:solidFill>
                  <a:srgbClr val="273139"/>
                </a:solidFill>
                <a:latin typeface="Times New Roman"/>
                <a:cs typeface="Times New Roman"/>
              </a:rPr>
              <a:t>in</a:t>
            </a:r>
            <a:r>
              <a:rPr sz="2200" spc="720" dirty="0">
                <a:solidFill>
                  <a:srgbClr val="273139"/>
                </a:solidFill>
                <a:latin typeface="Times New Roman"/>
                <a:cs typeface="Times New Roman"/>
              </a:rPr>
              <a:t> </a:t>
            </a:r>
            <a:r>
              <a:rPr sz="2200" spc="-50" dirty="0">
                <a:solidFill>
                  <a:srgbClr val="273139"/>
                </a:solidFill>
                <a:latin typeface="Times New Roman"/>
                <a:cs typeface="Times New Roman"/>
              </a:rPr>
              <a:t>order</a:t>
            </a:r>
            <a:r>
              <a:rPr sz="2200" spc="720" dirty="0">
                <a:solidFill>
                  <a:srgbClr val="273139"/>
                </a:solidFill>
                <a:latin typeface="Times New Roman"/>
                <a:cs typeface="Times New Roman"/>
              </a:rPr>
              <a:t> </a:t>
            </a:r>
            <a:r>
              <a:rPr sz="2200" spc="-40" dirty="0">
                <a:solidFill>
                  <a:srgbClr val="273139"/>
                </a:solidFill>
                <a:latin typeface="Times New Roman"/>
                <a:cs typeface="Times New Roman"/>
              </a:rPr>
              <a:t>to</a:t>
            </a:r>
            <a:r>
              <a:rPr sz="2200" spc="735" dirty="0">
                <a:solidFill>
                  <a:srgbClr val="273139"/>
                </a:solidFill>
                <a:latin typeface="Times New Roman"/>
                <a:cs typeface="Times New Roman"/>
              </a:rPr>
              <a:t> </a:t>
            </a:r>
            <a:r>
              <a:rPr sz="2200" spc="-120" dirty="0">
                <a:solidFill>
                  <a:srgbClr val="273139"/>
                </a:solidFill>
                <a:latin typeface="Times New Roman"/>
                <a:cs typeface="Times New Roman"/>
              </a:rPr>
              <a:t>maintain</a:t>
            </a:r>
            <a:r>
              <a:rPr sz="2200" spc="715" dirty="0">
                <a:solidFill>
                  <a:srgbClr val="273139"/>
                </a:solidFill>
                <a:latin typeface="Times New Roman"/>
                <a:cs typeface="Times New Roman"/>
              </a:rPr>
              <a:t> </a:t>
            </a:r>
            <a:r>
              <a:rPr sz="2200" spc="-105" dirty="0">
                <a:solidFill>
                  <a:srgbClr val="273139"/>
                </a:solidFill>
                <a:latin typeface="Times New Roman"/>
                <a:cs typeface="Times New Roman"/>
              </a:rPr>
              <a:t>durability,</a:t>
            </a:r>
            <a:r>
              <a:rPr sz="2200" spc="85" dirty="0">
                <a:solidFill>
                  <a:srgbClr val="273139"/>
                </a:solidFill>
                <a:latin typeface="Times New Roman"/>
                <a:cs typeface="Times New Roman"/>
              </a:rPr>
              <a:t> </a:t>
            </a:r>
            <a:r>
              <a:rPr sz="2200" spc="-140" dirty="0">
                <a:solidFill>
                  <a:srgbClr val="273139"/>
                </a:solidFill>
                <a:latin typeface="Times New Roman"/>
                <a:cs typeface="Times New Roman"/>
              </a:rPr>
              <a:t>availability,</a:t>
            </a:r>
            <a:r>
              <a:rPr sz="2200" spc="365" dirty="0">
                <a:solidFill>
                  <a:srgbClr val="273139"/>
                </a:solidFill>
                <a:latin typeface="Times New Roman"/>
                <a:cs typeface="Times New Roman"/>
              </a:rPr>
              <a:t> </a:t>
            </a:r>
            <a:r>
              <a:rPr sz="2200" spc="-130" dirty="0">
                <a:solidFill>
                  <a:srgbClr val="273139"/>
                </a:solidFill>
                <a:latin typeface="Times New Roman"/>
                <a:cs typeface="Times New Roman"/>
              </a:rPr>
              <a:t>and</a:t>
            </a:r>
            <a:r>
              <a:rPr sz="2200" spc="470" dirty="0">
                <a:solidFill>
                  <a:srgbClr val="273139"/>
                </a:solidFill>
                <a:latin typeface="Times New Roman"/>
                <a:cs typeface="Times New Roman"/>
              </a:rPr>
              <a:t> </a:t>
            </a:r>
            <a:r>
              <a:rPr sz="2200" spc="-95" dirty="0">
                <a:solidFill>
                  <a:srgbClr val="273139"/>
                </a:solidFill>
                <a:latin typeface="Times New Roman"/>
                <a:cs typeface="Times New Roman"/>
              </a:rPr>
              <a:t>performance</a:t>
            </a:r>
            <a:r>
              <a:rPr sz="2200" spc="475" dirty="0">
                <a:solidFill>
                  <a:srgbClr val="273139"/>
                </a:solidFill>
                <a:latin typeface="Times New Roman"/>
                <a:cs typeface="Times New Roman"/>
              </a:rPr>
              <a:t> </a:t>
            </a:r>
            <a:r>
              <a:rPr sz="2200" spc="-40" dirty="0">
                <a:solidFill>
                  <a:srgbClr val="273139"/>
                </a:solidFill>
                <a:latin typeface="Times New Roman"/>
                <a:cs typeface="Times New Roman"/>
              </a:rPr>
              <a:t>to</a:t>
            </a:r>
            <a:r>
              <a:rPr sz="2200" spc="470" dirty="0">
                <a:solidFill>
                  <a:srgbClr val="273139"/>
                </a:solidFill>
                <a:latin typeface="Times New Roman"/>
                <a:cs typeface="Times New Roman"/>
              </a:rPr>
              <a:t> </a:t>
            </a:r>
            <a:r>
              <a:rPr sz="2200" spc="-180" dirty="0">
                <a:solidFill>
                  <a:srgbClr val="273139"/>
                </a:solidFill>
                <a:latin typeface="Times New Roman"/>
                <a:cs typeface="Times New Roman"/>
              </a:rPr>
              <a:t>a</a:t>
            </a:r>
            <a:r>
              <a:rPr sz="2200" spc="470" dirty="0">
                <a:solidFill>
                  <a:srgbClr val="273139"/>
                </a:solidFill>
                <a:latin typeface="Times New Roman"/>
                <a:cs typeface="Times New Roman"/>
              </a:rPr>
              <a:t> </a:t>
            </a:r>
            <a:r>
              <a:rPr sz="2200" spc="-114" dirty="0">
                <a:solidFill>
                  <a:srgbClr val="273139"/>
                </a:solidFill>
                <a:latin typeface="Times New Roman"/>
                <a:cs typeface="Times New Roman"/>
              </a:rPr>
              <a:t>higher</a:t>
            </a:r>
            <a:r>
              <a:rPr sz="2200" spc="480" dirty="0">
                <a:solidFill>
                  <a:srgbClr val="273139"/>
                </a:solidFill>
                <a:latin typeface="Times New Roman"/>
                <a:cs typeface="Times New Roman"/>
              </a:rPr>
              <a:t> </a:t>
            </a:r>
            <a:r>
              <a:rPr sz="2200" spc="-40" dirty="0">
                <a:solidFill>
                  <a:srgbClr val="273139"/>
                </a:solidFill>
                <a:latin typeface="Times New Roman"/>
                <a:cs typeface="Times New Roman"/>
              </a:rPr>
              <a:t>extent.</a:t>
            </a:r>
            <a:r>
              <a:rPr sz="2200" spc="380" dirty="0">
                <a:solidFill>
                  <a:srgbClr val="273139"/>
                </a:solidFill>
                <a:latin typeface="Times New Roman"/>
                <a:cs typeface="Times New Roman"/>
              </a:rPr>
              <a:t> </a:t>
            </a:r>
            <a:r>
              <a:rPr sz="2200" spc="-105" dirty="0">
                <a:solidFill>
                  <a:srgbClr val="273139"/>
                </a:solidFill>
                <a:latin typeface="Times New Roman"/>
                <a:cs typeface="Times New Roman"/>
              </a:rPr>
              <a:t>Its</a:t>
            </a:r>
            <a:r>
              <a:rPr sz="2200" spc="465" dirty="0">
                <a:solidFill>
                  <a:srgbClr val="273139"/>
                </a:solidFill>
                <a:latin typeface="Times New Roman"/>
                <a:cs typeface="Times New Roman"/>
              </a:rPr>
              <a:t> </a:t>
            </a:r>
            <a:r>
              <a:rPr sz="2200" spc="-114" dirty="0">
                <a:solidFill>
                  <a:srgbClr val="273139"/>
                </a:solidFill>
                <a:latin typeface="Times New Roman"/>
                <a:cs typeface="Times New Roman"/>
              </a:rPr>
              <a:t>applications</a:t>
            </a:r>
            <a:r>
              <a:rPr sz="2200" spc="470" dirty="0">
                <a:solidFill>
                  <a:srgbClr val="273139"/>
                </a:solidFill>
                <a:latin typeface="Times New Roman"/>
                <a:cs typeface="Times New Roman"/>
              </a:rPr>
              <a:t> </a:t>
            </a:r>
            <a:r>
              <a:rPr sz="2200" spc="-90" dirty="0">
                <a:solidFill>
                  <a:srgbClr val="273139"/>
                </a:solidFill>
                <a:latin typeface="Times New Roman"/>
                <a:cs typeface="Times New Roman"/>
              </a:rPr>
              <a:t>are</a:t>
            </a:r>
            <a:r>
              <a:rPr sz="2200" spc="480" dirty="0">
                <a:solidFill>
                  <a:srgbClr val="273139"/>
                </a:solidFill>
                <a:latin typeface="Times New Roman"/>
                <a:cs typeface="Times New Roman"/>
              </a:rPr>
              <a:t> </a:t>
            </a:r>
            <a:r>
              <a:rPr sz="2200" spc="-105" dirty="0">
                <a:solidFill>
                  <a:srgbClr val="273139"/>
                </a:solidFill>
                <a:latin typeface="Times New Roman"/>
                <a:cs typeface="Times New Roman"/>
              </a:rPr>
              <a:t>cloud</a:t>
            </a:r>
            <a:r>
              <a:rPr sz="2200" spc="-50" dirty="0">
                <a:solidFill>
                  <a:srgbClr val="273139"/>
                </a:solidFill>
                <a:latin typeface="Times New Roman"/>
                <a:cs typeface="Times New Roman"/>
              </a:rPr>
              <a:t> </a:t>
            </a:r>
            <a:r>
              <a:rPr sz="2200" spc="-105" dirty="0">
                <a:solidFill>
                  <a:srgbClr val="273139"/>
                </a:solidFill>
                <a:latin typeface="Times New Roman"/>
                <a:cs typeface="Times New Roman"/>
              </a:rPr>
              <a:t>applications,</a:t>
            </a:r>
            <a:r>
              <a:rPr sz="2200" spc="10" dirty="0">
                <a:solidFill>
                  <a:srgbClr val="273139"/>
                </a:solidFill>
                <a:latin typeface="Times New Roman"/>
                <a:cs typeface="Times New Roman"/>
              </a:rPr>
              <a:t> </a:t>
            </a:r>
            <a:r>
              <a:rPr sz="2200" spc="-140" dirty="0">
                <a:solidFill>
                  <a:srgbClr val="273139"/>
                </a:solidFill>
                <a:latin typeface="Times New Roman"/>
                <a:cs typeface="Times New Roman"/>
              </a:rPr>
              <a:t>dynamic</a:t>
            </a:r>
            <a:r>
              <a:rPr sz="2200" spc="95" dirty="0">
                <a:solidFill>
                  <a:srgbClr val="273139"/>
                </a:solidFill>
                <a:latin typeface="Times New Roman"/>
                <a:cs typeface="Times New Roman"/>
              </a:rPr>
              <a:t> </a:t>
            </a:r>
            <a:r>
              <a:rPr sz="2200" spc="-100" dirty="0">
                <a:solidFill>
                  <a:srgbClr val="273139"/>
                </a:solidFill>
                <a:latin typeface="Times New Roman"/>
                <a:cs typeface="Times New Roman"/>
              </a:rPr>
              <a:t>websites,</a:t>
            </a:r>
            <a:r>
              <a:rPr sz="2200" spc="5" dirty="0">
                <a:solidFill>
                  <a:srgbClr val="273139"/>
                </a:solidFill>
                <a:latin typeface="Times New Roman"/>
                <a:cs typeface="Times New Roman"/>
              </a:rPr>
              <a:t> </a:t>
            </a:r>
            <a:r>
              <a:rPr sz="2200" spc="-65" dirty="0">
                <a:solidFill>
                  <a:srgbClr val="273139"/>
                </a:solidFill>
                <a:latin typeface="Times New Roman"/>
                <a:cs typeface="Times New Roman"/>
              </a:rPr>
              <a:t>content</a:t>
            </a:r>
            <a:r>
              <a:rPr sz="2200" spc="95" dirty="0">
                <a:solidFill>
                  <a:srgbClr val="273139"/>
                </a:solidFill>
                <a:latin typeface="Times New Roman"/>
                <a:cs typeface="Times New Roman"/>
              </a:rPr>
              <a:t> </a:t>
            </a:r>
            <a:r>
              <a:rPr sz="2200" spc="-70" dirty="0">
                <a:solidFill>
                  <a:srgbClr val="273139"/>
                </a:solidFill>
                <a:latin typeface="Times New Roman"/>
                <a:cs typeface="Times New Roman"/>
              </a:rPr>
              <a:t>distribution,</a:t>
            </a:r>
            <a:r>
              <a:rPr sz="2200" spc="15" dirty="0">
                <a:solidFill>
                  <a:srgbClr val="273139"/>
                </a:solidFill>
                <a:latin typeface="Times New Roman"/>
                <a:cs typeface="Times New Roman"/>
              </a:rPr>
              <a:t> </a:t>
            </a:r>
            <a:r>
              <a:rPr sz="2200" spc="-110" dirty="0">
                <a:solidFill>
                  <a:srgbClr val="273139"/>
                </a:solidFill>
                <a:latin typeface="Times New Roman"/>
                <a:cs typeface="Times New Roman"/>
              </a:rPr>
              <a:t>mobile</a:t>
            </a:r>
            <a:r>
              <a:rPr sz="2200" spc="80" dirty="0">
                <a:solidFill>
                  <a:srgbClr val="273139"/>
                </a:solidFill>
                <a:latin typeface="Times New Roman"/>
                <a:cs typeface="Times New Roman"/>
              </a:rPr>
              <a:t> </a:t>
            </a:r>
            <a:r>
              <a:rPr sz="2200" spc="-380" dirty="0">
                <a:solidFill>
                  <a:srgbClr val="273139"/>
                </a:solidFill>
                <a:latin typeface="Times New Roman"/>
                <a:cs typeface="Times New Roman"/>
              </a:rPr>
              <a:t>&amp;</a:t>
            </a:r>
            <a:r>
              <a:rPr sz="2200" spc="90" dirty="0">
                <a:solidFill>
                  <a:srgbClr val="273139"/>
                </a:solidFill>
                <a:latin typeface="Times New Roman"/>
                <a:cs typeface="Times New Roman"/>
              </a:rPr>
              <a:t> </a:t>
            </a:r>
            <a:r>
              <a:rPr sz="2200" spc="-150" dirty="0">
                <a:solidFill>
                  <a:srgbClr val="273139"/>
                </a:solidFill>
                <a:latin typeface="Times New Roman"/>
                <a:cs typeface="Times New Roman"/>
              </a:rPr>
              <a:t>gaming</a:t>
            </a:r>
            <a:r>
              <a:rPr sz="2200" spc="95" dirty="0">
                <a:solidFill>
                  <a:srgbClr val="273139"/>
                </a:solidFill>
                <a:latin typeface="Times New Roman"/>
                <a:cs typeface="Times New Roman"/>
              </a:rPr>
              <a:t> </a:t>
            </a:r>
            <a:r>
              <a:rPr sz="2200" spc="-135" dirty="0">
                <a:solidFill>
                  <a:srgbClr val="273139"/>
                </a:solidFill>
                <a:latin typeface="Times New Roman"/>
                <a:cs typeface="Times New Roman"/>
              </a:rPr>
              <a:t>apps</a:t>
            </a:r>
            <a:r>
              <a:rPr sz="2200" spc="85" dirty="0">
                <a:solidFill>
                  <a:srgbClr val="273139"/>
                </a:solidFill>
                <a:latin typeface="Times New Roman"/>
                <a:cs typeface="Times New Roman"/>
              </a:rPr>
              <a:t> </a:t>
            </a:r>
            <a:r>
              <a:rPr sz="2200" spc="-175" dirty="0">
                <a:solidFill>
                  <a:srgbClr val="273139"/>
                </a:solidFill>
                <a:latin typeface="Times New Roman"/>
                <a:cs typeface="Times New Roman"/>
              </a:rPr>
              <a:t>as</a:t>
            </a:r>
            <a:r>
              <a:rPr sz="2200" spc="-105" dirty="0">
                <a:solidFill>
                  <a:srgbClr val="273139"/>
                </a:solidFill>
                <a:latin typeface="Times New Roman"/>
                <a:cs typeface="Times New Roman"/>
              </a:rPr>
              <a:t> </a:t>
            </a:r>
            <a:r>
              <a:rPr sz="2200" spc="-120" dirty="0">
                <a:solidFill>
                  <a:srgbClr val="273139"/>
                </a:solidFill>
                <a:latin typeface="Times New Roman"/>
                <a:cs typeface="Times New Roman"/>
              </a:rPr>
              <a:t>well</a:t>
            </a:r>
            <a:r>
              <a:rPr sz="2200" spc="-60" dirty="0">
                <a:solidFill>
                  <a:srgbClr val="273139"/>
                </a:solidFill>
                <a:latin typeface="Times New Roman"/>
                <a:cs typeface="Times New Roman"/>
              </a:rPr>
              <a:t> </a:t>
            </a:r>
            <a:r>
              <a:rPr sz="2200" spc="-175" dirty="0">
                <a:solidFill>
                  <a:srgbClr val="273139"/>
                </a:solidFill>
                <a:latin typeface="Times New Roman"/>
                <a:cs typeface="Times New Roman"/>
              </a:rPr>
              <a:t>as</a:t>
            </a:r>
            <a:r>
              <a:rPr sz="2200" spc="-65" dirty="0">
                <a:solidFill>
                  <a:srgbClr val="273139"/>
                </a:solidFill>
                <a:latin typeface="Times New Roman"/>
                <a:cs typeface="Times New Roman"/>
              </a:rPr>
              <a:t> </a:t>
            </a:r>
            <a:r>
              <a:rPr sz="2200" spc="-145" dirty="0">
                <a:solidFill>
                  <a:srgbClr val="273139"/>
                </a:solidFill>
                <a:latin typeface="Times New Roman"/>
                <a:cs typeface="Times New Roman"/>
              </a:rPr>
              <a:t>big</a:t>
            </a:r>
            <a:r>
              <a:rPr sz="2200" spc="-55" dirty="0">
                <a:solidFill>
                  <a:srgbClr val="273139"/>
                </a:solidFill>
                <a:latin typeface="Times New Roman"/>
                <a:cs typeface="Times New Roman"/>
              </a:rPr>
              <a:t> </a:t>
            </a:r>
            <a:r>
              <a:rPr sz="2200" spc="-114" dirty="0">
                <a:solidFill>
                  <a:srgbClr val="273139"/>
                </a:solidFill>
                <a:latin typeface="Times New Roman"/>
                <a:cs typeface="Times New Roman"/>
              </a:rPr>
              <a:t>data</a:t>
            </a:r>
            <a:r>
              <a:rPr sz="2200" spc="-50" dirty="0">
                <a:solidFill>
                  <a:srgbClr val="273139"/>
                </a:solidFill>
                <a:latin typeface="Times New Roman"/>
                <a:cs typeface="Times New Roman"/>
              </a:rPr>
              <a:t> </a:t>
            </a:r>
            <a:r>
              <a:rPr sz="2200" spc="-160" dirty="0">
                <a:solidFill>
                  <a:srgbClr val="273139"/>
                </a:solidFill>
                <a:latin typeface="Times New Roman"/>
                <a:cs typeface="Times New Roman"/>
              </a:rPr>
              <a:t>analysis</a:t>
            </a:r>
            <a:r>
              <a:rPr sz="2200" spc="-65" dirty="0">
                <a:solidFill>
                  <a:srgbClr val="273139"/>
                </a:solidFill>
                <a:latin typeface="Times New Roman"/>
                <a:cs typeface="Times New Roman"/>
              </a:rPr>
              <a:t> </a:t>
            </a:r>
            <a:r>
              <a:rPr sz="2200" spc="-50" dirty="0">
                <a:solidFill>
                  <a:srgbClr val="273139"/>
                </a:solidFill>
                <a:latin typeface="Times New Roman"/>
                <a:cs typeface="Times New Roman"/>
              </a:rPr>
              <a:t>or</a:t>
            </a:r>
            <a:r>
              <a:rPr sz="2200" spc="-35" dirty="0">
                <a:solidFill>
                  <a:srgbClr val="273139"/>
                </a:solidFill>
                <a:latin typeface="Times New Roman"/>
                <a:cs typeface="Times New Roman"/>
              </a:rPr>
              <a:t> </a:t>
            </a:r>
            <a:r>
              <a:rPr sz="2200" spc="-114" dirty="0">
                <a:solidFill>
                  <a:srgbClr val="273139"/>
                </a:solidFill>
                <a:latin typeface="Times New Roman"/>
                <a:cs typeface="Times New Roman"/>
              </a:rPr>
              <a:t>data</a:t>
            </a:r>
            <a:r>
              <a:rPr sz="2200" spc="-50" dirty="0">
                <a:solidFill>
                  <a:srgbClr val="273139"/>
                </a:solidFill>
                <a:latin typeface="Times New Roman"/>
                <a:cs typeface="Times New Roman"/>
              </a:rPr>
              <a:t> </a:t>
            </a:r>
            <a:r>
              <a:rPr sz="2200" spc="-125" dirty="0">
                <a:solidFill>
                  <a:srgbClr val="273139"/>
                </a:solidFill>
                <a:latin typeface="Times New Roman"/>
                <a:cs typeface="Times New Roman"/>
              </a:rPr>
              <a:t>mining.</a:t>
            </a:r>
            <a:endParaRPr sz="2200">
              <a:latin typeface="Times New Roman"/>
              <a:cs typeface="Times New Roman"/>
            </a:endParaRPr>
          </a:p>
          <a:p>
            <a:pPr>
              <a:lnSpc>
                <a:spcPct val="100000"/>
              </a:lnSpc>
              <a:spcBef>
                <a:spcPts val="2310"/>
              </a:spcBef>
              <a:buClr>
                <a:srgbClr val="D24717"/>
              </a:buClr>
              <a:buFont typeface="Segoe UI Symbol"/>
              <a:buChar char="⚫"/>
            </a:pPr>
            <a:endParaRPr sz="2200">
              <a:latin typeface="Times New Roman"/>
              <a:cs typeface="Times New Roman"/>
            </a:endParaRPr>
          </a:p>
          <a:p>
            <a:pPr marL="286385" indent="-273685">
              <a:lnSpc>
                <a:spcPct val="100000"/>
              </a:lnSpc>
              <a:buClr>
                <a:srgbClr val="D24717"/>
              </a:buClr>
              <a:buSzPct val="84090"/>
              <a:buFont typeface="Segoe UI Symbol"/>
              <a:buChar char="⚫"/>
              <a:tabLst>
                <a:tab pos="286385" algn="l"/>
              </a:tabLst>
            </a:pPr>
            <a:r>
              <a:rPr sz="2200" b="1" spc="-35" dirty="0">
                <a:solidFill>
                  <a:srgbClr val="273139"/>
                </a:solidFill>
                <a:latin typeface="Times New Roman"/>
                <a:cs typeface="Times New Roman"/>
              </a:rPr>
              <a:t>Characteristics</a:t>
            </a:r>
            <a:r>
              <a:rPr sz="2200" b="1" dirty="0">
                <a:solidFill>
                  <a:srgbClr val="273139"/>
                </a:solidFill>
                <a:latin typeface="Times New Roman"/>
                <a:cs typeface="Times New Roman"/>
              </a:rPr>
              <a:t> of</a:t>
            </a:r>
            <a:r>
              <a:rPr sz="2200" b="1" spc="480" dirty="0">
                <a:solidFill>
                  <a:srgbClr val="273139"/>
                </a:solidFill>
                <a:latin typeface="Times New Roman"/>
                <a:cs typeface="Times New Roman"/>
              </a:rPr>
              <a:t> </a:t>
            </a:r>
            <a:r>
              <a:rPr sz="2200" b="1" spc="-170" dirty="0">
                <a:solidFill>
                  <a:srgbClr val="273139"/>
                </a:solidFill>
                <a:latin typeface="Times New Roman"/>
                <a:cs typeface="Times New Roman"/>
              </a:rPr>
              <a:t>S3</a:t>
            </a:r>
            <a:r>
              <a:rPr sz="2200" b="1" spc="-15" dirty="0">
                <a:solidFill>
                  <a:srgbClr val="273139"/>
                </a:solidFill>
                <a:latin typeface="Times New Roman"/>
                <a:cs typeface="Times New Roman"/>
              </a:rPr>
              <a:t> </a:t>
            </a:r>
            <a:r>
              <a:rPr sz="2200" b="1" spc="-10" dirty="0">
                <a:solidFill>
                  <a:srgbClr val="273139"/>
                </a:solidFill>
                <a:latin typeface="Times New Roman"/>
                <a:cs typeface="Times New Roman"/>
              </a:rPr>
              <a:t>Standard</a:t>
            </a:r>
            <a:endParaRPr sz="2200">
              <a:latin typeface="Times New Roman"/>
              <a:cs typeface="Times New Roman"/>
            </a:endParaRPr>
          </a:p>
          <a:p>
            <a:pPr marL="286385" indent="-273685">
              <a:lnSpc>
                <a:spcPct val="100000"/>
              </a:lnSpc>
              <a:buClr>
                <a:srgbClr val="D24717"/>
              </a:buClr>
              <a:buSzPct val="84090"/>
              <a:buFont typeface="Arial MT"/>
              <a:buChar char="•"/>
              <a:tabLst>
                <a:tab pos="286385" algn="l"/>
              </a:tabLst>
            </a:pPr>
            <a:r>
              <a:rPr sz="2200" spc="-155" dirty="0">
                <a:solidFill>
                  <a:srgbClr val="273139"/>
                </a:solidFill>
                <a:latin typeface="Times New Roman"/>
                <a:cs typeface="Times New Roman"/>
              </a:rPr>
              <a:t>Availability</a:t>
            </a:r>
            <a:r>
              <a:rPr sz="2200" spc="-65" dirty="0">
                <a:solidFill>
                  <a:srgbClr val="273139"/>
                </a:solidFill>
                <a:latin typeface="Times New Roman"/>
                <a:cs typeface="Times New Roman"/>
              </a:rPr>
              <a:t> </a:t>
            </a:r>
            <a:r>
              <a:rPr sz="2200" spc="-60" dirty="0">
                <a:solidFill>
                  <a:srgbClr val="273139"/>
                </a:solidFill>
                <a:latin typeface="Times New Roman"/>
                <a:cs typeface="Times New Roman"/>
              </a:rPr>
              <a:t>criteria</a:t>
            </a:r>
            <a:r>
              <a:rPr sz="2200" spc="-25" dirty="0">
                <a:solidFill>
                  <a:srgbClr val="273139"/>
                </a:solidFill>
                <a:latin typeface="Times New Roman"/>
                <a:cs typeface="Times New Roman"/>
              </a:rPr>
              <a:t> </a:t>
            </a:r>
            <a:r>
              <a:rPr sz="2200" spc="-100" dirty="0">
                <a:solidFill>
                  <a:srgbClr val="273139"/>
                </a:solidFill>
                <a:latin typeface="Times New Roman"/>
                <a:cs typeface="Times New Roman"/>
              </a:rPr>
              <a:t>are</a:t>
            </a:r>
            <a:r>
              <a:rPr sz="2200" spc="-20" dirty="0">
                <a:solidFill>
                  <a:srgbClr val="273139"/>
                </a:solidFill>
                <a:latin typeface="Times New Roman"/>
                <a:cs typeface="Times New Roman"/>
              </a:rPr>
              <a:t> </a:t>
            </a:r>
            <a:r>
              <a:rPr sz="2200" spc="-85" dirty="0">
                <a:solidFill>
                  <a:srgbClr val="273139"/>
                </a:solidFill>
                <a:latin typeface="Times New Roman"/>
                <a:cs typeface="Times New Roman"/>
              </a:rPr>
              <a:t>quite</a:t>
            </a:r>
            <a:r>
              <a:rPr sz="2200" spc="-40" dirty="0">
                <a:solidFill>
                  <a:srgbClr val="273139"/>
                </a:solidFill>
                <a:latin typeface="Times New Roman"/>
                <a:cs typeface="Times New Roman"/>
              </a:rPr>
              <a:t> </a:t>
            </a:r>
            <a:r>
              <a:rPr sz="2200" spc="-130" dirty="0">
                <a:solidFill>
                  <a:srgbClr val="273139"/>
                </a:solidFill>
                <a:latin typeface="Times New Roman"/>
                <a:cs typeface="Times New Roman"/>
              </a:rPr>
              <a:t>good</a:t>
            </a:r>
            <a:r>
              <a:rPr sz="2200" spc="-25" dirty="0">
                <a:solidFill>
                  <a:srgbClr val="273139"/>
                </a:solidFill>
                <a:latin typeface="Times New Roman"/>
                <a:cs typeface="Times New Roman"/>
              </a:rPr>
              <a:t> </a:t>
            </a:r>
            <a:r>
              <a:rPr sz="2200" spc="-125" dirty="0">
                <a:solidFill>
                  <a:srgbClr val="273139"/>
                </a:solidFill>
                <a:latin typeface="Times New Roman"/>
                <a:cs typeface="Times New Roman"/>
              </a:rPr>
              <a:t>like</a:t>
            </a:r>
            <a:r>
              <a:rPr sz="2200" spc="-40" dirty="0">
                <a:solidFill>
                  <a:srgbClr val="273139"/>
                </a:solidFill>
                <a:latin typeface="Times New Roman"/>
                <a:cs typeface="Times New Roman"/>
              </a:rPr>
              <a:t> </a:t>
            </a:r>
            <a:r>
              <a:rPr sz="2200" spc="-10" dirty="0">
                <a:solidFill>
                  <a:srgbClr val="273139"/>
                </a:solidFill>
                <a:latin typeface="Times New Roman"/>
                <a:cs typeface="Times New Roman"/>
              </a:rPr>
              <a:t>99.9%.</a:t>
            </a:r>
            <a:endParaRPr sz="2200">
              <a:latin typeface="Times New Roman"/>
              <a:cs typeface="Times New Roman"/>
            </a:endParaRPr>
          </a:p>
          <a:p>
            <a:pPr marL="286385" indent="-273685">
              <a:lnSpc>
                <a:spcPct val="100000"/>
              </a:lnSpc>
              <a:buClr>
                <a:srgbClr val="D24717"/>
              </a:buClr>
              <a:buSzPct val="84090"/>
              <a:buFont typeface="Arial MT"/>
              <a:buChar char="•"/>
              <a:tabLst>
                <a:tab pos="286385" algn="l"/>
              </a:tabLst>
            </a:pPr>
            <a:r>
              <a:rPr sz="2200" spc="-145" dirty="0">
                <a:solidFill>
                  <a:srgbClr val="273139"/>
                </a:solidFill>
                <a:latin typeface="Times New Roman"/>
                <a:cs typeface="Times New Roman"/>
              </a:rPr>
              <a:t>Improves</a:t>
            </a:r>
            <a:r>
              <a:rPr sz="2200" spc="-5" dirty="0">
                <a:solidFill>
                  <a:srgbClr val="273139"/>
                </a:solidFill>
                <a:latin typeface="Times New Roman"/>
                <a:cs typeface="Times New Roman"/>
              </a:rPr>
              <a:t> </a:t>
            </a:r>
            <a:r>
              <a:rPr sz="2200" spc="-80" dirty="0">
                <a:solidFill>
                  <a:srgbClr val="273139"/>
                </a:solidFill>
                <a:latin typeface="Times New Roman"/>
                <a:cs typeface="Times New Roman"/>
              </a:rPr>
              <a:t>the</a:t>
            </a:r>
            <a:r>
              <a:rPr sz="2200" spc="-35" dirty="0">
                <a:solidFill>
                  <a:srgbClr val="273139"/>
                </a:solidFill>
                <a:latin typeface="Times New Roman"/>
                <a:cs typeface="Times New Roman"/>
              </a:rPr>
              <a:t> </a:t>
            </a:r>
            <a:r>
              <a:rPr sz="2200" spc="-114" dirty="0">
                <a:solidFill>
                  <a:srgbClr val="273139"/>
                </a:solidFill>
                <a:latin typeface="Times New Roman"/>
                <a:cs typeface="Times New Roman"/>
              </a:rPr>
              <a:t>recovery</a:t>
            </a:r>
            <a:r>
              <a:rPr sz="2200" dirty="0">
                <a:solidFill>
                  <a:srgbClr val="273139"/>
                </a:solidFill>
                <a:latin typeface="Times New Roman"/>
                <a:cs typeface="Times New Roman"/>
              </a:rPr>
              <a:t> </a:t>
            </a:r>
            <a:r>
              <a:rPr sz="2200" spc="-145" dirty="0">
                <a:solidFill>
                  <a:srgbClr val="273139"/>
                </a:solidFill>
                <a:latin typeface="Times New Roman"/>
                <a:cs typeface="Times New Roman"/>
              </a:rPr>
              <a:t>of</a:t>
            </a:r>
            <a:r>
              <a:rPr sz="2200" spc="-15" dirty="0">
                <a:solidFill>
                  <a:srgbClr val="273139"/>
                </a:solidFill>
                <a:latin typeface="Times New Roman"/>
                <a:cs typeface="Times New Roman"/>
              </a:rPr>
              <a:t> </a:t>
            </a:r>
            <a:r>
              <a:rPr sz="2200" spc="-140" dirty="0">
                <a:solidFill>
                  <a:srgbClr val="273139"/>
                </a:solidFill>
                <a:latin typeface="Times New Roman"/>
                <a:cs typeface="Times New Roman"/>
              </a:rPr>
              <a:t>an</a:t>
            </a:r>
            <a:r>
              <a:rPr sz="2200" spc="-20" dirty="0">
                <a:solidFill>
                  <a:srgbClr val="273139"/>
                </a:solidFill>
                <a:latin typeface="Times New Roman"/>
                <a:cs typeface="Times New Roman"/>
              </a:rPr>
              <a:t> </a:t>
            </a:r>
            <a:r>
              <a:rPr sz="2200" spc="-100" dirty="0">
                <a:solidFill>
                  <a:srgbClr val="273139"/>
                </a:solidFill>
                <a:latin typeface="Times New Roman"/>
                <a:cs typeface="Times New Roman"/>
              </a:rPr>
              <a:t>object</a:t>
            </a:r>
            <a:r>
              <a:rPr sz="2200" spc="-15" dirty="0">
                <a:solidFill>
                  <a:srgbClr val="273139"/>
                </a:solidFill>
                <a:latin typeface="Times New Roman"/>
                <a:cs typeface="Times New Roman"/>
              </a:rPr>
              <a:t> </a:t>
            </a:r>
            <a:r>
              <a:rPr sz="2200" spc="-10" dirty="0">
                <a:solidFill>
                  <a:srgbClr val="273139"/>
                </a:solidFill>
                <a:latin typeface="Times New Roman"/>
                <a:cs typeface="Times New Roman"/>
              </a:rPr>
              <a:t>file.</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75</a:t>
            </a:fld>
            <a:endParaRPr spc="-2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060449"/>
            <a:ext cx="8300720" cy="4913630"/>
          </a:xfrm>
          <a:prstGeom prst="rect">
            <a:avLst/>
          </a:prstGeom>
        </p:spPr>
        <p:txBody>
          <a:bodyPr vert="horz" wrap="square" lIns="0" tIns="12065" rIns="0" bIns="0" rtlCol="0">
            <a:spAutoFit/>
          </a:bodyPr>
          <a:lstStyle/>
          <a:p>
            <a:pPr marL="286385" indent="-273685">
              <a:lnSpc>
                <a:spcPct val="100000"/>
              </a:lnSpc>
              <a:spcBef>
                <a:spcPts val="95"/>
              </a:spcBef>
              <a:buClr>
                <a:srgbClr val="D24717"/>
              </a:buClr>
              <a:buSzPct val="84090"/>
              <a:buFont typeface="Arial MT"/>
              <a:buChar char="•"/>
              <a:tabLst>
                <a:tab pos="286385" algn="l"/>
              </a:tabLst>
            </a:pPr>
            <a:r>
              <a:rPr sz="2200" b="1" spc="-30" dirty="0">
                <a:solidFill>
                  <a:srgbClr val="273139"/>
                </a:solidFill>
                <a:latin typeface="Times New Roman"/>
                <a:cs typeface="Times New Roman"/>
              </a:rPr>
              <a:t>Amazon</a:t>
            </a:r>
            <a:r>
              <a:rPr sz="2200" b="1" spc="45" dirty="0">
                <a:solidFill>
                  <a:srgbClr val="273139"/>
                </a:solidFill>
                <a:latin typeface="Times New Roman"/>
                <a:cs typeface="Times New Roman"/>
              </a:rPr>
              <a:t> </a:t>
            </a:r>
            <a:r>
              <a:rPr sz="2200" b="1" spc="-170" dirty="0">
                <a:solidFill>
                  <a:srgbClr val="273139"/>
                </a:solidFill>
                <a:latin typeface="Times New Roman"/>
                <a:cs typeface="Times New Roman"/>
              </a:rPr>
              <a:t>S3</a:t>
            </a:r>
            <a:r>
              <a:rPr sz="2200" b="1" spc="60" dirty="0">
                <a:solidFill>
                  <a:srgbClr val="273139"/>
                </a:solidFill>
                <a:latin typeface="Times New Roman"/>
                <a:cs typeface="Times New Roman"/>
              </a:rPr>
              <a:t> </a:t>
            </a:r>
            <a:r>
              <a:rPr sz="2200" b="1" dirty="0">
                <a:solidFill>
                  <a:srgbClr val="273139"/>
                </a:solidFill>
                <a:latin typeface="Times New Roman"/>
                <a:cs typeface="Times New Roman"/>
              </a:rPr>
              <a:t>Intelligent-</a:t>
            </a:r>
            <a:r>
              <a:rPr sz="2200" b="1" spc="-10" dirty="0">
                <a:solidFill>
                  <a:srgbClr val="273139"/>
                </a:solidFill>
                <a:latin typeface="Times New Roman"/>
                <a:cs typeface="Times New Roman"/>
              </a:rPr>
              <a:t>Tiering</a:t>
            </a:r>
            <a:endParaRPr sz="2200">
              <a:latin typeface="Times New Roman"/>
              <a:cs typeface="Times New Roman"/>
            </a:endParaRPr>
          </a:p>
          <a:p>
            <a:pPr marL="286385" marR="5080" indent="-274320" algn="just">
              <a:lnSpc>
                <a:spcPct val="100000"/>
              </a:lnSpc>
              <a:spcBef>
                <a:spcPts val="2400"/>
              </a:spcBef>
              <a:buClr>
                <a:srgbClr val="D24717"/>
              </a:buClr>
              <a:buSzPct val="84090"/>
              <a:buFont typeface="Segoe UI Symbol"/>
              <a:buChar char="⚫"/>
              <a:tabLst>
                <a:tab pos="286385" algn="l"/>
              </a:tabLst>
            </a:pPr>
            <a:r>
              <a:rPr sz="2200" dirty="0">
                <a:solidFill>
                  <a:srgbClr val="273139"/>
                </a:solidFill>
                <a:latin typeface="Times New Roman"/>
                <a:cs typeface="Times New Roman"/>
              </a:rPr>
              <a:t>The</a:t>
            </a:r>
            <a:r>
              <a:rPr sz="2200" spc="40" dirty="0">
                <a:solidFill>
                  <a:srgbClr val="273139"/>
                </a:solidFill>
                <a:latin typeface="Times New Roman"/>
                <a:cs typeface="Times New Roman"/>
              </a:rPr>
              <a:t> </a:t>
            </a:r>
            <a:r>
              <a:rPr sz="2200" dirty="0">
                <a:solidFill>
                  <a:srgbClr val="273139"/>
                </a:solidFill>
                <a:latin typeface="Times New Roman"/>
                <a:cs typeface="Times New Roman"/>
              </a:rPr>
              <a:t>first</a:t>
            </a:r>
            <a:r>
              <a:rPr sz="2200" spc="45" dirty="0">
                <a:solidFill>
                  <a:srgbClr val="273139"/>
                </a:solidFill>
                <a:latin typeface="Times New Roman"/>
                <a:cs typeface="Times New Roman"/>
              </a:rPr>
              <a:t> </a:t>
            </a:r>
            <a:r>
              <a:rPr sz="2200" dirty="0">
                <a:solidFill>
                  <a:srgbClr val="273139"/>
                </a:solidFill>
                <a:latin typeface="Times New Roman"/>
                <a:cs typeface="Times New Roman"/>
              </a:rPr>
              <a:t>cloud</a:t>
            </a:r>
            <a:r>
              <a:rPr sz="2200" spc="50" dirty="0">
                <a:solidFill>
                  <a:srgbClr val="273139"/>
                </a:solidFill>
                <a:latin typeface="Times New Roman"/>
                <a:cs typeface="Times New Roman"/>
              </a:rPr>
              <a:t> </a:t>
            </a:r>
            <a:r>
              <a:rPr sz="2200" dirty="0">
                <a:solidFill>
                  <a:srgbClr val="273139"/>
                </a:solidFill>
                <a:latin typeface="Times New Roman"/>
                <a:cs typeface="Times New Roman"/>
              </a:rPr>
              <a:t>storage</a:t>
            </a:r>
            <a:r>
              <a:rPr sz="2200" spc="50" dirty="0">
                <a:solidFill>
                  <a:srgbClr val="273139"/>
                </a:solidFill>
                <a:latin typeface="Times New Roman"/>
                <a:cs typeface="Times New Roman"/>
              </a:rPr>
              <a:t> </a:t>
            </a:r>
            <a:r>
              <a:rPr sz="2200" spc="-70" dirty="0">
                <a:solidFill>
                  <a:srgbClr val="273139"/>
                </a:solidFill>
                <a:latin typeface="Times New Roman"/>
                <a:cs typeface="Times New Roman"/>
              </a:rPr>
              <a:t>automatically</a:t>
            </a:r>
            <a:r>
              <a:rPr sz="2200" spc="50" dirty="0">
                <a:solidFill>
                  <a:srgbClr val="273139"/>
                </a:solidFill>
                <a:latin typeface="Times New Roman"/>
                <a:cs typeface="Times New Roman"/>
              </a:rPr>
              <a:t> </a:t>
            </a:r>
            <a:r>
              <a:rPr sz="2200" spc="-45" dirty="0">
                <a:solidFill>
                  <a:srgbClr val="273139"/>
                </a:solidFill>
                <a:latin typeface="Times New Roman"/>
                <a:cs typeface="Times New Roman"/>
              </a:rPr>
              <a:t>decreases</a:t>
            </a:r>
            <a:r>
              <a:rPr sz="2200" spc="45" dirty="0">
                <a:solidFill>
                  <a:srgbClr val="273139"/>
                </a:solidFill>
                <a:latin typeface="Times New Roman"/>
                <a:cs typeface="Times New Roman"/>
              </a:rPr>
              <a:t> </a:t>
            </a:r>
            <a:r>
              <a:rPr sz="2200" dirty="0">
                <a:solidFill>
                  <a:srgbClr val="273139"/>
                </a:solidFill>
                <a:latin typeface="Times New Roman"/>
                <a:cs typeface="Times New Roman"/>
              </a:rPr>
              <a:t>the</a:t>
            </a:r>
            <a:r>
              <a:rPr sz="2200" spc="50" dirty="0">
                <a:solidFill>
                  <a:srgbClr val="273139"/>
                </a:solidFill>
                <a:latin typeface="Times New Roman"/>
                <a:cs typeface="Times New Roman"/>
              </a:rPr>
              <a:t> </a:t>
            </a:r>
            <a:r>
              <a:rPr sz="2200" spc="-30" dirty="0">
                <a:solidFill>
                  <a:srgbClr val="273139"/>
                </a:solidFill>
                <a:latin typeface="Times New Roman"/>
                <a:cs typeface="Times New Roman"/>
              </a:rPr>
              <a:t>user’s</a:t>
            </a:r>
            <a:r>
              <a:rPr sz="2200" spc="45" dirty="0">
                <a:solidFill>
                  <a:srgbClr val="273139"/>
                </a:solidFill>
                <a:latin typeface="Times New Roman"/>
                <a:cs typeface="Times New Roman"/>
              </a:rPr>
              <a:t> </a:t>
            </a:r>
            <a:r>
              <a:rPr sz="2200" dirty="0">
                <a:solidFill>
                  <a:srgbClr val="273139"/>
                </a:solidFill>
                <a:latin typeface="Times New Roman"/>
                <a:cs typeface="Times New Roman"/>
              </a:rPr>
              <a:t>storage</a:t>
            </a:r>
            <a:r>
              <a:rPr sz="2200" spc="55" dirty="0">
                <a:solidFill>
                  <a:srgbClr val="273139"/>
                </a:solidFill>
                <a:latin typeface="Times New Roman"/>
                <a:cs typeface="Times New Roman"/>
              </a:rPr>
              <a:t> </a:t>
            </a:r>
            <a:r>
              <a:rPr sz="2200" dirty="0">
                <a:solidFill>
                  <a:srgbClr val="273139"/>
                </a:solidFill>
                <a:latin typeface="Times New Roman"/>
                <a:cs typeface="Times New Roman"/>
              </a:rPr>
              <a:t>cost.</a:t>
            </a:r>
            <a:r>
              <a:rPr sz="2200" spc="-5" dirty="0">
                <a:solidFill>
                  <a:srgbClr val="273139"/>
                </a:solidFill>
                <a:latin typeface="Times New Roman"/>
                <a:cs typeface="Times New Roman"/>
              </a:rPr>
              <a:t> </a:t>
            </a:r>
            <a:r>
              <a:rPr sz="2200" spc="-25" dirty="0">
                <a:solidFill>
                  <a:srgbClr val="273139"/>
                </a:solidFill>
                <a:latin typeface="Times New Roman"/>
                <a:cs typeface="Times New Roman"/>
              </a:rPr>
              <a:t>It </a:t>
            </a:r>
            <a:r>
              <a:rPr sz="2200" spc="-105" dirty="0">
                <a:solidFill>
                  <a:srgbClr val="273139"/>
                </a:solidFill>
                <a:latin typeface="Times New Roman"/>
                <a:cs typeface="Times New Roman"/>
              </a:rPr>
              <a:t>provides</a:t>
            </a:r>
            <a:r>
              <a:rPr sz="2200" spc="-35" dirty="0">
                <a:solidFill>
                  <a:srgbClr val="273139"/>
                </a:solidFill>
                <a:latin typeface="Times New Roman"/>
                <a:cs typeface="Times New Roman"/>
              </a:rPr>
              <a:t> </a:t>
            </a:r>
            <a:r>
              <a:rPr sz="2200" spc="-85" dirty="0">
                <a:solidFill>
                  <a:srgbClr val="273139"/>
                </a:solidFill>
                <a:latin typeface="Times New Roman"/>
                <a:cs typeface="Times New Roman"/>
              </a:rPr>
              <a:t>very</a:t>
            </a:r>
            <a:r>
              <a:rPr sz="2200" spc="5" dirty="0">
                <a:solidFill>
                  <a:srgbClr val="273139"/>
                </a:solidFill>
                <a:latin typeface="Times New Roman"/>
                <a:cs typeface="Times New Roman"/>
              </a:rPr>
              <a:t> </a:t>
            </a:r>
            <a:r>
              <a:rPr sz="2200" spc="-95" dirty="0">
                <a:solidFill>
                  <a:srgbClr val="273139"/>
                </a:solidFill>
                <a:latin typeface="Times New Roman"/>
                <a:cs typeface="Times New Roman"/>
              </a:rPr>
              <a:t>cost-</a:t>
            </a:r>
            <a:r>
              <a:rPr sz="2200" spc="-114" dirty="0">
                <a:solidFill>
                  <a:srgbClr val="273139"/>
                </a:solidFill>
                <a:latin typeface="Times New Roman"/>
                <a:cs typeface="Times New Roman"/>
              </a:rPr>
              <a:t>effective</a:t>
            </a:r>
            <a:r>
              <a:rPr sz="2200" dirty="0">
                <a:solidFill>
                  <a:srgbClr val="273139"/>
                </a:solidFill>
                <a:latin typeface="Times New Roman"/>
                <a:cs typeface="Times New Roman"/>
              </a:rPr>
              <a:t> </a:t>
            </a:r>
            <a:r>
              <a:rPr sz="2200" spc="-135" dirty="0">
                <a:solidFill>
                  <a:srgbClr val="273139"/>
                </a:solidFill>
                <a:latin typeface="Times New Roman"/>
                <a:cs typeface="Times New Roman"/>
              </a:rPr>
              <a:t>access</a:t>
            </a:r>
            <a:r>
              <a:rPr sz="2200" dirty="0">
                <a:solidFill>
                  <a:srgbClr val="273139"/>
                </a:solidFill>
                <a:latin typeface="Times New Roman"/>
                <a:cs typeface="Times New Roman"/>
              </a:rPr>
              <a:t> </a:t>
            </a:r>
            <a:r>
              <a:rPr sz="2200" spc="-110" dirty="0">
                <a:solidFill>
                  <a:srgbClr val="273139"/>
                </a:solidFill>
                <a:latin typeface="Times New Roman"/>
                <a:cs typeface="Times New Roman"/>
              </a:rPr>
              <a:t>based</a:t>
            </a:r>
            <a:r>
              <a:rPr sz="2200" spc="5" dirty="0">
                <a:solidFill>
                  <a:srgbClr val="273139"/>
                </a:solidFill>
                <a:latin typeface="Times New Roman"/>
                <a:cs typeface="Times New Roman"/>
              </a:rPr>
              <a:t> </a:t>
            </a:r>
            <a:r>
              <a:rPr sz="2200" dirty="0">
                <a:solidFill>
                  <a:srgbClr val="273139"/>
                </a:solidFill>
                <a:latin typeface="Times New Roman"/>
                <a:cs typeface="Times New Roman"/>
              </a:rPr>
              <a:t>on </a:t>
            </a:r>
            <a:r>
              <a:rPr sz="2200" spc="-114" dirty="0">
                <a:solidFill>
                  <a:srgbClr val="273139"/>
                </a:solidFill>
                <a:latin typeface="Times New Roman"/>
                <a:cs typeface="Times New Roman"/>
              </a:rPr>
              <a:t>frequency,</a:t>
            </a:r>
            <a:r>
              <a:rPr sz="2200" spc="-20" dirty="0">
                <a:solidFill>
                  <a:srgbClr val="273139"/>
                </a:solidFill>
                <a:latin typeface="Times New Roman"/>
                <a:cs typeface="Times New Roman"/>
              </a:rPr>
              <a:t> </a:t>
            </a:r>
            <a:r>
              <a:rPr sz="2200" spc="-60" dirty="0">
                <a:solidFill>
                  <a:srgbClr val="273139"/>
                </a:solidFill>
                <a:latin typeface="Times New Roman"/>
                <a:cs typeface="Times New Roman"/>
              </a:rPr>
              <a:t>without</a:t>
            </a:r>
            <a:r>
              <a:rPr sz="2200" spc="-5" dirty="0">
                <a:solidFill>
                  <a:srgbClr val="273139"/>
                </a:solidFill>
                <a:latin typeface="Times New Roman"/>
                <a:cs typeface="Times New Roman"/>
              </a:rPr>
              <a:t> </a:t>
            </a:r>
            <a:r>
              <a:rPr sz="2200" spc="-120" dirty="0">
                <a:solidFill>
                  <a:srgbClr val="273139"/>
                </a:solidFill>
                <a:latin typeface="Times New Roman"/>
                <a:cs typeface="Times New Roman"/>
              </a:rPr>
              <a:t>affecting</a:t>
            </a:r>
            <a:r>
              <a:rPr sz="2200" spc="-5" dirty="0">
                <a:solidFill>
                  <a:srgbClr val="273139"/>
                </a:solidFill>
                <a:latin typeface="Times New Roman"/>
                <a:cs typeface="Times New Roman"/>
              </a:rPr>
              <a:t> </a:t>
            </a:r>
            <a:r>
              <a:rPr sz="2200" spc="-10" dirty="0">
                <a:solidFill>
                  <a:srgbClr val="273139"/>
                </a:solidFill>
                <a:latin typeface="Times New Roman"/>
                <a:cs typeface="Times New Roman"/>
              </a:rPr>
              <a:t>other </a:t>
            </a:r>
            <a:r>
              <a:rPr sz="2200" spc="-50" dirty="0">
                <a:solidFill>
                  <a:srgbClr val="273139"/>
                </a:solidFill>
                <a:latin typeface="Times New Roman"/>
                <a:cs typeface="Times New Roman"/>
              </a:rPr>
              <a:t>performances.</a:t>
            </a:r>
            <a:r>
              <a:rPr sz="2200" spc="-5" dirty="0">
                <a:solidFill>
                  <a:srgbClr val="273139"/>
                </a:solidFill>
                <a:latin typeface="Times New Roman"/>
                <a:cs typeface="Times New Roman"/>
              </a:rPr>
              <a:t> </a:t>
            </a:r>
            <a:r>
              <a:rPr sz="2200" dirty="0">
                <a:solidFill>
                  <a:srgbClr val="273139"/>
                </a:solidFill>
                <a:latin typeface="Times New Roman"/>
                <a:cs typeface="Times New Roman"/>
              </a:rPr>
              <a:t>It</a:t>
            </a:r>
            <a:r>
              <a:rPr sz="2200" spc="40" dirty="0">
                <a:solidFill>
                  <a:srgbClr val="273139"/>
                </a:solidFill>
                <a:latin typeface="Times New Roman"/>
                <a:cs typeface="Times New Roman"/>
              </a:rPr>
              <a:t> </a:t>
            </a:r>
            <a:r>
              <a:rPr sz="2200" dirty="0">
                <a:solidFill>
                  <a:srgbClr val="273139"/>
                </a:solidFill>
                <a:latin typeface="Times New Roman"/>
                <a:cs typeface="Times New Roman"/>
              </a:rPr>
              <a:t>also</a:t>
            </a:r>
            <a:r>
              <a:rPr sz="2200" spc="35" dirty="0">
                <a:solidFill>
                  <a:srgbClr val="273139"/>
                </a:solidFill>
                <a:latin typeface="Times New Roman"/>
                <a:cs typeface="Times New Roman"/>
              </a:rPr>
              <a:t> </a:t>
            </a:r>
            <a:r>
              <a:rPr sz="2200" spc="-70" dirty="0">
                <a:solidFill>
                  <a:srgbClr val="273139"/>
                </a:solidFill>
                <a:latin typeface="Times New Roman"/>
                <a:cs typeface="Times New Roman"/>
              </a:rPr>
              <a:t>manages</a:t>
            </a:r>
            <a:r>
              <a:rPr sz="2200" spc="35" dirty="0">
                <a:solidFill>
                  <a:srgbClr val="273139"/>
                </a:solidFill>
                <a:latin typeface="Times New Roman"/>
                <a:cs typeface="Times New Roman"/>
              </a:rPr>
              <a:t> </a:t>
            </a:r>
            <a:r>
              <a:rPr sz="2200" dirty="0">
                <a:solidFill>
                  <a:srgbClr val="273139"/>
                </a:solidFill>
                <a:latin typeface="Times New Roman"/>
                <a:cs typeface="Times New Roman"/>
              </a:rPr>
              <a:t>tough</a:t>
            </a:r>
            <a:r>
              <a:rPr sz="2200" spc="40" dirty="0">
                <a:solidFill>
                  <a:srgbClr val="273139"/>
                </a:solidFill>
                <a:latin typeface="Times New Roman"/>
                <a:cs typeface="Times New Roman"/>
              </a:rPr>
              <a:t> </a:t>
            </a:r>
            <a:r>
              <a:rPr sz="2200" spc="-35" dirty="0">
                <a:solidFill>
                  <a:srgbClr val="273139"/>
                </a:solidFill>
                <a:latin typeface="Times New Roman"/>
                <a:cs typeface="Times New Roman"/>
              </a:rPr>
              <a:t>operations.</a:t>
            </a:r>
            <a:r>
              <a:rPr sz="2200" spc="-10" dirty="0">
                <a:solidFill>
                  <a:srgbClr val="273139"/>
                </a:solidFill>
                <a:latin typeface="Times New Roman"/>
                <a:cs typeface="Times New Roman"/>
              </a:rPr>
              <a:t> </a:t>
            </a:r>
            <a:r>
              <a:rPr sz="2200" spc="-70" dirty="0">
                <a:solidFill>
                  <a:srgbClr val="273139"/>
                </a:solidFill>
                <a:latin typeface="Times New Roman"/>
                <a:cs typeface="Times New Roman"/>
              </a:rPr>
              <a:t>Amazon</a:t>
            </a:r>
            <a:r>
              <a:rPr sz="2200" spc="45" dirty="0">
                <a:solidFill>
                  <a:srgbClr val="273139"/>
                </a:solidFill>
                <a:latin typeface="Times New Roman"/>
                <a:cs typeface="Times New Roman"/>
              </a:rPr>
              <a:t> </a:t>
            </a:r>
            <a:r>
              <a:rPr sz="2200" dirty="0">
                <a:solidFill>
                  <a:srgbClr val="273139"/>
                </a:solidFill>
                <a:latin typeface="Times New Roman"/>
                <a:cs typeface="Times New Roman"/>
              </a:rPr>
              <a:t>S3</a:t>
            </a:r>
            <a:r>
              <a:rPr sz="2200" spc="50" dirty="0">
                <a:solidFill>
                  <a:srgbClr val="273139"/>
                </a:solidFill>
                <a:latin typeface="Times New Roman"/>
                <a:cs typeface="Times New Roman"/>
              </a:rPr>
              <a:t> </a:t>
            </a:r>
            <a:r>
              <a:rPr sz="2200" spc="-35" dirty="0">
                <a:solidFill>
                  <a:srgbClr val="273139"/>
                </a:solidFill>
                <a:latin typeface="Times New Roman"/>
                <a:cs typeface="Times New Roman"/>
              </a:rPr>
              <a:t>Intelligent</a:t>
            </a:r>
            <a:r>
              <a:rPr sz="2200" spc="35" dirty="0">
                <a:solidFill>
                  <a:srgbClr val="273139"/>
                </a:solidFill>
                <a:latin typeface="Times New Roman"/>
                <a:cs typeface="Times New Roman"/>
              </a:rPr>
              <a:t> </a:t>
            </a:r>
            <a:r>
              <a:rPr sz="2200" spc="-50" dirty="0">
                <a:solidFill>
                  <a:srgbClr val="273139"/>
                </a:solidFill>
                <a:latin typeface="Times New Roman"/>
                <a:cs typeface="Times New Roman"/>
              </a:rPr>
              <a:t>– </a:t>
            </a:r>
            <a:r>
              <a:rPr sz="2200" spc="-90" dirty="0">
                <a:solidFill>
                  <a:srgbClr val="273139"/>
                </a:solidFill>
                <a:latin typeface="Times New Roman"/>
                <a:cs typeface="Times New Roman"/>
              </a:rPr>
              <a:t>Tiering</a:t>
            </a:r>
            <a:r>
              <a:rPr sz="2200" spc="-50" dirty="0">
                <a:solidFill>
                  <a:srgbClr val="273139"/>
                </a:solidFill>
                <a:latin typeface="Times New Roman"/>
                <a:cs typeface="Times New Roman"/>
              </a:rPr>
              <a:t> </a:t>
            </a:r>
            <a:r>
              <a:rPr sz="2200" spc="-90" dirty="0">
                <a:solidFill>
                  <a:srgbClr val="273139"/>
                </a:solidFill>
                <a:latin typeface="Times New Roman"/>
                <a:cs typeface="Times New Roman"/>
              </a:rPr>
              <a:t>reduces</a:t>
            </a:r>
            <a:r>
              <a:rPr sz="2200" spc="-45" dirty="0">
                <a:solidFill>
                  <a:srgbClr val="273139"/>
                </a:solidFill>
                <a:latin typeface="Times New Roman"/>
                <a:cs typeface="Times New Roman"/>
              </a:rPr>
              <a:t> </a:t>
            </a:r>
            <a:r>
              <a:rPr sz="2200" spc="-35" dirty="0">
                <a:solidFill>
                  <a:srgbClr val="273139"/>
                </a:solidFill>
                <a:latin typeface="Times New Roman"/>
                <a:cs typeface="Times New Roman"/>
              </a:rPr>
              <a:t>the</a:t>
            </a:r>
            <a:r>
              <a:rPr sz="2200" spc="-50" dirty="0">
                <a:solidFill>
                  <a:srgbClr val="273139"/>
                </a:solidFill>
                <a:latin typeface="Times New Roman"/>
                <a:cs typeface="Times New Roman"/>
              </a:rPr>
              <a:t> </a:t>
            </a:r>
            <a:r>
              <a:rPr sz="2200" spc="-80" dirty="0">
                <a:solidFill>
                  <a:srgbClr val="273139"/>
                </a:solidFill>
                <a:latin typeface="Times New Roman"/>
                <a:cs typeface="Times New Roman"/>
              </a:rPr>
              <a:t>cost</a:t>
            </a:r>
            <a:r>
              <a:rPr sz="2200" spc="-10" dirty="0">
                <a:solidFill>
                  <a:srgbClr val="273139"/>
                </a:solidFill>
                <a:latin typeface="Times New Roman"/>
                <a:cs typeface="Times New Roman"/>
              </a:rPr>
              <a:t> </a:t>
            </a:r>
            <a:r>
              <a:rPr sz="2200" spc="-125" dirty="0">
                <a:solidFill>
                  <a:srgbClr val="273139"/>
                </a:solidFill>
                <a:latin typeface="Times New Roman"/>
                <a:cs typeface="Times New Roman"/>
              </a:rPr>
              <a:t>of</a:t>
            </a:r>
            <a:r>
              <a:rPr sz="2200" spc="-15" dirty="0">
                <a:solidFill>
                  <a:srgbClr val="273139"/>
                </a:solidFill>
                <a:latin typeface="Times New Roman"/>
                <a:cs typeface="Times New Roman"/>
              </a:rPr>
              <a:t> </a:t>
            </a:r>
            <a:r>
              <a:rPr sz="2200" spc="-95" dirty="0">
                <a:solidFill>
                  <a:srgbClr val="273139"/>
                </a:solidFill>
                <a:latin typeface="Times New Roman"/>
                <a:cs typeface="Times New Roman"/>
              </a:rPr>
              <a:t>granular</a:t>
            </a:r>
            <a:r>
              <a:rPr sz="2200" spc="-15" dirty="0">
                <a:solidFill>
                  <a:srgbClr val="273139"/>
                </a:solidFill>
                <a:latin typeface="Times New Roman"/>
                <a:cs typeface="Times New Roman"/>
              </a:rPr>
              <a:t> </a:t>
            </a:r>
            <a:r>
              <a:rPr sz="2200" spc="-95" dirty="0">
                <a:solidFill>
                  <a:srgbClr val="273139"/>
                </a:solidFill>
                <a:latin typeface="Times New Roman"/>
                <a:cs typeface="Times New Roman"/>
              </a:rPr>
              <a:t>objects</a:t>
            </a:r>
            <a:r>
              <a:rPr sz="2200" spc="-10" dirty="0">
                <a:solidFill>
                  <a:srgbClr val="273139"/>
                </a:solidFill>
                <a:latin typeface="Times New Roman"/>
                <a:cs typeface="Times New Roman"/>
              </a:rPr>
              <a:t> </a:t>
            </a:r>
            <a:r>
              <a:rPr sz="2200" spc="-130" dirty="0">
                <a:solidFill>
                  <a:srgbClr val="273139"/>
                </a:solidFill>
                <a:latin typeface="Times New Roman"/>
                <a:cs typeface="Times New Roman"/>
              </a:rPr>
              <a:t>automatically.</a:t>
            </a:r>
            <a:r>
              <a:rPr sz="2200" spc="-5" dirty="0">
                <a:solidFill>
                  <a:srgbClr val="273139"/>
                </a:solidFill>
                <a:latin typeface="Times New Roman"/>
                <a:cs typeface="Times New Roman"/>
              </a:rPr>
              <a:t> </a:t>
            </a:r>
            <a:r>
              <a:rPr sz="2200" spc="-90" dirty="0">
                <a:solidFill>
                  <a:srgbClr val="273139"/>
                </a:solidFill>
                <a:latin typeface="Times New Roman"/>
                <a:cs typeface="Times New Roman"/>
              </a:rPr>
              <a:t>No</a:t>
            </a:r>
            <a:r>
              <a:rPr sz="2200" spc="-15" dirty="0">
                <a:solidFill>
                  <a:srgbClr val="273139"/>
                </a:solidFill>
                <a:latin typeface="Times New Roman"/>
                <a:cs typeface="Times New Roman"/>
              </a:rPr>
              <a:t> </a:t>
            </a:r>
            <a:r>
              <a:rPr sz="2200" spc="-75" dirty="0">
                <a:solidFill>
                  <a:srgbClr val="273139"/>
                </a:solidFill>
                <a:latin typeface="Times New Roman"/>
                <a:cs typeface="Times New Roman"/>
              </a:rPr>
              <a:t>retrieval</a:t>
            </a:r>
            <a:r>
              <a:rPr sz="2200" dirty="0">
                <a:solidFill>
                  <a:srgbClr val="273139"/>
                </a:solidFill>
                <a:latin typeface="Times New Roman"/>
                <a:cs typeface="Times New Roman"/>
              </a:rPr>
              <a:t> </a:t>
            </a:r>
            <a:r>
              <a:rPr sz="2200" spc="-60" dirty="0">
                <a:solidFill>
                  <a:srgbClr val="273139"/>
                </a:solidFill>
                <a:latin typeface="Times New Roman"/>
                <a:cs typeface="Times New Roman"/>
              </a:rPr>
              <a:t>charges </a:t>
            </a:r>
            <a:r>
              <a:rPr sz="2200" spc="-105" dirty="0">
                <a:solidFill>
                  <a:srgbClr val="273139"/>
                </a:solidFill>
                <a:latin typeface="Times New Roman"/>
                <a:cs typeface="Times New Roman"/>
              </a:rPr>
              <a:t>are</a:t>
            </a:r>
            <a:r>
              <a:rPr sz="2200" spc="-35" dirty="0">
                <a:solidFill>
                  <a:srgbClr val="273139"/>
                </a:solidFill>
                <a:latin typeface="Times New Roman"/>
                <a:cs typeface="Times New Roman"/>
              </a:rPr>
              <a:t> </a:t>
            </a:r>
            <a:r>
              <a:rPr sz="2200" spc="-60" dirty="0">
                <a:solidFill>
                  <a:srgbClr val="273139"/>
                </a:solidFill>
                <a:latin typeface="Times New Roman"/>
                <a:cs typeface="Times New Roman"/>
              </a:rPr>
              <a:t>there</a:t>
            </a:r>
            <a:r>
              <a:rPr sz="2200" spc="-25" dirty="0">
                <a:solidFill>
                  <a:srgbClr val="273139"/>
                </a:solidFill>
                <a:latin typeface="Times New Roman"/>
                <a:cs typeface="Times New Roman"/>
              </a:rPr>
              <a:t> </a:t>
            </a:r>
            <a:r>
              <a:rPr sz="2200" spc="-110" dirty="0">
                <a:solidFill>
                  <a:srgbClr val="273139"/>
                </a:solidFill>
                <a:latin typeface="Times New Roman"/>
                <a:cs typeface="Times New Roman"/>
              </a:rPr>
              <a:t>in</a:t>
            </a:r>
            <a:r>
              <a:rPr sz="2200" spc="-204" dirty="0">
                <a:solidFill>
                  <a:srgbClr val="273139"/>
                </a:solidFill>
                <a:latin typeface="Times New Roman"/>
                <a:cs typeface="Times New Roman"/>
              </a:rPr>
              <a:t> </a:t>
            </a:r>
            <a:r>
              <a:rPr sz="2200" spc="-170" dirty="0">
                <a:solidFill>
                  <a:srgbClr val="273139"/>
                </a:solidFill>
                <a:latin typeface="Times New Roman"/>
                <a:cs typeface="Times New Roman"/>
              </a:rPr>
              <a:t>Amazon</a:t>
            </a:r>
            <a:r>
              <a:rPr sz="2200" spc="-20" dirty="0">
                <a:solidFill>
                  <a:srgbClr val="273139"/>
                </a:solidFill>
                <a:latin typeface="Times New Roman"/>
                <a:cs typeface="Times New Roman"/>
              </a:rPr>
              <a:t> </a:t>
            </a:r>
            <a:r>
              <a:rPr sz="2200" spc="-220" dirty="0">
                <a:solidFill>
                  <a:srgbClr val="273139"/>
                </a:solidFill>
                <a:latin typeface="Times New Roman"/>
                <a:cs typeface="Times New Roman"/>
              </a:rPr>
              <a:t>S3</a:t>
            </a:r>
            <a:r>
              <a:rPr sz="2200" spc="-30" dirty="0">
                <a:solidFill>
                  <a:srgbClr val="273139"/>
                </a:solidFill>
                <a:latin typeface="Times New Roman"/>
                <a:cs typeface="Times New Roman"/>
              </a:rPr>
              <a:t> </a:t>
            </a:r>
            <a:r>
              <a:rPr sz="2200" spc="-95" dirty="0">
                <a:solidFill>
                  <a:srgbClr val="273139"/>
                </a:solidFill>
                <a:latin typeface="Times New Roman"/>
                <a:cs typeface="Times New Roman"/>
              </a:rPr>
              <a:t>Intelligent</a:t>
            </a:r>
            <a:r>
              <a:rPr sz="2200" spc="-45" dirty="0">
                <a:solidFill>
                  <a:srgbClr val="273139"/>
                </a:solidFill>
                <a:latin typeface="Times New Roman"/>
                <a:cs typeface="Times New Roman"/>
              </a:rPr>
              <a:t> </a:t>
            </a:r>
            <a:r>
              <a:rPr sz="2200" spc="-20" dirty="0">
                <a:solidFill>
                  <a:srgbClr val="273139"/>
                </a:solidFill>
                <a:latin typeface="Times New Roman"/>
                <a:cs typeface="Times New Roman"/>
              </a:rPr>
              <a:t>–</a:t>
            </a:r>
            <a:r>
              <a:rPr sz="2200" spc="-315" dirty="0">
                <a:solidFill>
                  <a:srgbClr val="273139"/>
                </a:solidFill>
                <a:latin typeface="Times New Roman"/>
                <a:cs typeface="Times New Roman"/>
              </a:rPr>
              <a:t> </a:t>
            </a:r>
            <a:r>
              <a:rPr sz="2200" spc="-10" dirty="0">
                <a:solidFill>
                  <a:srgbClr val="273139"/>
                </a:solidFill>
                <a:latin typeface="Times New Roman"/>
                <a:cs typeface="Times New Roman"/>
              </a:rPr>
              <a:t>Tiering.</a:t>
            </a:r>
            <a:endParaRPr sz="2200">
              <a:latin typeface="Times New Roman"/>
              <a:cs typeface="Times New Roman"/>
            </a:endParaRPr>
          </a:p>
          <a:p>
            <a:pPr>
              <a:lnSpc>
                <a:spcPct val="100000"/>
              </a:lnSpc>
              <a:spcBef>
                <a:spcPts val="80"/>
              </a:spcBef>
              <a:buClr>
                <a:srgbClr val="D24717"/>
              </a:buClr>
              <a:buFont typeface="Segoe UI Symbol"/>
              <a:buChar char="⚫"/>
            </a:pPr>
            <a:endParaRPr sz="2200">
              <a:latin typeface="Times New Roman"/>
              <a:cs typeface="Times New Roman"/>
            </a:endParaRPr>
          </a:p>
          <a:p>
            <a:pPr marL="286385" indent="-273685">
              <a:lnSpc>
                <a:spcPct val="100000"/>
              </a:lnSpc>
              <a:buClr>
                <a:srgbClr val="D24717"/>
              </a:buClr>
              <a:buSzPct val="84090"/>
              <a:buFont typeface="Segoe UI Symbol"/>
              <a:buChar char="⚫"/>
              <a:tabLst>
                <a:tab pos="286385" algn="l"/>
              </a:tabLst>
            </a:pPr>
            <a:r>
              <a:rPr sz="2200" b="1" spc="-35" dirty="0">
                <a:solidFill>
                  <a:srgbClr val="273139"/>
                </a:solidFill>
                <a:latin typeface="Times New Roman"/>
                <a:cs typeface="Times New Roman"/>
              </a:rPr>
              <a:t>Characteristics</a:t>
            </a:r>
            <a:r>
              <a:rPr sz="2200" b="1" spc="55" dirty="0">
                <a:solidFill>
                  <a:srgbClr val="273139"/>
                </a:solidFill>
                <a:latin typeface="Times New Roman"/>
                <a:cs typeface="Times New Roman"/>
              </a:rPr>
              <a:t> </a:t>
            </a:r>
            <a:r>
              <a:rPr sz="2200" b="1" dirty="0">
                <a:solidFill>
                  <a:srgbClr val="273139"/>
                </a:solidFill>
                <a:latin typeface="Times New Roman"/>
                <a:cs typeface="Times New Roman"/>
              </a:rPr>
              <a:t>of</a:t>
            </a:r>
            <a:r>
              <a:rPr sz="2200" b="1" spc="20" dirty="0">
                <a:solidFill>
                  <a:srgbClr val="273139"/>
                </a:solidFill>
                <a:latin typeface="Times New Roman"/>
                <a:cs typeface="Times New Roman"/>
              </a:rPr>
              <a:t>  </a:t>
            </a:r>
            <a:r>
              <a:rPr sz="2200" b="1" spc="-170" dirty="0">
                <a:solidFill>
                  <a:srgbClr val="273139"/>
                </a:solidFill>
                <a:latin typeface="Times New Roman"/>
                <a:cs typeface="Times New Roman"/>
              </a:rPr>
              <a:t>S3</a:t>
            </a:r>
            <a:r>
              <a:rPr sz="2200" b="1" spc="40" dirty="0">
                <a:solidFill>
                  <a:srgbClr val="273139"/>
                </a:solidFill>
                <a:latin typeface="Times New Roman"/>
                <a:cs typeface="Times New Roman"/>
              </a:rPr>
              <a:t> </a:t>
            </a:r>
            <a:r>
              <a:rPr sz="2200" b="1" dirty="0">
                <a:solidFill>
                  <a:srgbClr val="273139"/>
                </a:solidFill>
                <a:latin typeface="Times New Roman"/>
                <a:cs typeface="Times New Roman"/>
              </a:rPr>
              <a:t>Intelligent-</a:t>
            </a:r>
            <a:r>
              <a:rPr sz="2200" b="1" spc="-10" dirty="0">
                <a:solidFill>
                  <a:srgbClr val="273139"/>
                </a:solidFill>
                <a:latin typeface="Times New Roman"/>
                <a:cs typeface="Times New Roman"/>
              </a:rPr>
              <a:t>Tiering</a:t>
            </a:r>
            <a:endParaRPr sz="2200">
              <a:latin typeface="Times New Roman"/>
              <a:cs typeface="Times New Roman"/>
            </a:endParaRPr>
          </a:p>
          <a:p>
            <a:pPr marL="286385" indent="-273685">
              <a:lnSpc>
                <a:spcPct val="100000"/>
              </a:lnSpc>
              <a:spcBef>
                <a:spcPts val="1800"/>
              </a:spcBef>
              <a:buClr>
                <a:srgbClr val="D24717"/>
              </a:buClr>
              <a:buSzPct val="84090"/>
              <a:buFont typeface="Arial MT"/>
              <a:buChar char="•"/>
              <a:tabLst>
                <a:tab pos="286385" algn="l"/>
              </a:tabLst>
            </a:pPr>
            <a:r>
              <a:rPr sz="2200" spc="-110" dirty="0">
                <a:solidFill>
                  <a:srgbClr val="273139"/>
                </a:solidFill>
                <a:latin typeface="Times New Roman"/>
                <a:cs typeface="Times New Roman"/>
              </a:rPr>
              <a:t>Required</a:t>
            </a:r>
            <a:r>
              <a:rPr sz="2200" spc="-35" dirty="0">
                <a:solidFill>
                  <a:srgbClr val="273139"/>
                </a:solidFill>
                <a:latin typeface="Times New Roman"/>
                <a:cs typeface="Times New Roman"/>
              </a:rPr>
              <a:t> </a:t>
            </a:r>
            <a:r>
              <a:rPr sz="2200" spc="-140" dirty="0">
                <a:solidFill>
                  <a:srgbClr val="273139"/>
                </a:solidFill>
                <a:latin typeface="Times New Roman"/>
                <a:cs typeface="Times New Roman"/>
              </a:rPr>
              <a:t>less</a:t>
            </a:r>
            <a:r>
              <a:rPr sz="2200" spc="-50" dirty="0">
                <a:solidFill>
                  <a:srgbClr val="273139"/>
                </a:solidFill>
                <a:latin typeface="Times New Roman"/>
                <a:cs typeface="Times New Roman"/>
              </a:rPr>
              <a:t> </a:t>
            </a:r>
            <a:r>
              <a:rPr sz="2200" spc="-90" dirty="0">
                <a:solidFill>
                  <a:srgbClr val="273139"/>
                </a:solidFill>
                <a:latin typeface="Times New Roman"/>
                <a:cs typeface="Times New Roman"/>
              </a:rPr>
              <a:t>monitoring</a:t>
            </a:r>
            <a:r>
              <a:rPr sz="2200" spc="-25" dirty="0">
                <a:solidFill>
                  <a:srgbClr val="273139"/>
                </a:solidFill>
                <a:latin typeface="Times New Roman"/>
                <a:cs typeface="Times New Roman"/>
              </a:rPr>
              <a:t> </a:t>
            </a:r>
            <a:r>
              <a:rPr sz="2200" spc="-135" dirty="0">
                <a:solidFill>
                  <a:srgbClr val="273139"/>
                </a:solidFill>
                <a:latin typeface="Times New Roman"/>
                <a:cs typeface="Times New Roman"/>
              </a:rPr>
              <a:t>and</a:t>
            </a:r>
            <a:r>
              <a:rPr sz="2200" spc="-35" dirty="0">
                <a:solidFill>
                  <a:srgbClr val="273139"/>
                </a:solidFill>
                <a:latin typeface="Times New Roman"/>
                <a:cs typeface="Times New Roman"/>
              </a:rPr>
              <a:t> </a:t>
            </a:r>
            <a:r>
              <a:rPr sz="2200" spc="-120" dirty="0">
                <a:solidFill>
                  <a:srgbClr val="273139"/>
                </a:solidFill>
                <a:latin typeface="Times New Roman"/>
                <a:cs typeface="Times New Roman"/>
              </a:rPr>
              <a:t>automatically</a:t>
            </a:r>
            <a:r>
              <a:rPr sz="2200" spc="-55" dirty="0">
                <a:solidFill>
                  <a:srgbClr val="273139"/>
                </a:solidFill>
                <a:latin typeface="Times New Roman"/>
                <a:cs typeface="Times New Roman"/>
              </a:rPr>
              <a:t> </a:t>
            </a:r>
            <a:r>
              <a:rPr sz="2200" spc="-25" dirty="0">
                <a:solidFill>
                  <a:srgbClr val="273139"/>
                </a:solidFill>
                <a:latin typeface="Times New Roman"/>
                <a:cs typeface="Times New Roman"/>
              </a:rPr>
              <a:t>tier</a:t>
            </a:r>
            <a:r>
              <a:rPr sz="2200" spc="-40" dirty="0">
                <a:solidFill>
                  <a:srgbClr val="273139"/>
                </a:solidFill>
                <a:latin typeface="Times New Roman"/>
                <a:cs typeface="Times New Roman"/>
              </a:rPr>
              <a:t> </a:t>
            </a:r>
            <a:r>
              <a:rPr sz="2200" spc="-10" dirty="0">
                <a:solidFill>
                  <a:srgbClr val="273139"/>
                </a:solidFill>
                <a:latin typeface="Times New Roman"/>
                <a:cs typeface="Times New Roman"/>
              </a:rPr>
              <a:t>charge.</a:t>
            </a:r>
            <a:endParaRPr sz="2200">
              <a:latin typeface="Times New Roman"/>
              <a:cs typeface="Times New Roman"/>
            </a:endParaRPr>
          </a:p>
          <a:p>
            <a:pPr marL="286385" indent="-273685">
              <a:lnSpc>
                <a:spcPct val="100000"/>
              </a:lnSpc>
              <a:buClr>
                <a:srgbClr val="D24717"/>
              </a:buClr>
              <a:buSzPct val="84090"/>
              <a:buFont typeface="Arial MT"/>
              <a:buChar char="•"/>
              <a:tabLst>
                <a:tab pos="286385" algn="l"/>
              </a:tabLst>
            </a:pPr>
            <a:r>
              <a:rPr sz="2200" spc="-130" dirty="0">
                <a:solidFill>
                  <a:srgbClr val="273139"/>
                </a:solidFill>
                <a:latin typeface="Times New Roman"/>
                <a:cs typeface="Times New Roman"/>
              </a:rPr>
              <a:t>No</a:t>
            </a:r>
            <a:r>
              <a:rPr sz="2200" spc="-30" dirty="0">
                <a:solidFill>
                  <a:srgbClr val="273139"/>
                </a:solidFill>
                <a:latin typeface="Times New Roman"/>
                <a:cs typeface="Times New Roman"/>
              </a:rPr>
              <a:t> </a:t>
            </a:r>
            <a:r>
              <a:rPr sz="2200" spc="-135" dirty="0">
                <a:solidFill>
                  <a:srgbClr val="273139"/>
                </a:solidFill>
                <a:latin typeface="Times New Roman"/>
                <a:cs typeface="Times New Roman"/>
              </a:rPr>
              <a:t>minimum</a:t>
            </a:r>
            <a:r>
              <a:rPr sz="2200" spc="-10" dirty="0">
                <a:solidFill>
                  <a:srgbClr val="273139"/>
                </a:solidFill>
                <a:latin typeface="Times New Roman"/>
                <a:cs typeface="Times New Roman"/>
              </a:rPr>
              <a:t> </a:t>
            </a:r>
            <a:r>
              <a:rPr sz="2200" spc="-105" dirty="0">
                <a:solidFill>
                  <a:srgbClr val="273139"/>
                </a:solidFill>
                <a:latin typeface="Times New Roman"/>
                <a:cs typeface="Times New Roman"/>
              </a:rPr>
              <a:t>storage</a:t>
            </a:r>
            <a:r>
              <a:rPr sz="2200" spc="-30" dirty="0">
                <a:solidFill>
                  <a:srgbClr val="273139"/>
                </a:solidFill>
                <a:latin typeface="Times New Roman"/>
                <a:cs typeface="Times New Roman"/>
              </a:rPr>
              <a:t> </a:t>
            </a:r>
            <a:r>
              <a:rPr sz="2200" spc="-85" dirty="0">
                <a:solidFill>
                  <a:srgbClr val="273139"/>
                </a:solidFill>
                <a:latin typeface="Times New Roman"/>
                <a:cs typeface="Times New Roman"/>
              </a:rPr>
              <a:t>duration</a:t>
            </a:r>
            <a:r>
              <a:rPr sz="2200" dirty="0">
                <a:solidFill>
                  <a:srgbClr val="273139"/>
                </a:solidFill>
                <a:latin typeface="Times New Roman"/>
                <a:cs typeface="Times New Roman"/>
              </a:rPr>
              <a:t> </a:t>
            </a:r>
            <a:r>
              <a:rPr sz="2200" spc="-135" dirty="0">
                <a:solidFill>
                  <a:srgbClr val="273139"/>
                </a:solidFill>
                <a:latin typeface="Times New Roman"/>
                <a:cs typeface="Times New Roman"/>
              </a:rPr>
              <a:t>and</a:t>
            </a:r>
            <a:r>
              <a:rPr sz="2200" spc="-20" dirty="0">
                <a:solidFill>
                  <a:srgbClr val="273139"/>
                </a:solidFill>
                <a:latin typeface="Times New Roman"/>
                <a:cs typeface="Times New Roman"/>
              </a:rPr>
              <a:t> </a:t>
            </a:r>
            <a:r>
              <a:rPr sz="2200" spc="-100" dirty="0">
                <a:solidFill>
                  <a:srgbClr val="273139"/>
                </a:solidFill>
                <a:latin typeface="Times New Roman"/>
                <a:cs typeface="Times New Roman"/>
              </a:rPr>
              <a:t>no</a:t>
            </a:r>
            <a:r>
              <a:rPr sz="2200" spc="-20" dirty="0">
                <a:solidFill>
                  <a:srgbClr val="273139"/>
                </a:solidFill>
                <a:latin typeface="Times New Roman"/>
                <a:cs typeface="Times New Roman"/>
              </a:rPr>
              <a:t> </a:t>
            </a:r>
            <a:r>
              <a:rPr sz="2200" spc="-114" dirty="0">
                <a:solidFill>
                  <a:srgbClr val="273139"/>
                </a:solidFill>
                <a:latin typeface="Times New Roman"/>
                <a:cs typeface="Times New Roman"/>
              </a:rPr>
              <a:t>recovery</a:t>
            </a:r>
            <a:r>
              <a:rPr sz="2200" spc="-10" dirty="0">
                <a:solidFill>
                  <a:srgbClr val="273139"/>
                </a:solidFill>
                <a:latin typeface="Times New Roman"/>
                <a:cs typeface="Times New Roman"/>
              </a:rPr>
              <a:t> </a:t>
            </a:r>
            <a:r>
              <a:rPr sz="2200" spc="-130" dirty="0">
                <a:solidFill>
                  <a:srgbClr val="273139"/>
                </a:solidFill>
                <a:latin typeface="Times New Roman"/>
                <a:cs typeface="Times New Roman"/>
              </a:rPr>
              <a:t>charges</a:t>
            </a:r>
            <a:r>
              <a:rPr sz="2200" spc="-20" dirty="0">
                <a:solidFill>
                  <a:srgbClr val="273139"/>
                </a:solidFill>
                <a:latin typeface="Times New Roman"/>
                <a:cs typeface="Times New Roman"/>
              </a:rPr>
              <a:t> </a:t>
            </a:r>
            <a:r>
              <a:rPr sz="2200" spc="-100" dirty="0">
                <a:solidFill>
                  <a:srgbClr val="273139"/>
                </a:solidFill>
                <a:latin typeface="Times New Roman"/>
                <a:cs typeface="Times New Roman"/>
              </a:rPr>
              <a:t>are</a:t>
            </a:r>
            <a:r>
              <a:rPr sz="2200" spc="-35" dirty="0">
                <a:solidFill>
                  <a:srgbClr val="273139"/>
                </a:solidFill>
                <a:latin typeface="Times New Roman"/>
                <a:cs typeface="Times New Roman"/>
              </a:rPr>
              <a:t> </a:t>
            </a:r>
            <a:r>
              <a:rPr sz="2200" spc="-85" dirty="0">
                <a:solidFill>
                  <a:srgbClr val="273139"/>
                </a:solidFill>
                <a:latin typeface="Times New Roman"/>
                <a:cs typeface="Times New Roman"/>
              </a:rPr>
              <a:t>required</a:t>
            </a:r>
            <a:r>
              <a:rPr sz="2200" spc="-10" dirty="0">
                <a:solidFill>
                  <a:srgbClr val="273139"/>
                </a:solidFill>
                <a:latin typeface="Times New Roman"/>
                <a:cs typeface="Times New Roman"/>
              </a:rPr>
              <a:t> </a:t>
            </a:r>
            <a:r>
              <a:rPr sz="2200" dirty="0">
                <a:solidFill>
                  <a:srgbClr val="273139"/>
                </a:solidFill>
                <a:latin typeface="Times New Roman"/>
                <a:cs typeface="Times New Roman"/>
              </a:rPr>
              <a:t>to</a:t>
            </a:r>
            <a:r>
              <a:rPr sz="2200" spc="-30" dirty="0">
                <a:solidFill>
                  <a:srgbClr val="273139"/>
                </a:solidFill>
                <a:latin typeface="Times New Roman"/>
                <a:cs typeface="Times New Roman"/>
              </a:rPr>
              <a:t> </a:t>
            </a:r>
            <a:r>
              <a:rPr sz="2200" spc="-10" dirty="0">
                <a:solidFill>
                  <a:srgbClr val="273139"/>
                </a:solidFill>
                <a:latin typeface="Times New Roman"/>
                <a:cs typeface="Times New Roman"/>
              </a:rPr>
              <a:t>access</a:t>
            </a:r>
            <a:endParaRPr sz="2200">
              <a:latin typeface="Times New Roman"/>
              <a:cs typeface="Times New Roman"/>
            </a:endParaRPr>
          </a:p>
          <a:p>
            <a:pPr marL="228600">
              <a:lnSpc>
                <a:spcPct val="100000"/>
              </a:lnSpc>
            </a:pPr>
            <a:r>
              <a:rPr sz="2200" spc="-70" dirty="0">
                <a:solidFill>
                  <a:srgbClr val="273139"/>
                </a:solidFill>
                <a:latin typeface="Times New Roman"/>
                <a:cs typeface="Times New Roman"/>
              </a:rPr>
              <a:t>the</a:t>
            </a:r>
            <a:r>
              <a:rPr sz="2200" spc="-65" dirty="0">
                <a:solidFill>
                  <a:srgbClr val="273139"/>
                </a:solidFill>
                <a:latin typeface="Times New Roman"/>
                <a:cs typeface="Times New Roman"/>
              </a:rPr>
              <a:t> </a:t>
            </a:r>
            <a:r>
              <a:rPr sz="2200" spc="-10" dirty="0">
                <a:solidFill>
                  <a:srgbClr val="273139"/>
                </a:solidFill>
                <a:latin typeface="Times New Roman"/>
                <a:cs typeface="Times New Roman"/>
              </a:rPr>
              <a:t>service.</a:t>
            </a:r>
            <a:endParaRPr sz="2200">
              <a:latin typeface="Times New Roman"/>
              <a:cs typeface="Times New Roman"/>
            </a:endParaRPr>
          </a:p>
          <a:p>
            <a:pPr marL="286385" indent="-273685">
              <a:lnSpc>
                <a:spcPct val="100000"/>
              </a:lnSpc>
              <a:buClr>
                <a:srgbClr val="D24717"/>
              </a:buClr>
              <a:buSzPct val="84090"/>
              <a:buFont typeface="Arial MT"/>
              <a:buChar char="•"/>
              <a:tabLst>
                <a:tab pos="286385" algn="l"/>
              </a:tabLst>
            </a:pPr>
            <a:r>
              <a:rPr sz="2200" spc="-155" dirty="0">
                <a:solidFill>
                  <a:srgbClr val="273139"/>
                </a:solidFill>
                <a:latin typeface="Times New Roman"/>
                <a:cs typeface="Times New Roman"/>
              </a:rPr>
              <a:t>Availability</a:t>
            </a:r>
            <a:r>
              <a:rPr sz="2200" spc="-65" dirty="0">
                <a:solidFill>
                  <a:srgbClr val="273139"/>
                </a:solidFill>
                <a:latin typeface="Times New Roman"/>
                <a:cs typeface="Times New Roman"/>
              </a:rPr>
              <a:t> </a:t>
            </a:r>
            <a:r>
              <a:rPr sz="2200" spc="-60" dirty="0">
                <a:solidFill>
                  <a:srgbClr val="273139"/>
                </a:solidFill>
                <a:latin typeface="Times New Roman"/>
                <a:cs typeface="Times New Roman"/>
              </a:rPr>
              <a:t>criteria</a:t>
            </a:r>
            <a:r>
              <a:rPr sz="2200" spc="-25" dirty="0">
                <a:solidFill>
                  <a:srgbClr val="273139"/>
                </a:solidFill>
                <a:latin typeface="Times New Roman"/>
                <a:cs typeface="Times New Roman"/>
              </a:rPr>
              <a:t> </a:t>
            </a:r>
            <a:r>
              <a:rPr sz="2200" spc="-100" dirty="0">
                <a:solidFill>
                  <a:srgbClr val="273139"/>
                </a:solidFill>
                <a:latin typeface="Times New Roman"/>
                <a:cs typeface="Times New Roman"/>
              </a:rPr>
              <a:t>are</a:t>
            </a:r>
            <a:r>
              <a:rPr sz="2200" spc="-20" dirty="0">
                <a:solidFill>
                  <a:srgbClr val="273139"/>
                </a:solidFill>
                <a:latin typeface="Times New Roman"/>
                <a:cs typeface="Times New Roman"/>
              </a:rPr>
              <a:t> </a:t>
            </a:r>
            <a:r>
              <a:rPr sz="2200" spc="-85" dirty="0">
                <a:solidFill>
                  <a:srgbClr val="273139"/>
                </a:solidFill>
                <a:latin typeface="Times New Roman"/>
                <a:cs typeface="Times New Roman"/>
              </a:rPr>
              <a:t>quite</a:t>
            </a:r>
            <a:r>
              <a:rPr sz="2200" spc="-40" dirty="0">
                <a:solidFill>
                  <a:srgbClr val="273139"/>
                </a:solidFill>
                <a:latin typeface="Times New Roman"/>
                <a:cs typeface="Times New Roman"/>
              </a:rPr>
              <a:t> </a:t>
            </a:r>
            <a:r>
              <a:rPr sz="2200" spc="-130" dirty="0">
                <a:solidFill>
                  <a:srgbClr val="273139"/>
                </a:solidFill>
                <a:latin typeface="Times New Roman"/>
                <a:cs typeface="Times New Roman"/>
              </a:rPr>
              <a:t>good</a:t>
            </a:r>
            <a:r>
              <a:rPr sz="2200" spc="-25" dirty="0">
                <a:solidFill>
                  <a:srgbClr val="273139"/>
                </a:solidFill>
                <a:latin typeface="Times New Roman"/>
                <a:cs typeface="Times New Roman"/>
              </a:rPr>
              <a:t> </a:t>
            </a:r>
            <a:r>
              <a:rPr sz="2200" spc="-125" dirty="0">
                <a:solidFill>
                  <a:srgbClr val="273139"/>
                </a:solidFill>
                <a:latin typeface="Times New Roman"/>
                <a:cs typeface="Times New Roman"/>
              </a:rPr>
              <a:t>like</a:t>
            </a:r>
            <a:r>
              <a:rPr sz="2200" spc="-40" dirty="0">
                <a:solidFill>
                  <a:srgbClr val="273139"/>
                </a:solidFill>
                <a:latin typeface="Times New Roman"/>
                <a:cs typeface="Times New Roman"/>
              </a:rPr>
              <a:t> </a:t>
            </a:r>
            <a:r>
              <a:rPr sz="2200" spc="-10" dirty="0">
                <a:solidFill>
                  <a:srgbClr val="273139"/>
                </a:solidFill>
                <a:latin typeface="Times New Roman"/>
                <a:cs typeface="Times New Roman"/>
              </a:rPr>
              <a:t>99.9%.</a:t>
            </a:r>
            <a:endParaRPr sz="2200">
              <a:latin typeface="Times New Roman"/>
              <a:cs typeface="Times New Roman"/>
            </a:endParaRPr>
          </a:p>
          <a:p>
            <a:pPr marL="286385" indent="-273685">
              <a:lnSpc>
                <a:spcPct val="100000"/>
              </a:lnSpc>
              <a:buClr>
                <a:srgbClr val="D24717"/>
              </a:buClr>
              <a:buSzPct val="84090"/>
              <a:buFont typeface="Arial MT"/>
              <a:buChar char="•"/>
              <a:tabLst>
                <a:tab pos="286385" algn="l"/>
              </a:tabLst>
            </a:pPr>
            <a:r>
              <a:rPr sz="2200" spc="-105" dirty="0">
                <a:solidFill>
                  <a:srgbClr val="273139"/>
                </a:solidFill>
                <a:latin typeface="Times New Roman"/>
                <a:cs typeface="Times New Roman"/>
              </a:rPr>
              <a:t>Durability</a:t>
            </a:r>
            <a:r>
              <a:rPr sz="2200" spc="-35" dirty="0">
                <a:solidFill>
                  <a:srgbClr val="273139"/>
                </a:solidFill>
                <a:latin typeface="Times New Roman"/>
                <a:cs typeface="Times New Roman"/>
              </a:rPr>
              <a:t> </a:t>
            </a:r>
            <a:r>
              <a:rPr sz="2200" spc="-145" dirty="0">
                <a:solidFill>
                  <a:srgbClr val="273139"/>
                </a:solidFill>
                <a:latin typeface="Times New Roman"/>
                <a:cs typeface="Times New Roman"/>
              </a:rPr>
              <a:t>of</a:t>
            </a:r>
            <a:r>
              <a:rPr sz="2200" spc="-20" dirty="0">
                <a:solidFill>
                  <a:srgbClr val="273139"/>
                </a:solidFill>
                <a:latin typeface="Times New Roman"/>
                <a:cs typeface="Times New Roman"/>
              </a:rPr>
              <a:t> </a:t>
            </a:r>
            <a:r>
              <a:rPr sz="2200" spc="-215" dirty="0">
                <a:solidFill>
                  <a:srgbClr val="273139"/>
                </a:solidFill>
                <a:latin typeface="Times New Roman"/>
                <a:cs typeface="Times New Roman"/>
              </a:rPr>
              <a:t>S3</a:t>
            </a:r>
            <a:r>
              <a:rPr sz="2200" spc="-20" dirty="0">
                <a:solidFill>
                  <a:srgbClr val="273139"/>
                </a:solidFill>
                <a:latin typeface="Times New Roman"/>
                <a:cs typeface="Times New Roman"/>
              </a:rPr>
              <a:t> </a:t>
            </a:r>
            <a:r>
              <a:rPr sz="2200" spc="-90" dirty="0">
                <a:solidFill>
                  <a:srgbClr val="273139"/>
                </a:solidFill>
                <a:latin typeface="Times New Roman"/>
                <a:cs typeface="Times New Roman"/>
              </a:rPr>
              <a:t>Intelligent-</a:t>
            </a:r>
            <a:r>
              <a:rPr sz="2200" spc="-305" dirty="0">
                <a:solidFill>
                  <a:srgbClr val="273139"/>
                </a:solidFill>
                <a:latin typeface="Times New Roman"/>
                <a:cs typeface="Times New Roman"/>
              </a:rPr>
              <a:t> </a:t>
            </a:r>
            <a:r>
              <a:rPr sz="2200" spc="-100" dirty="0">
                <a:solidFill>
                  <a:srgbClr val="273139"/>
                </a:solidFill>
                <a:latin typeface="Times New Roman"/>
                <a:cs typeface="Times New Roman"/>
              </a:rPr>
              <a:t>Tiering</a:t>
            </a:r>
            <a:r>
              <a:rPr sz="2200" spc="-30" dirty="0">
                <a:solidFill>
                  <a:srgbClr val="273139"/>
                </a:solidFill>
                <a:latin typeface="Times New Roman"/>
                <a:cs typeface="Times New Roman"/>
              </a:rPr>
              <a:t> </a:t>
            </a:r>
            <a:r>
              <a:rPr sz="2200" spc="-145" dirty="0">
                <a:solidFill>
                  <a:srgbClr val="273139"/>
                </a:solidFill>
                <a:latin typeface="Times New Roman"/>
                <a:cs typeface="Times New Roman"/>
              </a:rPr>
              <a:t>is</a:t>
            </a:r>
            <a:r>
              <a:rPr sz="2200" spc="-35" dirty="0">
                <a:solidFill>
                  <a:srgbClr val="273139"/>
                </a:solidFill>
                <a:latin typeface="Times New Roman"/>
                <a:cs typeface="Times New Roman"/>
              </a:rPr>
              <a:t> </a:t>
            </a:r>
            <a:r>
              <a:rPr sz="2200" spc="-10" dirty="0">
                <a:solidFill>
                  <a:srgbClr val="273139"/>
                </a:solidFill>
                <a:latin typeface="Times New Roman"/>
                <a:cs typeface="Times New Roman"/>
              </a:rPr>
              <a:t>99.999999999%.</a:t>
            </a:r>
            <a:endParaRPr sz="2200">
              <a:latin typeface="Times New Roman"/>
              <a:cs typeface="Times New Roman"/>
            </a:endParaRPr>
          </a:p>
        </p:txBody>
      </p:sp>
      <p:sp>
        <p:nvSpPr>
          <p:cNvPr id="5" name="object 5"/>
          <p:cNvSpPr txBox="1"/>
          <p:nvPr/>
        </p:nvSpPr>
        <p:spPr>
          <a:xfrm>
            <a:off x="263753" y="6329531"/>
            <a:ext cx="205740" cy="227965"/>
          </a:xfrm>
          <a:prstGeom prst="rect">
            <a:avLst/>
          </a:prstGeom>
        </p:spPr>
        <p:txBody>
          <a:bodyPr vert="horz" wrap="square" lIns="0" tIns="0" rIns="0" bIns="0" rtlCol="0">
            <a:spAutoFit/>
          </a:bodyPr>
          <a:lstStyle/>
          <a:p>
            <a:pPr marL="12700">
              <a:lnSpc>
                <a:spcPts val="1664"/>
              </a:lnSpc>
            </a:pPr>
            <a:r>
              <a:rPr sz="1400" spc="-90" dirty="0">
                <a:solidFill>
                  <a:srgbClr val="FFFFFF"/>
                </a:solidFill>
                <a:latin typeface="Franklin Gothic Medium"/>
                <a:cs typeface="Franklin Gothic Medium"/>
              </a:rPr>
              <a:t>71</a:t>
            </a:r>
            <a:endParaRPr sz="1400">
              <a:latin typeface="Franklin Gothic Medium"/>
              <a:cs typeface="Franklin Gothic Medium"/>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057402"/>
            <a:ext cx="8301355" cy="5049520"/>
          </a:xfrm>
          <a:prstGeom prst="rect">
            <a:avLst/>
          </a:prstGeom>
        </p:spPr>
        <p:txBody>
          <a:bodyPr vert="horz" wrap="square" lIns="0" tIns="12700" rIns="0" bIns="0" rtlCol="0">
            <a:spAutoFit/>
          </a:bodyPr>
          <a:lstStyle/>
          <a:p>
            <a:pPr marL="286385" marR="52069" indent="-274320" algn="just">
              <a:lnSpc>
                <a:spcPct val="100000"/>
              </a:lnSpc>
              <a:spcBef>
                <a:spcPts val="100"/>
              </a:spcBef>
              <a:buClr>
                <a:srgbClr val="D24717"/>
              </a:buClr>
              <a:buSzPct val="85416"/>
              <a:buFont typeface="Segoe UI Symbol"/>
              <a:buChar char="⚫"/>
              <a:tabLst>
                <a:tab pos="286385" algn="l"/>
              </a:tabLst>
            </a:pPr>
            <a:r>
              <a:rPr sz="2400" b="1" spc="-280" dirty="0">
                <a:solidFill>
                  <a:srgbClr val="273139"/>
                </a:solidFill>
                <a:latin typeface="Times New Roman"/>
                <a:cs typeface="Times New Roman"/>
              </a:rPr>
              <a:t>S3</a:t>
            </a:r>
            <a:r>
              <a:rPr sz="2400" b="1" spc="130" dirty="0">
                <a:solidFill>
                  <a:srgbClr val="273139"/>
                </a:solidFill>
                <a:latin typeface="Times New Roman"/>
                <a:cs typeface="Times New Roman"/>
              </a:rPr>
              <a:t> </a:t>
            </a:r>
            <a:r>
              <a:rPr sz="2400" b="1" spc="-50" dirty="0">
                <a:solidFill>
                  <a:srgbClr val="273139"/>
                </a:solidFill>
                <a:latin typeface="Times New Roman"/>
                <a:cs typeface="Times New Roman"/>
              </a:rPr>
              <a:t>Standard-</a:t>
            </a:r>
            <a:r>
              <a:rPr sz="2400" b="1" spc="-20" dirty="0">
                <a:solidFill>
                  <a:srgbClr val="273139"/>
                </a:solidFill>
                <a:latin typeface="Times New Roman"/>
                <a:cs typeface="Times New Roman"/>
              </a:rPr>
              <a:t>Infrequent</a:t>
            </a:r>
            <a:r>
              <a:rPr sz="2400" b="1" spc="-130" dirty="0">
                <a:solidFill>
                  <a:srgbClr val="273139"/>
                </a:solidFill>
                <a:latin typeface="Times New Roman"/>
                <a:cs typeface="Times New Roman"/>
              </a:rPr>
              <a:t> </a:t>
            </a:r>
            <a:r>
              <a:rPr sz="2400" b="1" spc="-55" dirty="0">
                <a:solidFill>
                  <a:srgbClr val="273139"/>
                </a:solidFill>
                <a:latin typeface="Times New Roman"/>
                <a:cs typeface="Times New Roman"/>
              </a:rPr>
              <a:t>Access:</a:t>
            </a:r>
            <a:r>
              <a:rPr sz="2400" b="1" spc="-95" dirty="0">
                <a:solidFill>
                  <a:srgbClr val="273139"/>
                </a:solidFill>
                <a:latin typeface="Times New Roman"/>
                <a:cs typeface="Times New Roman"/>
              </a:rPr>
              <a:t> </a:t>
            </a:r>
            <a:r>
              <a:rPr sz="2400" b="1" spc="-45" dirty="0">
                <a:solidFill>
                  <a:srgbClr val="273139"/>
                </a:solidFill>
                <a:latin typeface="Times New Roman"/>
                <a:cs typeface="Times New Roman"/>
              </a:rPr>
              <a:t>Cost-</a:t>
            </a:r>
            <a:r>
              <a:rPr sz="2400" b="1" spc="-35" dirty="0">
                <a:solidFill>
                  <a:srgbClr val="273139"/>
                </a:solidFill>
                <a:latin typeface="Times New Roman"/>
                <a:cs typeface="Times New Roman"/>
              </a:rPr>
              <a:t>Effective</a:t>
            </a:r>
            <a:r>
              <a:rPr sz="2400" b="1" spc="-114" dirty="0">
                <a:solidFill>
                  <a:srgbClr val="273139"/>
                </a:solidFill>
                <a:latin typeface="Times New Roman"/>
                <a:cs typeface="Times New Roman"/>
              </a:rPr>
              <a:t> </a:t>
            </a:r>
            <a:r>
              <a:rPr sz="2400" b="1" spc="-35" dirty="0">
                <a:solidFill>
                  <a:srgbClr val="273139"/>
                </a:solidFill>
                <a:latin typeface="Times New Roman"/>
                <a:cs typeface="Times New Roman"/>
              </a:rPr>
              <a:t>Storage</a:t>
            </a:r>
            <a:r>
              <a:rPr sz="2400" b="1" spc="-15" dirty="0">
                <a:solidFill>
                  <a:srgbClr val="273139"/>
                </a:solidFill>
                <a:latin typeface="Times New Roman"/>
                <a:cs typeface="Times New Roman"/>
              </a:rPr>
              <a:t> </a:t>
            </a:r>
            <a:r>
              <a:rPr sz="2400" b="1" dirty="0">
                <a:solidFill>
                  <a:srgbClr val="273139"/>
                </a:solidFill>
                <a:latin typeface="Times New Roman"/>
                <a:cs typeface="Times New Roman"/>
              </a:rPr>
              <a:t>for</a:t>
            </a:r>
            <a:r>
              <a:rPr sz="2400" b="1" spc="20" dirty="0">
                <a:solidFill>
                  <a:srgbClr val="273139"/>
                </a:solidFill>
                <a:latin typeface="Times New Roman"/>
                <a:cs typeface="Times New Roman"/>
              </a:rPr>
              <a:t> </a:t>
            </a:r>
            <a:r>
              <a:rPr sz="2400" b="1" spc="-20" dirty="0">
                <a:solidFill>
                  <a:srgbClr val="273139"/>
                </a:solidFill>
                <a:latin typeface="Times New Roman"/>
                <a:cs typeface="Times New Roman"/>
              </a:rPr>
              <a:t>Less </a:t>
            </a:r>
            <a:r>
              <a:rPr sz="2400" b="1" spc="-25" dirty="0">
                <a:solidFill>
                  <a:srgbClr val="273139"/>
                </a:solidFill>
                <a:latin typeface="Times New Roman"/>
                <a:cs typeface="Times New Roman"/>
              </a:rPr>
              <a:t>Frequently</a:t>
            </a:r>
            <a:r>
              <a:rPr sz="2400" b="1" spc="-90" dirty="0">
                <a:solidFill>
                  <a:srgbClr val="273139"/>
                </a:solidFill>
                <a:latin typeface="Times New Roman"/>
                <a:cs typeface="Times New Roman"/>
              </a:rPr>
              <a:t> </a:t>
            </a:r>
            <a:r>
              <a:rPr sz="2400" b="1" dirty="0">
                <a:solidFill>
                  <a:srgbClr val="273139"/>
                </a:solidFill>
                <a:latin typeface="Times New Roman"/>
                <a:cs typeface="Times New Roman"/>
              </a:rPr>
              <a:t>Used</a:t>
            </a:r>
            <a:r>
              <a:rPr sz="2400" b="1" spc="-70" dirty="0">
                <a:solidFill>
                  <a:srgbClr val="273139"/>
                </a:solidFill>
                <a:latin typeface="Times New Roman"/>
                <a:cs typeface="Times New Roman"/>
              </a:rPr>
              <a:t> </a:t>
            </a:r>
            <a:r>
              <a:rPr sz="2400" b="1" spc="-20" dirty="0">
                <a:solidFill>
                  <a:srgbClr val="273139"/>
                </a:solidFill>
                <a:latin typeface="Times New Roman"/>
                <a:cs typeface="Times New Roman"/>
              </a:rPr>
              <a:t>Data</a:t>
            </a:r>
            <a:endParaRPr sz="2400">
              <a:latin typeface="Times New Roman"/>
              <a:cs typeface="Times New Roman"/>
            </a:endParaRPr>
          </a:p>
          <a:p>
            <a:pPr marL="286385" marR="5080" indent="-274320" algn="just">
              <a:lnSpc>
                <a:spcPct val="100000"/>
              </a:lnSpc>
              <a:spcBef>
                <a:spcPts val="600"/>
              </a:spcBef>
              <a:buClr>
                <a:srgbClr val="D24717"/>
              </a:buClr>
              <a:buSzPct val="85416"/>
              <a:buFont typeface="Segoe UI Symbol"/>
              <a:buChar char="⚫"/>
              <a:tabLst>
                <a:tab pos="286385" algn="l"/>
              </a:tabLst>
            </a:pPr>
            <a:r>
              <a:rPr sz="2400" spc="-265" dirty="0">
                <a:solidFill>
                  <a:srgbClr val="273139"/>
                </a:solidFill>
                <a:latin typeface="Times New Roman"/>
                <a:cs typeface="Times New Roman"/>
              </a:rPr>
              <a:t>To</a:t>
            </a:r>
            <a:r>
              <a:rPr sz="2400" spc="425" dirty="0">
                <a:solidFill>
                  <a:srgbClr val="273139"/>
                </a:solidFill>
                <a:latin typeface="Times New Roman"/>
                <a:cs typeface="Times New Roman"/>
              </a:rPr>
              <a:t> </a:t>
            </a:r>
            <a:r>
              <a:rPr sz="2400" spc="-165" dirty="0">
                <a:solidFill>
                  <a:srgbClr val="273139"/>
                </a:solidFill>
                <a:latin typeface="Times New Roman"/>
                <a:cs typeface="Times New Roman"/>
              </a:rPr>
              <a:t>access</a:t>
            </a:r>
            <a:r>
              <a:rPr sz="2400" spc="420"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409" dirty="0">
                <a:solidFill>
                  <a:srgbClr val="273139"/>
                </a:solidFill>
                <a:latin typeface="Times New Roman"/>
                <a:cs typeface="Times New Roman"/>
              </a:rPr>
              <a:t> </a:t>
            </a:r>
            <a:r>
              <a:rPr sz="2400" spc="-145" dirty="0">
                <a:solidFill>
                  <a:srgbClr val="273139"/>
                </a:solidFill>
                <a:latin typeface="Times New Roman"/>
                <a:cs typeface="Times New Roman"/>
              </a:rPr>
              <a:t>less</a:t>
            </a:r>
            <a:r>
              <a:rPr sz="2400" spc="434" dirty="0">
                <a:solidFill>
                  <a:srgbClr val="273139"/>
                </a:solidFill>
                <a:latin typeface="Times New Roman"/>
                <a:cs typeface="Times New Roman"/>
              </a:rPr>
              <a:t> </a:t>
            </a:r>
            <a:r>
              <a:rPr sz="2400" spc="-110" dirty="0">
                <a:solidFill>
                  <a:srgbClr val="273139"/>
                </a:solidFill>
                <a:latin typeface="Times New Roman"/>
                <a:cs typeface="Times New Roman"/>
              </a:rPr>
              <a:t>frequently</a:t>
            </a:r>
            <a:r>
              <a:rPr sz="2400" spc="430" dirty="0">
                <a:solidFill>
                  <a:srgbClr val="273139"/>
                </a:solidFill>
                <a:latin typeface="Times New Roman"/>
                <a:cs typeface="Times New Roman"/>
              </a:rPr>
              <a:t> </a:t>
            </a:r>
            <a:r>
              <a:rPr sz="2400" spc="-130" dirty="0">
                <a:solidFill>
                  <a:srgbClr val="273139"/>
                </a:solidFill>
                <a:latin typeface="Times New Roman"/>
                <a:cs typeface="Times New Roman"/>
              </a:rPr>
              <a:t>used</a:t>
            </a:r>
            <a:r>
              <a:rPr sz="2400" spc="420" dirty="0">
                <a:solidFill>
                  <a:srgbClr val="273139"/>
                </a:solidFill>
                <a:latin typeface="Times New Roman"/>
                <a:cs typeface="Times New Roman"/>
              </a:rPr>
              <a:t> </a:t>
            </a:r>
            <a:r>
              <a:rPr sz="2400" spc="-85" dirty="0">
                <a:solidFill>
                  <a:srgbClr val="273139"/>
                </a:solidFill>
                <a:latin typeface="Times New Roman"/>
                <a:cs typeface="Times New Roman"/>
              </a:rPr>
              <a:t>data,</a:t>
            </a:r>
            <a:r>
              <a:rPr sz="2400" spc="330" dirty="0">
                <a:solidFill>
                  <a:srgbClr val="273139"/>
                </a:solidFill>
                <a:latin typeface="Times New Roman"/>
                <a:cs typeface="Times New Roman"/>
              </a:rPr>
              <a:t> </a:t>
            </a:r>
            <a:r>
              <a:rPr sz="2400" spc="-110" dirty="0">
                <a:solidFill>
                  <a:srgbClr val="273139"/>
                </a:solidFill>
                <a:latin typeface="Times New Roman"/>
                <a:cs typeface="Times New Roman"/>
              </a:rPr>
              <a:t>users</a:t>
            </a:r>
            <a:r>
              <a:rPr sz="2400" spc="430" dirty="0">
                <a:solidFill>
                  <a:srgbClr val="273139"/>
                </a:solidFill>
                <a:latin typeface="Times New Roman"/>
                <a:cs typeface="Times New Roman"/>
              </a:rPr>
              <a:t> </a:t>
            </a:r>
            <a:r>
              <a:rPr sz="2400" spc="-130" dirty="0">
                <a:solidFill>
                  <a:srgbClr val="273139"/>
                </a:solidFill>
                <a:latin typeface="Times New Roman"/>
                <a:cs typeface="Times New Roman"/>
              </a:rPr>
              <a:t>use</a:t>
            </a:r>
            <a:r>
              <a:rPr sz="2400" spc="41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434" dirty="0">
                <a:solidFill>
                  <a:srgbClr val="273139"/>
                </a:solidFill>
                <a:latin typeface="Times New Roman"/>
                <a:cs typeface="Times New Roman"/>
              </a:rPr>
              <a:t> </a:t>
            </a:r>
            <a:r>
              <a:rPr sz="2400" spc="-114" dirty="0">
                <a:solidFill>
                  <a:srgbClr val="273139"/>
                </a:solidFill>
                <a:latin typeface="Times New Roman"/>
                <a:cs typeface="Times New Roman"/>
              </a:rPr>
              <a:t>Standard-</a:t>
            </a:r>
            <a:r>
              <a:rPr sz="2400" spc="-145" dirty="0">
                <a:solidFill>
                  <a:srgbClr val="273139"/>
                </a:solidFill>
                <a:latin typeface="Times New Roman"/>
                <a:cs typeface="Times New Roman"/>
              </a:rPr>
              <a:t>IA.</a:t>
            </a:r>
            <a:r>
              <a:rPr sz="2400" spc="330" dirty="0">
                <a:solidFill>
                  <a:srgbClr val="273139"/>
                </a:solidFill>
                <a:latin typeface="Times New Roman"/>
                <a:cs typeface="Times New Roman"/>
              </a:rPr>
              <a:t> </a:t>
            </a:r>
            <a:r>
              <a:rPr sz="2400" spc="-80" dirty="0">
                <a:solidFill>
                  <a:srgbClr val="273139"/>
                </a:solidFill>
                <a:latin typeface="Times New Roman"/>
                <a:cs typeface="Times New Roman"/>
              </a:rPr>
              <a:t>It</a:t>
            </a:r>
            <a:r>
              <a:rPr sz="2400" spc="-65" dirty="0">
                <a:solidFill>
                  <a:srgbClr val="273139"/>
                </a:solidFill>
                <a:latin typeface="Times New Roman"/>
                <a:cs typeface="Times New Roman"/>
              </a:rPr>
              <a:t> </a:t>
            </a:r>
            <a:r>
              <a:rPr sz="2400" spc="-95" dirty="0">
                <a:solidFill>
                  <a:srgbClr val="273139"/>
                </a:solidFill>
                <a:latin typeface="Times New Roman"/>
                <a:cs typeface="Times New Roman"/>
              </a:rPr>
              <a:t>requires</a:t>
            </a:r>
            <a:r>
              <a:rPr sz="2400" spc="165" dirty="0">
                <a:solidFill>
                  <a:srgbClr val="273139"/>
                </a:solidFill>
                <a:latin typeface="Times New Roman"/>
                <a:cs typeface="Times New Roman"/>
              </a:rPr>
              <a:t> </a:t>
            </a:r>
            <a:r>
              <a:rPr sz="2400" spc="-105" dirty="0">
                <a:solidFill>
                  <a:srgbClr val="273139"/>
                </a:solidFill>
                <a:latin typeface="Times New Roman"/>
                <a:cs typeface="Times New Roman"/>
              </a:rPr>
              <a:t>rapid</a:t>
            </a:r>
            <a:r>
              <a:rPr sz="2400" spc="160" dirty="0">
                <a:solidFill>
                  <a:srgbClr val="273139"/>
                </a:solidFill>
                <a:latin typeface="Times New Roman"/>
                <a:cs typeface="Times New Roman"/>
              </a:rPr>
              <a:t> </a:t>
            </a:r>
            <a:r>
              <a:rPr sz="2400" spc="-165" dirty="0">
                <a:solidFill>
                  <a:srgbClr val="273139"/>
                </a:solidFill>
                <a:latin typeface="Times New Roman"/>
                <a:cs typeface="Times New Roman"/>
              </a:rPr>
              <a:t>access</a:t>
            </a:r>
            <a:r>
              <a:rPr sz="2400" spc="175" dirty="0">
                <a:solidFill>
                  <a:srgbClr val="273139"/>
                </a:solidFill>
                <a:latin typeface="Times New Roman"/>
                <a:cs typeface="Times New Roman"/>
              </a:rPr>
              <a:t> </a:t>
            </a:r>
            <a:r>
              <a:rPr sz="2400" spc="-130" dirty="0">
                <a:solidFill>
                  <a:srgbClr val="273139"/>
                </a:solidFill>
                <a:latin typeface="Times New Roman"/>
                <a:cs typeface="Times New Roman"/>
              </a:rPr>
              <a:t>when</a:t>
            </a:r>
            <a:r>
              <a:rPr sz="2400" spc="150" dirty="0">
                <a:solidFill>
                  <a:srgbClr val="273139"/>
                </a:solidFill>
                <a:latin typeface="Times New Roman"/>
                <a:cs typeface="Times New Roman"/>
              </a:rPr>
              <a:t> </a:t>
            </a:r>
            <a:r>
              <a:rPr sz="2400" spc="-75" dirty="0">
                <a:solidFill>
                  <a:srgbClr val="273139"/>
                </a:solidFill>
                <a:latin typeface="Times New Roman"/>
                <a:cs typeface="Times New Roman"/>
              </a:rPr>
              <a:t>needed.</a:t>
            </a:r>
            <a:r>
              <a:rPr sz="2400" spc="65" dirty="0">
                <a:solidFill>
                  <a:srgbClr val="273139"/>
                </a:solidFill>
                <a:latin typeface="Times New Roman"/>
                <a:cs typeface="Times New Roman"/>
              </a:rPr>
              <a:t> </a:t>
            </a:r>
            <a:r>
              <a:rPr sz="2400" spc="-220" dirty="0">
                <a:solidFill>
                  <a:srgbClr val="273139"/>
                </a:solidFill>
                <a:latin typeface="Times New Roman"/>
                <a:cs typeface="Times New Roman"/>
              </a:rPr>
              <a:t>We</a:t>
            </a:r>
            <a:r>
              <a:rPr sz="2400" spc="165" dirty="0">
                <a:solidFill>
                  <a:srgbClr val="273139"/>
                </a:solidFill>
                <a:latin typeface="Times New Roman"/>
                <a:cs typeface="Times New Roman"/>
              </a:rPr>
              <a:t> </a:t>
            </a:r>
            <a:r>
              <a:rPr sz="2400" spc="-145" dirty="0">
                <a:solidFill>
                  <a:srgbClr val="273139"/>
                </a:solidFill>
                <a:latin typeface="Times New Roman"/>
                <a:cs typeface="Times New Roman"/>
              </a:rPr>
              <a:t>can</a:t>
            </a:r>
            <a:r>
              <a:rPr sz="2400" spc="170" dirty="0">
                <a:solidFill>
                  <a:srgbClr val="273139"/>
                </a:solidFill>
                <a:latin typeface="Times New Roman"/>
                <a:cs typeface="Times New Roman"/>
              </a:rPr>
              <a:t> </a:t>
            </a:r>
            <a:r>
              <a:rPr sz="2400" spc="-150" dirty="0">
                <a:solidFill>
                  <a:srgbClr val="273139"/>
                </a:solidFill>
                <a:latin typeface="Times New Roman"/>
                <a:cs typeface="Times New Roman"/>
              </a:rPr>
              <a:t>achieve</a:t>
            </a:r>
            <a:r>
              <a:rPr sz="2400" spc="165" dirty="0">
                <a:solidFill>
                  <a:srgbClr val="273139"/>
                </a:solidFill>
                <a:latin typeface="Times New Roman"/>
                <a:cs typeface="Times New Roman"/>
              </a:rPr>
              <a:t> </a:t>
            </a:r>
            <a:r>
              <a:rPr sz="2400" spc="-165" dirty="0">
                <a:solidFill>
                  <a:srgbClr val="273139"/>
                </a:solidFill>
                <a:latin typeface="Times New Roman"/>
                <a:cs typeface="Times New Roman"/>
              </a:rPr>
              <a:t>high</a:t>
            </a:r>
            <a:r>
              <a:rPr sz="2400" spc="170" dirty="0">
                <a:solidFill>
                  <a:srgbClr val="273139"/>
                </a:solidFill>
                <a:latin typeface="Times New Roman"/>
                <a:cs typeface="Times New Roman"/>
              </a:rPr>
              <a:t> </a:t>
            </a:r>
            <a:r>
              <a:rPr sz="2400" spc="-65" dirty="0">
                <a:solidFill>
                  <a:srgbClr val="273139"/>
                </a:solidFill>
                <a:latin typeface="Times New Roman"/>
                <a:cs typeface="Times New Roman"/>
              </a:rPr>
              <a:t>strength,</a:t>
            </a:r>
            <a:r>
              <a:rPr sz="2400" spc="45" dirty="0">
                <a:solidFill>
                  <a:srgbClr val="273139"/>
                </a:solidFill>
                <a:latin typeface="Times New Roman"/>
                <a:cs typeface="Times New Roman"/>
              </a:rPr>
              <a:t> </a:t>
            </a:r>
            <a:r>
              <a:rPr sz="2400" spc="-160" dirty="0">
                <a:solidFill>
                  <a:srgbClr val="273139"/>
                </a:solidFill>
                <a:latin typeface="Times New Roman"/>
                <a:cs typeface="Times New Roman"/>
              </a:rPr>
              <a:t>high</a:t>
            </a:r>
            <a:r>
              <a:rPr sz="2400" spc="-90" dirty="0">
                <a:solidFill>
                  <a:srgbClr val="273139"/>
                </a:solidFill>
                <a:latin typeface="Times New Roman"/>
                <a:cs typeface="Times New Roman"/>
              </a:rPr>
              <a:t> </a:t>
            </a:r>
            <a:r>
              <a:rPr sz="2400" spc="-40" dirty="0">
                <a:solidFill>
                  <a:srgbClr val="273139"/>
                </a:solidFill>
                <a:latin typeface="Times New Roman"/>
                <a:cs typeface="Times New Roman"/>
              </a:rPr>
              <a:t>output,</a:t>
            </a:r>
            <a:r>
              <a:rPr sz="2400" spc="-50" dirty="0">
                <a:solidFill>
                  <a:srgbClr val="273139"/>
                </a:solidFill>
                <a:latin typeface="Times New Roman"/>
                <a:cs typeface="Times New Roman"/>
              </a:rPr>
              <a:t> </a:t>
            </a:r>
            <a:r>
              <a:rPr sz="2400" spc="-140" dirty="0">
                <a:solidFill>
                  <a:srgbClr val="273139"/>
                </a:solidFill>
                <a:latin typeface="Times New Roman"/>
                <a:cs typeface="Times New Roman"/>
              </a:rPr>
              <a:t>and</a:t>
            </a:r>
            <a:r>
              <a:rPr sz="2400" spc="45" dirty="0">
                <a:solidFill>
                  <a:srgbClr val="273139"/>
                </a:solidFill>
                <a:latin typeface="Times New Roman"/>
                <a:cs typeface="Times New Roman"/>
              </a:rPr>
              <a:t> </a:t>
            </a:r>
            <a:r>
              <a:rPr sz="2400" spc="-140" dirty="0">
                <a:solidFill>
                  <a:srgbClr val="273139"/>
                </a:solidFill>
                <a:latin typeface="Times New Roman"/>
                <a:cs typeface="Times New Roman"/>
              </a:rPr>
              <a:t>low</a:t>
            </a:r>
            <a:r>
              <a:rPr sz="2400" spc="40" dirty="0">
                <a:solidFill>
                  <a:srgbClr val="273139"/>
                </a:solidFill>
                <a:latin typeface="Times New Roman"/>
                <a:cs typeface="Times New Roman"/>
              </a:rPr>
              <a:t> </a:t>
            </a:r>
            <a:r>
              <a:rPr sz="2400" spc="-120" dirty="0">
                <a:solidFill>
                  <a:srgbClr val="273139"/>
                </a:solidFill>
                <a:latin typeface="Times New Roman"/>
                <a:cs typeface="Times New Roman"/>
              </a:rPr>
              <a:t>bandwidth</a:t>
            </a:r>
            <a:r>
              <a:rPr sz="2400" spc="55" dirty="0">
                <a:solidFill>
                  <a:srgbClr val="273139"/>
                </a:solidFill>
                <a:latin typeface="Times New Roman"/>
                <a:cs typeface="Times New Roman"/>
              </a:rPr>
              <a:t> </a:t>
            </a:r>
            <a:r>
              <a:rPr sz="2400" spc="-195" dirty="0">
                <a:solidFill>
                  <a:srgbClr val="273139"/>
                </a:solidFill>
                <a:latin typeface="Times New Roman"/>
                <a:cs typeface="Times New Roman"/>
              </a:rPr>
              <a:t>by</a:t>
            </a:r>
            <a:r>
              <a:rPr sz="2400" spc="40" dirty="0">
                <a:solidFill>
                  <a:srgbClr val="273139"/>
                </a:solidFill>
                <a:latin typeface="Times New Roman"/>
                <a:cs typeface="Times New Roman"/>
              </a:rPr>
              <a:t> </a:t>
            </a:r>
            <a:r>
              <a:rPr sz="2400" spc="-150" dirty="0">
                <a:solidFill>
                  <a:srgbClr val="273139"/>
                </a:solidFill>
                <a:latin typeface="Times New Roman"/>
                <a:cs typeface="Times New Roman"/>
              </a:rPr>
              <a:t>using</a:t>
            </a:r>
            <a:r>
              <a:rPr sz="2400" spc="4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40" dirty="0">
                <a:solidFill>
                  <a:srgbClr val="273139"/>
                </a:solidFill>
                <a:latin typeface="Times New Roman"/>
                <a:cs typeface="Times New Roman"/>
              </a:rPr>
              <a:t> </a:t>
            </a:r>
            <a:r>
              <a:rPr sz="2400" spc="-120" dirty="0">
                <a:solidFill>
                  <a:srgbClr val="273139"/>
                </a:solidFill>
                <a:latin typeface="Times New Roman"/>
                <a:cs typeface="Times New Roman"/>
              </a:rPr>
              <a:t>Standard-</a:t>
            </a:r>
            <a:r>
              <a:rPr sz="2400" spc="-140" dirty="0">
                <a:solidFill>
                  <a:srgbClr val="273139"/>
                </a:solidFill>
                <a:latin typeface="Times New Roman"/>
                <a:cs typeface="Times New Roman"/>
              </a:rPr>
              <a:t>IA.</a:t>
            </a:r>
            <a:r>
              <a:rPr sz="2400" spc="-55" dirty="0">
                <a:solidFill>
                  <a:srgbClr val="273139"/>
                </a:solidFill>
                <a:latin typeface="Times New Roman"/>
                <a:cs typeface="Times New Roman"/>
              </a:rPr>
              <a:t> </a:t>
            </a:r>
            <a:r>
              <a:rPr sz="2400" spc="-85" dirty="0">
                <a:solidFill>
                  <a:srgbClr val="273139"/>
                </a:solidFill>
                <a:latin typeface="Times New Roman"/>
                <a:cs typeface="Times New Roman"/>
              </a:rPr>
              <a:t>It</a:t>
            </a:r>
            <a:r>
              <a:rPr sz="2400" spc="4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best</a:t>
            </a:r>
            <a:r>
              <a:rPr sz="2400" spc="40"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storing</a:t>
            </a:r>
            <a:r>
              <a:rPr sz="2400" spc="-85"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25" dirty="0">
                <a:solidFill>
                  <a:srgbClr val="273139"/>
                </a:solidFill>
                <a:latin typeface="Times New Roman"/>
                <a:cs typeface="Times New Roman"/>
              </a:rPr>
              <a:t> </a:t>
            </a:r>
            <a:r>
              <a:rPr sz="2400" spc="-105" dirty="0">
                <a:solidFill>
                  <a:srgbClr val="273139"/>
                </a:solidFill>
                <a:latin typeface="Times New Roman"/>
                <a:cs typeface="Times New Roman"/>
              </a:rPr>
              <a:t>backup,</a:t>
            </a:r>
            <a:r>
              <a:rPr sz="2400" spc="-12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15" dirty="0">
                <a:solidFill>
                  <a:srgbClr val="273139"/>
                </a:solidFill>
                <a:latin typeface="Times New Roman"/>
                <a:cs typeface="Times New Roman"/>
              </a:rPr>
              <a:t> </a:t>
            </a:r>
            <a:r>
              <a:rPr sz="2400" spc="-120" dirty="0">
                <a:solidFill>
                  <a:srgbClr val="273139"/>
                </a:solidFill>
                <a:latin typeface="Times New Roman"/>
                <a:cs typeface="Times New Roman"/>
              </a:rPr>
              <a:t>recovery</a:t>
            </a:r>
            <a:r>
              <a:rPr sz="2400" spc="-25"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data</a:t>
            </a:r>
            <a:r>
              <a:rPr sz="2400" spc="-30"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2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25" dirty="0">
                <a:solidFill>
                  <a:srgbClr val="273139"/>
                </a:solidFill>
                <a:latin typeface="Times New Roman"/>
                <a:cs typeface="Times New Roman"/>
              </a:rPr>
              <a:t> </a:t>
            </a:r>
            <a:r>
              <a:rPr sz="2400" spc="-130" dirty="0">
                <a:solidFill>
                  <a:srgbClr val="273139"/>
                </a:solidFill>
                <a:latin typeface="Times New Roman"/>
                <a:cs typeface="Times New Roman"/>
              </a:rPr>
              <a:t>long</a:t>
            </a:r>
            <a:r>
              <a:rPr sz="2400" spc="-25" dirty="0">
                <a:solidFill>
                  <a:srgbClr val="273139"/>
                </a:solidFill>
                <a:latin typeface="Times New Roman"/>
                <a:cs typeface="Times New Roman"/>
              </a:rPr>
              <a:t> </a:t>
            </a:r>
            <a:r>
              <a:rPr sz="2400" spc="-60" dirty="0">
                <a:solidFill>
                  <a:srgbClr val="273139"/>
                </a:solidFill>
                <a:latin typeface="Times New Roman"/>
                <a:cs typeface="Times New Roman"/>
              </a:rPr>
              <a:t>time.</a:t>
            </a:r>
            <a:r>
              <a:rPr sz="2400" spc="-125" dirty="0">
                <a:solidFill>
                  <a:srgbClr val="273139"/>
                </a:solidFill>
                <a:latin typeface="Times New Roman"/>
                <a:cs typeface="Times New Roman"/>
              </a:rPr>
              <a:t> </a:t>
            </a:r>
            <a:r>
              <a:rPr sz="2400" spc="-75" dirty="0">
                <a:solidFill>
                  <a:srgbClr val="273139"/>
                </a:solidFill>
                <a:latin typeface="Times New Roman"/>
                <a:cs typeface="Times New Roman"/>
              </a:rPr>
              <a:t>It</a:t>
            </a:r>
            <a:r>
              <a:rPr sz="2400" spc="-20" dirty="0">
                <a:solidFill>
                  <a:srgbClr val="273139"/>
                </a:solidFill>
                <a:latin typeface="Times New Roman"/>
                <a:cs typeface="Times New Roman"/>
              </a:rPr>
              <a:t> </a:t>
            </a:r>
            <a:r>
              <a:rPr sz="2400" spc="-105" dirty="0">
                <a:solidFill>
                  <a:srgbClr val="273139"/>
                </a:solidFill>
                <a:latin typeface="Times New Roman"/>
                <a:cs typeface="Times New Roman"/>
              </a:rPr>
              <a:t>act</a:t>
            </a:r>
            <a:r>
              <a:rPr sz="2400" spc="-20" dirty="0">
                <a:solidFill>
                  <a:srgbClr val="273139"/>
                </a:solidFill>
                <a:latin typeface="Times New Roman"/>
                <a:cs typeface="Times New Roman"/>
              </a:rPr>
              <a:t> </a:t>
            </a:r>
            <a:r>
              <a:rPr sz="2400" spc="-190" dirty="0">
                <a:solidFill>
                  <a:srgbClr val="273139"/>
                </a:solidFill>
                <a:latin typeface="Times New Roman"/>
                <a:cs typeface="Times New Roman"/>
              </a:rPr>
              <a:t>as</a:t>
            </a:r>
            <a:r>
              <a:rPr sz="2400" spc="-2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data</a:t>
            </a:r>
            <a:r>
              <a:rPr sz="2400" spc="-30" dirty="0">
                <a:solidFill>
                  <a:srgbClr val="273139"/>
                </a:solidFill>
                <a:latin typeface="Times New Roman"/>
                <a:cs typeface="Times New Roman"/>
              </a:rPr>
              <a:t> </a:t>
            </a:r>
            <a:r>
              <a:rPr sz="2400" spc="-80" dirty="0">
                <a:solidFill>
                  <a:srgbClr val="273139"/>
                </a:solidFill>
                <a:latin typeface="Times New Roman"/>
                <a:cs typeface="Times New Roman"/>
              </a:rPr>
              <a:t>store</a:t>
            </a:r>
            <a:r>
              <a:rPr sz="2400" spc="-25"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60" dirty="0">
                <a:solidFill>
                  <a:srgbClr val="273139"/>
                </a:solidFill>
                <a:latin typeface="Times New Roman"/>
                <a:cs typeface="Times New Roman"/>
              </a:rPr>
              <a:t> </a:t>
            </a:r>
            <a:r>
              <a:rPr sz="2400" spc="-110" dirty="0">
                <a:solidFill>
                  <a:srgbClr val="273139"/>
                </a:solidFill>
                <a:latin typeface="Times New Roman"/>
                <a:cs typeface="Times New Roman"/>
              </a:rPr>
              <a:t>disaster</a:t>
            </a:r>
            <a:r>
              <a:rPr sz="2400" spc="-70" dirty="0">
                <a:solidFill>
                  <a:srgbClr val="273139"/>
                </a:solidFill>
                <a:latin typeface="Times New Roman"/>
                <a:cs typeface="Times New Roman"/>
              </a:rPr>
              <a:t> </a:t>
            </a:r>
            <a:r>
              <a:rPr sz="2400" spc="-120" dirty="0">
                <a:solidFill>
                  <a:srgbClr val="273139"/>
                </a:solidFill>
                <a:latin typeface="Times New Roman"/>
                <a:cs typeface="Times New Roman"/>
              </a:rPr>
              <a:t>recovery</a:t>
            </a:r>
            <a:r>
              <a:rPr sz="2400" spc="-65" dirty="0">
                <a:solidFill>
                  <a:srgbClr val="273139"/>
                </a:solidFill>
                <a:latin typeface="Times New Roman"/>
                <a:cs typeface="Times New Roman"/>
              </a:rPr>
              <a:t> </a:t>
            </a:r>
            <a:r>
              <a:rPr sz="2400" spc="-105" dirty="0">
                <a:solidFill>
                  <a:srgbClr val="273139"/>
                </a:solidFill>
                <a:latin typeface="Times New Roman"/>
                <a:cs typeface="Times New Roman"/>
              </a:rPr>
              <a:t>files.</a:t>
            </a:r>
            <a:endParaRPr sz="2400">
              <a:latin typeface="Times New Roman"/>
              <a:cs typeface="Times New Roman"/>
            </a:endParaRPr>
          </a:p>
          <a:p>
            <a:pPr marL="286385" indent="-273685">
              <a:lnSpc>
                <a:spcPct val="100000"/>
              </a:lnSpc>
              <a:spcBef>
                <a:spcPts val="2595"/>
              </a:spcBef>
              <a:buClr>
                <a:srgbClr val="D24717"/>
              </a:buClr>
              <a:buSzPct val="85416"/>
              <a:buFont typeface="Segoe UI Symbol"/>
              <a:buChar char="⚫"/>
              <a:tabLst>
                <a:tab pos="286385" algn="l"/>
                <a:tab pos="2682875" algn="l"/>
              </a:tabLst>
            </a:pPr>
            <a:r>
              <a:rPr sz="2400" b="1" spc="-35" dirty="0">
                <a:solidFill>
                  <a:srgbClr val="273139"/>
                </a:solidFill>
                <a:latin typeface="Times New Roman"/>
                <a:cs typeface="Times New Roman"/>
              </a:rPr>
              <a:t>Characteristics</a:t>
            </a:r>
            <a:r>
              <a:rPr sz="2400" b="1" spc="-65" dirty="0">
                <a:solidFill>
                  <a:srgbClr val="273139"/>
                </a:solidFill>
                <a:latin typeface="Times New Roman"/>
                <a:cs typeface="Times New Roman"/>
              </a:rPr>
              <a:t> </a:t>
            </a:r>
            <a:r>
              <a:rPr sz="2400" b="1" spc="-25" dirty="0">
                <a:solidFill>
                  <a:srgbClr val="273139"/>
                </a:solidFill>
                <a:latin typeface="Times New Roman"/>
                <a:cs typeface="Times New Roman"/>
              </a:rPr>
              <a:t>of</a:t>
            </a:r>
            <a:r>
              <a:rPr sz="2400" b="1" dirty="0">
                <a:solidFill>
                  <a:srgbClr val="273139"/>
                </a:solidFill>
                <a:latin typeface="Times New Roman"/>
                <a:cs typeface="Times New Roman"/>
              </a:rPr>
              <a:t>	</a:t>
            </a:r>
            <a:r>
              <a:rPr sz="2400" b="1" spc="-185" dirty="0">
                <a:solidFill>
                  <a:srgbClr val="273139"/>
                </a:solidFill>
                <a:latin typeface="Times New Roman"/>
                <a:cs typeface="Times New Roman"/>
              </a:rPr>
              <a:t>S3</a:t>
            </a:r>
            <a:r>
              <a:rPr sz="2400" b="1" spc="15" dirty="0">
                <a:solidFill>
                  <a:srgbClr val="273139"/>
                </a:solidFill>
                <a:latin typeface="Times New Roman"/>
                <a:cs typeface="Times New Roman"/>
              </a:rPr>
              <a:t> </a:t>
            </a:r>
            <a:r>
              <a:rPr sz="2400" b="1" spc="-50" dirty="0">
                <a:solidFill>
                  <a:srgbClr val="273139"/>
                </a:solidFill>
                <a:latin typeface="Times New Roman"/>
                <a:cs typeface="Times New Roman"/>
              </a:rPr>
              <a:t>Standard-</a:t>
            </a:r>
            <a:r>
              <a:rPr sz="2400" b="1" spc="-10" dirty="0">
                <a:solidFill>
                  <a:srgbClr val="273139"/>
                </a:solidFill>
                <a:latin typeface="Times New Roman"/>
                <a:cs typeface="Times New Roman"/>
              </a:rPr>
              <a:t>Infrequent</a:t>
            </a:r>
            <a:r>
              <a:rPr sz="2400" b="1" spc="-140" dirty="0">
                <a:solidFill>
                  <a:srgbClr val="273139"/>
                </a:solidFill>
                <a:latin typeface="Times New Roman"/>
                <a:cs typeface="Times New Roman"/>
              </a:rPr>
              <a:t> </a:t>
            </a:r>
            <a:r>
              <a:rPr sz="2400" b="1" spc="-10" dirty="0">
                <a:solidFill>
                  <a:srgbClr val="273139"/>
                </a:solidFill>
                <a:latin typeface="Times New Roman"/>
                <a:cs typeface="Times New Roman"/>
              </a:rPr>
              <a:t>Access</a:t>
            </a:r>
            <a:endParaRPr sz="2400">
              <a:latin typeface="Times New Roman"/>
              <a:cs typeface="Times New Roman"/>
            </a:endParaRPr>
          </a:p>
          <a:p>
            <a:pPr marL="286385" indent="-273685">
              <a:lnSpc>
                <a:spcPct val="100000"/>
              </a:lnSpc>
              <a:spcBef>
                <a:spcPts val="1800"/>
              </a:spcBef>
              <a:buClr>
                <a:srgbClr val="D24717"/>
              </a:buClr>
              <a:buSzPct val="85416"/>
              <a:buFont typeface="Arial MT"/>
              <a:buChar char="•"/>
              <a:tabLst>
                <a:tab pos="286385" algn="l"/>
              </a:tabLst>
            </a:pPr>
            <a:r>
              <a:rPr sz="2400" spc="-165" dirty="0">
                <a:solidFill>
                  <a:srgbClr val="273139"/>
                </a:solidFill>
                <a:latin typeface="Times New Roman"/>
                <a:cs typeface="Times New Roman"/>
              </a:rPr>
              <a:t>High</a:t>
            </a:r>
            <a:r>
              <a:rPr sz="2400" spc="-15" dirty="0">
                <a:solidFill>
                  <a:srgbClr val="273139"/>
                </a:solidFill>
                <a:latin typeface="Times New Roman"/>
                <a:cs typeface="Times New Roman"/>
              </a:rPr>
              <a:t> </a:t>
            </a:r>
            <a:r>
              <a:rPr sz="2400" spc="-105" dirty="0">
                <a:solidFill>
                  <a:srgbClr val="273139"/>
                </a:solidFill>
                <a:latin typeface="Times New Roman"/>
                <a:cs typeface="Times New Roman"/>
              </a:rPr>
              <a:t>performance</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20" dirty="0">
                <a:solidFill>
                  <a:srgbClr val="273139"/>
                </a:solidFill>
                <a:latin typeface="Times New Roman"/>
                <a:cs typeface="Times New Roman"/>
              </a:rPr>
              <a:t> </a:t>
            </a:r>
            <a:r>
              <a:rPr sz="2400" spc="-170" dirty="0">
                <a:solidFill>
                  <a:srgbClr val="273139"/>
                </a:solidFill>
                <a:latin typeface="Times New Roman"/>
                <a:cs typeface="Times New Roman"/>
              </a:rPr>
              <a:t>same</a:t>
            </a:r>
            <a:r>
              <a:rPr sz="2400" spc="-15" dirty="0">
                <a:solidFill>
                  <a:srgbClr val="273139"/>
                </a:solidFill>
                <a:latin typeface="Times New Roman"/>
                <a:cs typeface="Times New Roman"/>
              </a:rPr>
              <a:t> </a:t>
            </a:r>
            <a:r>
              <a:rPr sz="2400" spc="-114" dirty="0">
                <a:solidFill>
                  <a:srgbClr val="273139"/>
                </a:solidFill>
                <a:latin typeface="Times New Roman"/>
                <a:cs typeface="Times New Roman"/>
              </a:rPr>
              <a:t>action</a:t>
            </a:r>
            <a:r>
              <a:rPr sz="2400" spc="-15" dirty="0">
                <a:solidFill>
                  <a:srgbClr val="273139"/>
                </a:solidFill>
                <a:latin typeface="Times New Roman"/>
                <a:cs typeface="Times New Roman"/>
              </a:rPr>
              <a:t> </a:t>
            </a:r>
            <a:r>
              <a:rPr sz="2400" spc="-10" dirty="0">
                <a:solidFill>
                  <a:srgbClr val="273139"/>
                </a:solidFill>
                <a:latin typeface="Times New Roman"/>
                <a:cs typeface="Times New Roman"/>
              </a:rPr>
              <a:t>rate.</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220" dirty="0">
                <a:solidFill>
                  <a:srgbClr val="273139"/>
                </a:solidFill>
                <a:latin typeface="Times New Roman"/>
                <a:cs typeface="Times New Roman"/>
              </a:rPr>
              <a:t>Very</a:t>
            </a:r>
            <a:r>
              <a:rPr sz="2400" spc="-25" dirty="0">
                <a:solidFill>
                  <a:srgbClr val="273139"/>
                </a:solidFill>
                <a:latin typeface="Times New Roman"/>
                <a:cs typeface="Times New Roman"/>
              </a:rPr>
              <a:t> </a:t>
            </a:r>
            <a:r>
              <a:rPr sz="2400" spc="-114" dirty="0">
                <a:solidFill>
                  <a:srgbClr val="273139"/>
                </a:solidFill>
                <a:latin typeface="Times New Roman"/>
                <a:cs typeface="Times New Roman"/>
              </a:rPr>
              <a:t>Durable</a:t>
            </a:r>
            <a:r>
              <a:rPr sz="2400" spc="-50"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25" dirty="0">
                <a:solidFill>
                  <a:srgbClr val="273139"/>
                </a:solidFill>
                <a:latin typeface="Times New Roman"/>
                <a:cs typeface="Times New Roman"/>
              </a:rPr>
              <a:t> </a:t>
            </a:r>
            <a:r>
              <a:rPr sz="2400" spc="-135" dirty="0">
                <a:solidFill>
                  <a:srgbClr val="273139"/>
                </a:solidFill>
                <a:latin typeface="Times New Roman"/>
                <a:cs typeface="Times New Roman"/>
              </a:rPr>
              <a:t>all</a:t>
            </a:r>
            <a:r>
              <a:rPr sz="2400" spc="-220" dirty="0">
                <a:solidFill>
                  <a:srgbClr val="273139"/>
                </a:solidFill>
                <a:latin typeface="Times New Roman"/>
                <a:cs typeface="Times New Roman"/>
              </a:rPr>
              <a:t> </a:t>
            </a:r>
            <a:r>
              <a:rPr sz="2400" spc="-20" dirty="0">
                <a:solidFill>
                  <a:srgbClr val="273139"/>
                </a:solidFill>
                <a:latin typeface="Times New Roman"/>
                <a:cs typeface="Times New Roman"/>
              </a:rPr>
              <a:t>AZs.</a:t>
            </a:r>
            <a:endParaRPr sz="2400">
              <a:latin typeface="Times New Roman"/>
              <a:cs typeface="Times New Roman"/>
            </a:endParaRPr>
          </a:p>
          <a:p>
            <a:pPr marL="286385" indent="-273685">
              <a:lnSpc>
                <a:spcPct val="100000"/>
              </a:lnSpc>
              <a:spcBef>
                <a:spcPts val="5"/>
              </a:spcBef>
              <a:buClr>
                <a:srgbClr val="D24717"/>
              </a:buClr>
              <a:buSzPct val="85416"/>
              <a:buFont typeface="Arial MT"/>
              <a:buChar char="•"/>
              <a:tabLst>
                <a:tab pos="286385" algn="l"/>
              </a:tabLst>
            </a:pPr>
            <a:r>
              <a:rPr sz="2400" spc="-160" dirty="0">
                <a:solidFill>
                  <a:srgbClr val="273139"/>
                </a:solidFill>
                <a:latin typeface="Times New Roman"/>
                <a:cs typeface="Times New Roman"/>
              </a:rPr>
              <a:t>Availability</a:t>
            </a:r>
            <a:r>
              <a:rPr sz="2400" spc="-4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35" dirty="0">
                <a:solidFill>
                  <a:srgbClr val="273139"/>
                </a:solidFill>
                <a:latin typeface="Times New Roman"/>
                <a:cs typeface="Times New Roman"/>
              </a:rPr>
              <a:t> </a:t>
            </a:r>
            <a:r>
              <a:rPr sz="2400" spc="-90" dirty="0">
                <a:solidFill>
                  <a:srgbClr val="273139"/>
                </a:solidFill>
                <a:latin typeface="Times New Roman"/>
                <a:cs typeface="Times New Roman"/>
              </a:rPr>
              <a:t>99.9%</a:t>
            </a:r>
            <a:r>
              <a:rPr sz="2400" spc="-25"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3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25" dirty="0">
                <a:solidFill>
                  <a:srgbClr val="273139"/>
                </a:solidFill>
                <a:latin typeface="Times New Roman"/>
                <a:cs typeface="Times New Roman"/>
              </a:rPr>
              <a:t> </a:t>
            </a:r>
            <a:r>
              <a:rPr sz="2400" spc="-125" dirty="0">
                <a:solidFill>
                  <a:srgbClr val="273139"/>
                </a:solidFill>
                <a:latin typeface="Times New Roman"/>
                <a:cs typeface="Times New Roman"/>
              </a:rPr>
              <a:t>Standard-</a:t>
            </a:r>
            <a:r>
              <a:rPr sz="2400" spc="-25" dirty="0">
                <a:solidFill>
                  <a:srgbClr val="273139"/>
                </a:solidFill>
                <a:latin typeface="Times New Roman"/>
                <a:cs typeface="Times New Roman"/>
              </a:rPr>
              <a:t>IA.</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 pos="1780539" algn="l"/>
              </a:tabLst>
            </a:pPr>
            <a:r>
              <a:rPr sz="2400" spc="-105" dirty="0">
                <a:solidFill>
                  <a:srgbClr val="273139"/>
                </a:solidFill>
                <a:latin typeface="Times New Roman"/>
                <a:cs typeface="Times New Roman"/>
              </a:rPr>
              <a:t>Durability</a:t>
            </a:r>
            <a:r>
              <a:rPr sz="2400" spc="-70" dirty="0">
                <a:solidFill>
                  <a:srgbClr val="273139"/>
                </a:solidFill>
                <a:latin typeface="Times New Roman"/>
                <a:cs typeface="Times New Roman"/>
              </a:rPr>
              <a:t> </a:t>
            </a:r>
            <a:r>
              <a:rPr sz="2400" spc="-25" dirty="0">
                <a:solidFill>
                  <a:srgbClr val="273139"/>
                </a:solidFill>
                <a:latin typeface="Times New Roman"/>
                <a:cs typeface="Times New Roman"/>
              </a:rPr>
              <a:t>is</a:t>
            </a:r>
            <a:r>
              <a:rPr sz="240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60" dirty="0">
                <a:solidFill>
                  <a:srgbClr val="273139"/>
                </a:solidFill>
                <a:latin typeface="Times New Roman"/>
                <a:cs typeface="Times New Roman"/>
              </a:rPr>
              <a:t> </a:t>
            </a:r>
            <a:r>
              <a:rPr sz="2400" spc="-10" dirty="0">
                <a:solidFill>
                  <a:srgbClr val="273139"/>
                </a:solidFill>
                <a:latin typeface="Times New Roman"/>
                <a:cs typeface="Times New Roman"/>
              </a:rPr>
              <a:t>99.999999999%.</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77</a:t>
            </a:fld>
            <a:endParaRPr spc="-25"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 name="Ink 5">
                <a:extLst>
                  <a:ext uri="{FF2B5EF4-FFF2-40B4-BE49-F238E27FC236}">
                    <a16:creationId xmlns:a16="http://schemas.microsoft.com/office/drawing/2014/main" id="{9FE69D98-6FF0-7F07-4A94-D550052EF396}"/>
                  </a:ext>
                </a:extLst>
              </p14:cNvPr>
              <p14:cNvContentPartPr/>
              <p14:nvPr/>
            </p14:nvContentPartPr>
            <p14:xfrm>
              <a:off x="6919200" y="921888"/>
              <a:ext cx="1679040" cy="995760"/>
            </p14:xfrm>
          </p:contentPart>
        </mc:Choice>
        <mc:Fallback xmlns="">
          <p:pic>
            <p:nvPicPr>
              <p:cNvPr id="6" name="Ink 5">
                <a:extLst>
                  <a:ext uri="{FF2B5EF4-FFF2-40B4-BE49-F238E27FC236}">
                    <a16:creationId xmlns:a16="http://schemas.microsoft.com/office/drawing/2014/main" id="{9FE69D98-6FF0-7F07-4A94-D550052EF396}"/>
                  </a:ext>
                </a:extLst>
              </p:cNvPr>
              <p:cNvPicPr/>
              <p:nvPr/>
            </p:nvPicPr>
            <p:blipFill>
              <a:blip r:embed="rId3"/>
              <a:stretch>
                <a:fillRect/>
              </a:stretch>
            </p:blipFill>
            <p:spPr>
              <a:xfrm>
                <a:off x="6914880" y="917568"/>
                <a:ext cx="1687680" cy="1004400"/>
              </a:xfrm>
              <a:prstGeom prst="rect">
                <a:avLst/>
              </a:prstGeom>
            </p:spPr>
          </p:pic>
        </mc:Fallback>
      </mc:AlternateContent>
      <p:grpSp>
        <p:nvGrpSpPr>
          <p:cNvPr id="30" name="Group 29">
            <a:extLst>
              <a:ext uri="{FF2B5EF4-FFF2-40B4-BE49-F238E27FC236}">
                <a16:creationId xmlns:a16="http://schemas.microsoft.com/office/drawing/2014/main" id="{0209135C-DF70-3DEA-0698-C634164766A3}"/>
              </a:ext>
            </a:extLst>
          </p:cNvPr>
          <p:cNvGrpSpPr/>
          <p:nvPr/>
        </p:nvGrpSpPr>
        <p:grpSpPr>
          <a:xfrm>
            <a:off x="3935160" y="3702168"/>
            <a:ext cx="4969080" cy="2538720"/>
            <a:chOff x="3935160" y="3702168"/>
            <a:chExt cx="4969080" cy="253872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7" name="Ink 6">
                  <a:extLst>
                    <a:ext uri="{FF2B5EF4-FFF2-40B4-BE49-F238E27FC236}">
                      <a16:creationId xmlns:a16="http://schemas.microsoft.com/office/drawing/2014/main" id="{4427E529-9991-67F1-74FA-E9A4ACC83543}"/>
                    </a:ext>
                  </a:extLst>
                </p14:cNvPr>
                <p14:cNvContentPartPr/>
                <p14:nvPr/>
              </p14:nvContentPartPr>
              <p14:xfrm>
                <a:off x="5134680" y="3873528"/>
                <a:ext cx="1530720" cy="1017720"/>
              </p14:xfrm>
            </p:contentPart>
          </mc:Choice>
          <mc:Fallback xmlns="">
            <p:pic>
              <p:nvPicPr>
                <p:cNvPr id="7" name="Ink 6">
                  <a:extLst>
                    <a:ext uri="{FF2B5EF4-FFF2-40B4-BE49-F238E27FC236}">
                      <a16:creationId xmlns:a16="http://schemas.microsoft.com/office/drawing/2014/main" id="{4427E529-9991-67F1-74FA-E9A4ACC83543}"/>
                    </a:ext>
                  </a:extLst>
                </p:cNvPr>
                <p:cNvPicPr/>
                <p:nvPr/>
              </p:nvPicPr>
              <p:blipFill>
                <a:blip r:embed="rId5"/>
                <a:stretch>
                  <a:fillRect/>
                </a:stretch>
              </p:blipFill>
              <p:spPr>
                <a:xfrm>
                  <a:off x="5130360" y="3869208"/>
                  <a:ext cx="1539360" cy="102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8" name="Ink 7">
                  <a:extLst>
                    <a:ext uri="{FF2B5EF4-FFF2-40B4-BE49-F238E27FC236}">
                      <a16:creationId xmlns:a16="http://schemas.microsoft.com/office/drawing/2014/main" id="{061CA6F4-2227-EE2D-76A5-69FA072B4CF7}"/>
                    </a:ext>
                  </a:extLst>
                </p14:cNvPr>
                <p14:cNvContentPartPr/>
                <p14:nvPr/>
              </p14:nvContentPartPr>
              <p14:xfrm>
                <a:off x="3935160" y="4311288"/>
                <a:ext cx="1415520" cy="948960"/>
              </p14:xfrm>
            </p:contentPart>
          </mc:Choice>
          <mc:Fallback xmlns="">
            <p:pic>
              <p:nvPicPr>
                <p:cNvPr id="8" name="Ink 7">
                  <a:extLst>
                    <a:ext uri="{FF2B5EF4-FFF2-40B4-BE49-F238E27FC236}">
                      <a16:creationId xmlns:a16="http://schemas.microsoft.com/office/drawing/2014/main" id="{061CA6F4-2227-EE2D-76A5-69FA072B4CF7}"/>
                    </a:ext>
                  </a:extLst>
                </p:cNvPr>
                <p:cNvPicPr/>
                <p:nvPr/>
              </p:nvPicPr>
              <p:blipFill>
                <a:blip r:embed="rId7"/>
                <a:stretch>
                  <a:fillRect/>
                </a:stretch>
              </p:blipFill>
              <p:spPr>
                <a:xfrm>
                  <a:off x="3930840" y="4306968"/>
                  <a:ext cx="1424160" cy="957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9" name="Ink 8">
                  <a:extLst>
                    <a:ext uri="{FF2B5EF4-FFF2-40B4-BE49-F238E27FC236}">
                      <a16:creationId xmlns:a16="http://schemas.microsoft.com/office/drawing/2014/main" id="{85FC20E5-1D99-92C5-4A26-9A67833FBAC0}"/>
                    </a:ext>
                  </a:extLst>
                </p14:cNvPr>
                <p14:cNvContentPartPr/>
                <p14:nvPr/>
              </p14:nvContentPartPr>
              <p14:xfrm>
                <a:off x="4992120" y="4849128"/>
                <a:ext cx="1250640" cy="809640"/>
              </p14:xfrm>
            </p:contentPart>
          </mc:Choice>
          <mc:Fallback xmlns="">
            <p:pic>
              <p:nvPicPr>
                <p:cNvPr id="9" name="Ink 8">
                  <a:extLst>
                    <a:ext uri="{FF2B5EF4-FFF2-40B4-BE49-F238E27FC236}">
                      <a16:creationId xmlns:a16="http://schemas.microsoft.com/office/drawing/2014/main" id="{85FC20E5-1D99-92C5-4A26-9A67833FBAC0}"/>
                    </a:ext>
                  </a:extLst>
                </p:cNvPr>
                <p:cNvPicPr/>
                <p:nvPr/>
              </p:nvPicPr>
              <p:blipFill>
                <a:blip r:embed="rId9"/>
                <a:stretch>
                  <a:fillRect/>
                </a:stretch>
              </p:blipFill>
              <p:spPr>
                <a:xfrm>
                  <a:off x="4987800" y="4844808"/>
                  <a:ext cx="1259280" cy="81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0" name="Ink 9">
                  <a:extLst>
                    <a:ext uri="{FF2B5EF4-FFF2-40B4-BE49-F238E27FC236}">
                      <a16:creationId xmlns:a16="http://schemas.microsoft.com/office/drawing/2014/main" id="{423A8137-D4F6-F3B2-808A-4662C412594E}"/>
                    </a:ext>
                  </a:extLst>
                </p14:cNvPr>
                <p14:cNvContentPartPr/>
                <p14:nvPr/>
              </p14:nvContentPartPr>
              <p14:xfrm>
                <a:off x="4458240" y="5213088"/>
                <a:ext cx="1609200" cy="1027800"/>
              </p14:xfrm>
            </p:contentPart>
          </mc:Choice>
          <mc:Fallback xmlns="">
            <p:pic>
              <p:nvPicPr>
                <p:cNvPr id="10" name="Ink 9">
                  <a:extLst>
                    <a:ext uri="{FF2B5EF4-FFF2-40B4-BE49-F238E27FC236}">
                      <a16:creationId xmlns:a16="http://schemas.microsoft.com/office/drawing/2014/main" id="{423A8137-D4F6-F3B2-808A-4662C412594E}"/>
                    </a:ext>
                  </a:extLst>
                </p:cNvPr>
                <p:cNvPicPr/>
                <p:nvPr/>
              </p:nvPicPr>
              <p:blipFill>
                <a:blip r:embed="rId11"/>
                <a:stretch>
                  <a:fillRect/>
                </a:stretch>
              </p:blipFill>
              <p:spPr>
                <a:xfrm>
                  <a:off x="4453920" y="5208768"/>
                  <a:ext cx="1617840" cy="1036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2" name="Ink 11">
                  <a:extLst>
                    <a:ext uri="{FF2B5EF4-FFF2-40B4-BE49-F238E27FC236}">
                      <a16:creationId xmlns:a16="http://schemas.microsoft.com/office/drawing/2014/main" id="{578FD813-828C-7A5C-9A64-CFC430DE28BB}"/>
                    </a:ext>
                  </a:extLst>
                </p14:cNvPr>
                <p14:cNvContentPartPr/>
                <p14:nvPr/>
              </p14:nvContentPartPr>
              <p14:xfrm>
                <a:off x="4231800" y="5407128"/>
                <a:ext cx="1244520" cy="802440"/>
              </p14:xfrm>
            </p:contentPart>
          </mc:Choice>
          <mc:Fallback xmlns="">
            <p:pic>
              <p:nvPicPr>
                <p:cNvPr id="12" name="Ink 11">
                  <a:extLst>
                    <a:ext uri="{FF2B5EF4-FFF2-40B4-BE49-F238E27FC236}">
                      <a16:creationId xmlns:a16="http://schemas.microsoft.com/office/drawing/2014/main" id="{578FD813-828C-7A5C-9A64-CFC430DE28BB}"/>
                    </a:ext>
                  </a:extLst>
                </p:cNvPr>
                <p:cNvPicPr/>
                <p:nvPr/>
              </p:nvPicPr>
              <p:blipFill>
                <a:blip r:embed="rId13"/>
                <a:stretch>
                  <a:fillRect/>
                </a:stretch>
              </p:blipFill>
              <p:spPr>
                <a:xfrm>
                  <a:off x="4227480" y="5402808"/>
                  <a:ext cx="1253160" cy="811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4" name="Ink 13">
                  <a:extLst>
                    <a:ext uri="{FF2B5EF4-FFF2-40B4-BE49-F238E27FC236}">
                      <a16:creationId xmlns:a16="http://schemas.microsoft.com/office/drawing/2014/main" id="{03C942E4-4A70-2B66-9420-7FD2FB6F7F2D}"/>
                    </a:ext>
                  </a:extLst>
                </p14:cNvPr>
                <p14:cNvContentPartPr/>
                <p14:nvPr/>
              </p14:nvContentPartPr>
              <p14:xfrm>
                <a:off x="4595400" y="3775968"/>
                <a:ext cx="2428200" cy="968040"/>
              </p14:xfrm>
            </p:contentPart>
          </mc:Choice>
          <mc:Fallback xmlns="">
            <p:pic>
              <p:nvPicPr>
                <p:cNvPr id="14" name="Ink 13">
                  <a:extLst>
                    <a:ext uri="{FF2B5EF4-FFF2-40B4-BE49-F238E27FC236}">
                      <a16:creationId xmlns:a16="http://schemas.microsoft.com/office/drawing/2014/main" id="{03C942E4-4A70-2B66-9420-7FD2FB6F7F2D}"/>
                    </a:ext>
                  </a:extLst>
                </p:cNvPr>
                <p:cNvPicPr/>
                <p:nvPr/>
              </p:nvPicPr>
              <p:blipFill>
                <a:blip r:embed="rId15"/>
                <a:stretch>
                  <a:fillRect/>
                </a:stretch>
              </p:blipFill>
              <p:spPr>
                <a:xfrm>
                  <a:off x="4591080" y="3771648"/>
                  <a:ext cx="2436840" cy="97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6" name="Ink 15">
                  <a:extLst>
                    <a:ext uri="{FF2B5EF4-FFF2-40B4-BE49-F238E27FC236}">
                      <a16:creationId xmlns:a16="http://schemas.microsoft.com/office/drawing/2014/main" id="{4C83D3B4-C890-511F-E8A8-AF0DEB9B3381}"/>
                    </a:ext>
                  </a:extLst>
                </p14:cNvPr>
                <p14:cNvContentPartPr/>
                <p14:nvPr/>
              </p14:nvContentPartPr>
              <p14:xfrm>
                <a:off x="7956360" y="4389048"/>
                <a:ext cx="325080" cy="504720"/>
              </p14:xfrm>
            </p:contentPart>
          </mc:Choice>
          <mc:Fallback xmlns="">
            <p:pic>
              <p:nvPicPr>
                <p:cNvPr id="16" name="Ink 15">
                  <a:extLst>
                    <a:ext uri="{FF2B5EF4-FFF2-40B4-BE49-F238E27FC236}">
                      <a16:creationId xmlns:a16="http://schemas.microsoft.com/office/drawing/2014/main" id="{4C83D3B4-C890-511F-E8A8-AF0DEB9B3381}"/>
                    </a:ext>
                  </a:extLst>
                </p:cNvPr>
                <p:cNvPicPr/>
                <p:nvPr/>
              </p:nvPicPr>
              <p:blipFill>
                <a:blip r:embed="rId17"/>
                <a:stretch>
                  <a:fillRect/>
                </a:stretch>
              </p:blipFill>
              <p:spPr>
                <a:xfrm>
                  <a:off x="7952040" y="4384728"/>
                  <a:ext cx="333720" cy="51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7" name="Ink 16">
                  <a:extLst>
                    <a:ext uri="{FF2B5EF4-FFF2-40B4-BE49-F238E27FC236}">
                      <a16:creationId xmlns:a16="http://schemas.microsoft.com/office/drawing/2014/main" id="{71362013-0386-F7AE-5552-AF63D0005E4B}"/>
                    </a:ext>
                  </a:extLst>
                </p14:cNvPr>
                <p14:cNvContentPartPr/>
                <p14:nvPr/>
              </p14:nvContentPartPr>
              <p14:xfrm>
                <a:off x="8204400" y="4219128"/>
                <a:ext cx="471600" cy="551880"/>
              </p14:xfrm>
            </p:contentPart>
          </mc:Choice>
          <mc:Fallback xmlns="">
            <p:pic>
              <p:nvPicPr>
                <p:cNvPr id="17" name="Ink 16">
                  <a:extLst>
                    <a:ext uri="{FF2B5EF4-FFF2-40B4-BE49-F238E27FC236}">
                      <a16:creationId xmlns:a16="http://schemas.microsoft.com/office/drawing/2014/main" id="{71362013-0386-F7AE-5552-AF63D0005E4B}"/>
                    </a:ext>
                  </a:extLst>
                </p:cNvPr>
                <p:cNvPicPr/>
                <p:nvPr/>
              </p:nvPicPr>
              <p:blipFill>
                <a:blip r:embed="rId19"/>
                <a:stretch>
                  <a:fillRect/>
                </a:stretch>
              </p:blipFill>
              <p:spPr>
                <a:xfrm>
                  <a:off x="8200080" y="4214808"/>
                  <a:ext cx="480240" cy="560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18" name="Ink 17">
                  <a:extLst>
                    <a:ext uri="{FF2B5EF4-FFF2-40B4-BE49-F238E27FC236}">
                      <a16:creationId xmlns:a16="http://schemas.microsoft.com/office/drawing/2014/main" id="{22766273-1AA2-7E08-70DD-E7648ADE5DF8}"/>
                    </a:ext>
                  </a:extLst>
                </p14:cNvPr>
                <p14:cNvContentPartPr/>
                <p14:nvPr/>
              </p14:nvContentPartPr>
              <p14:xfrm>
                <a:off x="8281800" y="4448448"/>
                <a:ext cx="41400" cy="186840"/>
              </p14:xfrm>
            </p:contentPart>
          </mc:Choice>
          <mc:Fallback xmlns="">
            <p:pic>
              <p:nvPicPr>
                <p:cNvPr id="18" name="Ink 17">
                  <a:extLst>
                    <a:ext uri="{FF2B5EF4-FFF2-40B4-BE49-F238E27FC236}">
                      <a16:creationId xmlns:a16="http://schemas.microsoft.com/office/drawing/2014/main" id="{22766273-1AA2-7E08-70DD-E7648ADE5DF8}"/>
                    </a:ext>
                  </a:extLst>
                </p:cNvPr>
                <p:cNvPicPr/>
                <p:nvPr/>
              </p:nvPicPr>
              <p:blipFill>
                <a:blip r:embed="rId21"/>
                <a:stretch>
                  <a:fillRect/>
                </a:stretch>
              </p:blipFill>
              <p:spPr>
                <a:xfrm>
                  <a:off x="8277480" y="4444128"/>
                  <a:ext cx="50040" cy="195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9" name="Ink 18">
                  <a:extLst>
                    <a:ext uri="{FF2B5EF4-FFF2-40B4-BE49-F238E27FC236}">
                      <a16:creationId xmlns:a16="http://schemas.microsoft.com/office/drawing/2014/main" id="{1C280120-DDD2-58C1-E673-6DF1F8C23C91}"/>
                    </a:ext>
                  </a:extLst>
                </p14:cNvPr>
                <p14:cNvContentPartPr/>
                <p14:nvPr/>
              </p14:nvContentPartPr>
              <p14:xfrm>
                <a:off x="7176240" y="5118408"/>
                <a:ext cx="520560" cy="507240"/>
              </p14:xfrm>
            </p:contentPart>
          </mc:Choice>
          <mc:Fallback xmlns="">
            <p:pic>
              <p:nvPicPr>
                <p:cNvPr id="19" name="Ink 18">
                  <a:extLst>
                    <a:ext uri="{FF2B5EF4-FFF2-40B4-BE49-F238E27FC236}">
                      <a16:creationId xmlns:a16="http://schemas.microsoft.com/office/drawing/2014/main" id="{1C280120-DDD2-58C1-E673-6DF1F8C23C91}"/>
                    </a:ext>
                  </a:extLst>
                </p:cNvPr>
                <p:cNvPicPr/>
                <p:nvPr/>
              </p:nvPicPr>
              <p:blipFill>
                <a:blip r:embed="rId23"/>
                <a:stretch>
                  <a:fillRect/>
                </a:stretch>
              </p:blipFill>
              <p:spPr>
                <a:xfrm>
                  <a:off x="7171920" y="5114088"/>
                  <a:ext cx="529200" cy="515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0" name="Ink 19">
                  <a:extLst>
                    <a:ext uri="{FF2B5EF4-FFF2-40B4-BE49-F238E27FC236}">
                      <a16:creationId xmlns:a16="http://schemas.microsoft.com/office/drawing/2014/main" id="{D6AB43A7-B766-4F8F-37CD-F264007D2C76}"/>
                    </a:ext>
                  </a:extLst>
                </p14:cNvPr>
                <p14:cNvContentPartPr/>
                <p14:nvPr/>
              </p14:nvContentPartPr>
              <p14:xfrm>
                <a:off x="7495920" y="4976208"/>
                <a:ext cx="366480" cy="409680"/>
              </p14:xfrm>
            </p:contentPart>
          </mc:Choice>
          <mc:Fallback xmlns="">
            <p:pic>
              <p:nvPicPr>
                <p:cNvPr id="20" name="Ink 19">
                  <a:extLst>
                    <a:ext uri="{FF2B5EF4-FFF2-40B4-BE49-F238E27FC236}">
                      <a16:creationId xmlns:a16="http://schemas.microsoft.com/office/drawing/2014/main" id="{D6AB43A7-B766-4F8F-37CD-F264007D2C76}"/>
                    </a:ext>
                  </a:extLst>
                </p:cNvPr>
                <p:cNvPicPr/>
                <p:nvPr/>
              </p:nvPicPr>
              <p:blipFill>
                <a:blip r:embed="rId25"/>
                <a:stretch>
                  <a:fillRect/>
                </a:stretch>
              </p:blipFill>
              <p:spPr>
                <a:xfrm>
                  <a:off x="7491600" y="4971888"/>
                  <a:ext cx="375120" cy="418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21" name="Ink 20">
                  <a:extLst>
                    <a:ext uri="{FF2B5EF4-FFF2-40B4-BE49-F238E27FC236}">
                      <a16:creationId xmlns:a16="http://schemas.microsoft.com/office/drawing/2014/main" id="{5CC79780-D581-0483-6E79-AC3D95F78BA9}"/>
                    </a:ext>
                  </a:extLst>
                </p14:cNvPr>
                <p14:cNvContentPartPr/>
                <p14:nvPr/>
              </p14:nvContentPartPr>
              <p14:xfrm>
                <a:off x="7895880" y="4825728"/>
                <a:ext cx="69480" cy="117000"/>
              </p14:xfrm>
            </p:contentPart>
          </mc:Choice>
          <mc:Fallback xmlns="">
            <p:pic>
              <p:nvPicPr>
                <p:cNvPr id="21" name="Ink 20">
                  <a:extLst>
                    <a:ext uri="{FF2B5EF4-FFF2-40B4-BE49-F238E27FC236}">
                      <a16:creationId xmlns:a16="http://schemas.microsoft.com/office/drawing/2014/main" id="{5CC79780-D581-0483-6E79-AC3D95F78BA9}"/>
                    </a:ext>
                  </a:extLst>
                </p:cNvPr>
                <p:cNvPicPr/>
                <p:nvPr/>
              </p:nvPicPr>
              <p:blipFill>
                <a:blip r:embed="rId27"/>
                <a:stretch>
                  <a:fillRect/>
                </a:stretch>
              </p:blipFill>
              <p:spPr>
                <a:xfrm>
                  <a:off x="7891560" y="4821408"/>
                  <a:ext cx="78120" cy="125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22" name="Ink 21">
                  <a:extLst>
                    <a:ext uri="{FF2B5EF4-FFF2-40B4-BE49-F238E27FC236}">
                      <a16:creationId xmlns:a16="http://schemas.microsoft.com/office/drawing/2014/main" id="{DC84B3C9-2451-BB0C-66A3-E1BA0504D534}"/>
                    </a:ext>
                  </a:extLst>
                </p14:cNvPr>
                <p14:cNvContentPartPr/>
                <p14:nvPr/>
              </p14:nvContentPartPr>
              <p14:xfrm>
                <a:off x="6808680" y="5432688"/>
                <a:ext cx="491040" cy="698400"/>
              </p14:xfrm>
            </p:contentPart>
          </mc:Choice>
          <mc:Fallback xmlns="">
            <p:pic>
              <p:nvPicPr>
                <p:cNvPr id="22" name="Ink 21">
                  <a:extLst>
                    <a:ext uri="{FF2B5EF4-FFF2-40B4-BE49-F238E27FC236}">
                      <a16:creationId xmlns:a16="http://schemas.microsoft.com/office/drawing/2014/main" id="{DC84B3C9-2451-BB0C-66A3-E1BA0504D534}"/>
                    </a:ext>
                  </a:extLst>
                </p:cNvPr>
                <p:cNvPicPr/>
                <p:nvPr/>
              </p:nvPicPr>
              <p:blipFill>
                <a:blip r:embed="rId29"/>
                <a:stretch>
                  <a:fillRect/>
                </a:stretch>
              </p:blipFill>
              <p:spPr>
                <a:xfrm>
                  <a:off x="6804360" y="5428368"/>
                  <a:ext cx="499680" cy="707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23" name="Ink 22">
                  <a:extLst>
                    <a:ext uri="{FF2B5EF4-FFF2-40B4-BE49-F238E27FC236}">
                      <a16:creationId xmlns:a16="http://schemas.microsoft.com/office/drawing/2014/main" id="{A5E2FD50-DBC0-6342-89B0-CAD77F996A90}"/>
                    </a:ext>
                  </a:extLst>
                </p14:cNvPr>
                <p14:cNvContentPartPr/>
                <p14:nvPr/>
              </p14:nvContentPartPr>
              <p14:xfrm>
                <a:off x="6672600" y="3702168"/>
                <a:ext cx="2231640" cy="2446200"/>
              </p14:xfrm>
            </p:contentPart>
          </mc:Choice>
          <mc:Fallback xmlns="">
            <p:pic>
              <p:nvPicPr>
                <p:cNvPr id="23" name="Ink 22">
                  <a:extLst>
                    <a:ext uri="{FF2B5EF4-FFF2-40B4-BE49-F238E27FC236}">
                      <a16:creationId xmlns:a16="http://schemas.microsoft.com/office/drawing/2014/main" id="{A5E2FD50-DBC0-6342-89B0-CAD77F996A90}"/>
                    </a:ext>
                  </a:extLst>
                </p:cNvPr>
                <p:cNvPicPr/>
                <p:nvPr/>
              </p:nvPicPr>
              <p:blipFill>
                <a:blip r:embed="rId31"/>
                <a:stretch>
                  <a:fillRect/>
                </a:stretch>
              </p:blipFill>
              <p:spPr>
                <a:xfrm>
                  <a:off x="6668280" y="3697848"/>
                  <a:ext cx="2240280" cy="2454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24" name="Ink 23">
                  <a:extLst>
                    <a:ext uri="{FF2B5EF4-FFF2-40B4-BE49-F238E27FC236}">
                      <a16:creationId xmlns:a16="http://schemas.microsoft.com/office/drawing/2014/main" id="{703771B4-2D28-2AEE-CD73-5507946F3C99}"/>
                    </a:ext>
                  </a:extLst>
                </p14:cNvPr>
                <p14:cNvContentPartPr/>
                <p14:nvPr/>
              </p14:nvContentPartPr>
              <p14:xfrm>
                <a:off x="8205840" y="4933008"/>
                <a:ext cx="96120" cy="159480"/>
              </p14:xfrm>
            </p:contentPart>
          </mc:Choice>
          <mc:Fallback xmlns="">
            <p:pic>
              <p:nvPicPr>
                <p:cNvPr id="24" name="Ink 23">
                  <a:extLst>
                    <a:ext uri="{FF2B5EF4-FFF2-40B4-BE49-F238E27FC236}">
                      <a16:creationId xmlns:a16="http://schemas.microsoft.com/office/drawing/2014/main" id="{703771B4-2D28-2AEE-CD73-5507946F3C99}"/>
                    </a:ext>
                  </a:extLst>
                </p:cNvPr>
                <p:cNvPicPr/>
                <p:nvPr/>
              </p:nvPicPr>
              <p:blipFill>
                <a:blip r:embed="rId33"/>
                <a:stretch>
                  <a:fillRect/>
                </a:stretch>
              </p:blipFill>
              <p:spPr>
                <a:xfrm>
                  <a:off x="8201520" y="4928688"/>
                  <a:ext cx="104760" cy="16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25" name="Ink 24">
                  <a:extLst>
                    <a:ext uri="{FF2B5EF4-FFF2-40B4-BE49-F238E27FC236}">
                      <a16:creationId xmlns:a16="http://schemas.microsoft.com/office/drawing/2014/main" id="{C32BD4BD-8FD6-E1DD-6678-4E152A10E072}"/>
                    </a:ext>
                  </a:extLst>
                </p14:cNvPr>
                <p14:cNvContentPartPr/>
                <p14:nvPr/>
              </p14:nvContentPartPr>
              <p14:xfrm>
                <a:off x="7830720" y="4261608"/>
                <a:ext cx="66960" cy="112320"/>
              </p14:xfrm>
            </p:contentPart>
          </mc:Choice>
          <mc:Fallback xmlns="">
            <p:pic>
              <p:nvPicPr>
                <p:cNvPr id="25" name="Ink 24">
                  <a:extLst>
                    <a:ext uri="{FF2B5EF4-FFF2-40B4-BE49-F238E27FC236}">
                      <a16:creationId xmlns:a16="http://schemas.microsoft.com/office/drawing/2014/main" id="{C32BD4BD-8FD6-E1DD-6678-4E152A10E072}"/>
                    </a:ext>
                  </a:extLst>
                </p:cNvPr>
                <p:cNvPicPr/>
                <p:nvPr/>
              </p:nvPicPr>
              <p:blipFill>
                <a:blip r:embed="rId35"/>
                <a:stretch>
                  <a:fillRect/>
                </a:stretch>
              </p:blipFill>
              <p:spPr>
                <a:xfrm>
                  <a:off x="7826400" y="4257288"/>
                  <a:ext cx="75600" cy="120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27" name="Ink 26">
                  <a:extLst>
                    <a:ext uri="{FF2B5EF4-FFF2-40B4-BE49-F238E27FC236}">
                      <a16:creationId xmlns:a16="http://schemas.microsoft.com/office/drawing/2014/main" id="{90A11326-8728-EE97-8789-F9BDC8ADAE82}"/>
                    </a:ext>
                  </a:extLst>
                </p14:cNvPr>
                <p14:cNvContentPartPr/>
                <p14:nvPr/>
              </p14:nvContentPartPr>
              <p14:xfrm>
                <a:off x="7953480" y="4252248"/>
                <a:ext cx="302400" cy="570600"/>
              </p14:xfrm>
            </p:contentPart>
          </mc:Choice>
          <mc:Fallback xmlns="">
            <p:pic>
              <p:nvPicPr>
                <p:cNvPr id="27" name="Ink 26">
                  <a:extLst>
                    <a:ext uri="{FF2B5EF4-FFF2-40B4-BE49-F238E27FC236}">
                      <a16:creationId xmlns:a16="http://schemas.microsoft.com/office/drawing/2014/main" id="{90A11326-8728-EE97-8789-F9BDC8ADAE82}"/>
                    </a:ext>
                  </a:extLst>
                </p:cNvPr>
                <p:cNvPicPr/>
                <p:nvPr/>
              </p:nvPicPr>
              <p:blipFill>
                <a:blip r:embed="rId37"/>
                <a:stretch>
                  <a:fillRect/>
                </a:stretch>
              </p:blipFill>
              <p:spPr>
                <a:xfrm>
                  <a:off x="7949160" y="4247928"/>
                  <a:ext cx="311040" cy="579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28" name="Ink 27">
                  <a:extLst>
                    <a:ext uri="{FF2B5EF4-FFF2-40B4-BE49-F238E27FC236}">
                      <a16:creationId xmlns:a16="http://schemas.microsoft.com/office/drawing/2014/main" id="{AAE2C4E4-0B44-B49C-6B61-BB0D59EDA2C5}"/>
                    </a:ext>
                  </a:extLst>
                </p14:cNvPr>
                <p14:cNvContentPartPr/>
                <p14:nvPr/>
              </p14:nvContentPartPr>
              <p14:xfrm>
                <a:off x="7794720" y="4306968"/>
                <a:ext cx="102600" cy="154800"/>
              </p14:xfrm>
            </p:contentPart>
          </mc:Choice>
          <mc:Fallback xmlns="">
            <p:pic>
              <p:nvPicPr>
                <p:cNvPr id="28" name="Ink 27">
                  <a:extLst>
                    <a:ext uri="{FF2B5EF4-FFF2-40B4-BE49-F238E27FC236}">
                      <a16:creationId xmlns:a16="http://schemas.microsoft.com/office/drawing/2014/main" id="{AAE2C4E4-0B44-B49C-6B61-BB0D59EDA2C5}"/>
                    </a:ext>
                  </a:extLst>
                </p:cNvPr>
                <p:cNvPicPr/>
                <p:nvPr/>
              </p:nvPicPr>
              <p:blipFill>
                <a:blip r:embed="rId39"/>
                <a:stretch>
                  <a:fillRect/>
                </a:stretch>
              </p:blipFill>
              <p:spPr>
                <a:xfrm>
                  <a:off x="7790400" y="4302648"/>
                  <a:ext cx="111240" cy="163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29" name="Ink 28">
                  <a:extLst>
                    <a:ext uri="{FF2B5EF4-FFF2-40B4-BE49-F238E27FC236}">
                      <a16:creationId xmlns:a16="http://schemas.microsoft.com/office/drawing/2014/main" id="{3F2E9F7A-E657-ABDD-805E-177992AE5677}"/>
                    </a:ext>
                  </a:extLst>
                </p14:cNvPr>
                <p14:cNvContentPartPr/>
                <p14:nvPr/>
              </p14:nvContentPartPr>
              <p14:xfrm>
                <a:off x="8254080" y="4883328"/>
                <a:ext cx="84600" cy="207360"/>
              </p14:xfrm>
            </p:contentPart>
          </mc:Choice>
          <mc:Fallback xmlns="">
            <p:pic>
              <p:nvPicPr>
                <p:cNvPr id="29" name="Ink 28">
                  <a:extLst>
                    <a:ext uri="{FF2B5EF4-FFF2-40B4-BE49-F238E27FC236}">
                      <a16:creationId xmlns:a16="http://schemas.microsoft.com/office/drawing/2014/main" id="{3F2E9F7A-E657-ABDD-805E-177992AE5677}"/>
                    </a:ext>
                  </a:extLst>
                </p:cNvPr>
                <p:cNvPicPr/>
                <p:nvPr/>
              </p:nvPicPr>
              <p:blipFill>
                <a:blip r:embed="rId41"/>
                <a:stretch>
                  <a:fillRect/>
                </a:stretch>
              </p:blipFill>
              <p:spPr>
                <a:xfrm>
                  <a:off x="8249760" y="4879008"/>
                  <a:ext cx="93240" cy="216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31" name="Ink 30">
                <a:extLst>
                  <a:ext uri="{FF2B5EF4-FFF2-40B4-BE49-F238E27FC236}">
                    <a16:creationId xmlns:a16="http://schemas.microsoft.com/office/drawing/2014/main" id="{E6B3FF74-BED7-263F-CCB0-264A2293FE13}"/>
                  </a:ext>
                </a:extLst>
              </p14:cNvPr>
              <p14:cNvContentPartPr/>
              <p14:nvPr/>
            </p14:nvContentPartPr>
            <p14:xfrm>
              <a:off x="1934640" y="5213808"/>
              <a:ext cx="813600" cy="726480"/>
            </p14:xfrm>
          </p:contentPart>
        </mc:Choice>
        <mc:Fallback xmlns="">
          <p:pic>
            <p:nvPicPr>
              <p:cNvPr id="31" name="Ink 30">
                <a:extLst>
                  <a:ext uri="{FF2B5EF4-FFF2-40B4-BE49-F238E27FC236}">
                    <a16:creationId xmlns:a16="http://schemas.microsoft.com/office/drawing/2014/main" id="{E6B3FF74-BED7-263F-CCB0-264A2293FE13}"/>
                  </a:ext>
                </a:extLst>
              </p:cNvPr>
              <p:cNvPicPr/>
              <p:nvPr/>
            </p:nvPicPr>
            <p:blipFill>
              <a:blip r:embed="rId43"/>
              <a:stretch>
                <a:fillRect/>
              </a:stretch>
            </p:blipFill>
            <p:spPr>
              <a:xfrm>
                <a:off x="1930320" y="5209488"/>
                <a:ext cx="822240" cy="735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12019353-8917-D027-9BC9-A6CBC04CB31B}"/>
                  </a:ext>
                </a:extLst>
              </p14:cNvPr>
              <p14:cNvContentPartPr/>
              <p14:nvPr/>
            </p14:nvContentPartPr>
            <p14:xfrm>
              <a:off x="3299040" y="4738680"/>
              <a:ext cx="603720" cy="543960"/>
            </p14:xfrm>
          </p:contentPart>
        </mc:Choice>
        <mc:Fallback xmlns="">
          <p:pic>
            <p:nvPicPr>
              <p:cNvPr id="32" name="Ink 31">
                <a:extLst>
                  <a:ext uri="{FF2B5EF4-FFF2-40B4-BE49-F238E27FC236}">
                    <a16:creationId xmlns:a16="http://schemas.microsoft.com/office/drawing/2014/main" id="{12019353-8917-D027-9BC9-A6CBC04CB31B}"/>
                  </a:ext>
                </a:extLst>
              </p:cNvPr>
              <p:cNvPicPr/>
              <p:nvPr/>
            </p:nvPicPr>
            <p:blipFill>
              <a:blip r:embed="rId45"/>
              <a:stretch>
                <a:fillRect/>
              </a:stretch>
            </p:blipFill>
            <p:spPr>
              <a:xfrm>
                <a:off x="3289680" y="4729320"/>
                <a:ext cx="622440" cy="562680"/>
              </a:xfrm>
              <a:prstGeom prst="rect">
                <a:avLst/>
              </a:prstGeom>
            </p:spPr>
          </p:pic>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057402"/>
            <a:ext cx="8301990" cy="4592320"/>
          </a:xfrm>
          <a:prstGeom prst="rect">
            <a:avLst/>
          </a:prstGeom>
        </p:spPr>
        <p:txBody>
          <a:bodyPr vert="horz" wrap="square" lIns="0" tIns="12700" rIns="0" bIns="0" rtlCol="0">
            <a:spAutoFit/>
          </a:bodyPr>
          <a:lstStyle/>
          <a:p>
            <a:pPr marL="286385" marR="589280" indent="-274320" algn="just">
              <a:lnSpc>
                <a:spcPct val="100000"/>
              </a:lnSpc>
              <a:spcBef>
                <a:spcPts val="100"/>
              </a:spcBef>
              <a:buClr>
                <a:srgbClr val="D24717"/>
              </a:buClr>
              <a:buSzPct val="85416"/>
              <a:buFont typeface="Segoe UI Symbol"/>
              <a:buChar char="⚫"/>
              <a:tabLst>
                <a:tab pos="286385" algn="l"/>
              </a:tabLst>
            </a:pPr>
            <a:r>
              <a:rPr sz="2400" b="1" spc="-280" dirty="0">
                <a:solidFill>
                  <a:srgbClr val="273139"/>
                </a:solidFill>
                <a:latin typeface="Times New Roman"/>
                <a:cs typeface="Times New Roman"/>
              </a:rPr>
              <a:t>S3</a:t>
            </a:r>
            <a:r>
              <a:rPr sz="2400" b="1" spc="130"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80" dirty="0">
                <a:solidFill>
                  <a:srgbClr val="273139"/>
                </a:solidFill>
                <a:latin typeface="Times New Roman"/>
                <a:cs typeface="Times New Roman"/>
              </a:rPr>
              <a:t> </a:t>
            </a:r>
            <a:r>
              <a:rPr sz="2400" b="1" spc="-25" dirty="0">
                <a:solidFill>
                  <a:srgbClr val="273139"/>
                </a:solidFill>
                <a:latin typeface="Times New Roman"/>
                <a:cs typeface="Times New Roman"/>
              </a:rPr>
              <a:t>Instant</a:t>
            </a:r>
            <a:r>
              <a:rPr sz="2400" b="1" spc="5" dirty="0">
                <a:solidFill>
                  <a:srgbClr val="273139"/>
                </a:solidFill>
                <a:latin typeface="Times New Roman"/>
                <a:cs typeface="Times New Roman"/>
              </a:rPr>
              <a:t> </a:t>
            </a:r>
            <a:r>
              <a:rPr sz="2400" b="1" spc="-45" dirty="0">
                <a:solidFill>
                  <a:srgbClr val="273139"/>
                </a:solidFill>
                <a:latin typeface="Times New Roman"/>
                <a:cs typeface="Times New Roman"/>
              </a:rPr>
              <a:t>Retrieval:</a:t>
            </a:r>
            <a:r>
              <a:rPr sz="2400" b="1" spc="-85" dirty="0">
                <a:solidFill>
                  <a:srgbClr val="273139"/>
                </a:solidFill>
                <a:latin typeface="Times New Roman"/>
                <a:cs typeface="Times New Roman"/>
              </a:rPr>
              <a:t> </a:t>
            </a:r>
            <a:r>
              <a:rPr sz="2400" b="1" dirty="0">
                <a:solidFill>
                  <a:srgbClr val="273139"/>
                </a:solidFill>
                <a:latin typeface="Times New Roman"/>
                <a:cs typeface="Times New Roman"/>
              </a:rPr>
              <a:t>High-</a:t>
            </a:r>
            <a:r>
              <a:rPr sz="2400" b="1" spc="-40" dirty="0">
                <a:solidFill>
                  <a:srgbClr val="273139"/>
                </a:solidFill>
                <a:latin typeface="Times New Roman"/>
                <a:cs typeface="Times New Roman"/>
              </a:rPr>
              <a:t>Performance</a:t>
            </a:r>
            <a:r>
              <a:rPr sz="2400" b="1" spc="-95" dirty="0">
                <a:solidFill>
                  <a:srgbClr val="273139"/>
                </a:solidFill>
                <a:latin typeface="Times New Roman"/>
                <a:cs typeface="Times New Roman"/>
              </a:rPr>
              <a:t> </a:t>
            </a:r>
            <a:r>
              <a:rPr sz="2400" b="1" spc="-10" dirty="0">
                <a:solidFill>
                  <a:srgbClr val="273139"/>
                </a:solidFill>
                <a:latin typeface="Times New Roman"/>
                <a:cs typeface="Times New Roman"/>
              </a:rPr>
              <a:t>Archiving </a:t>
            </a:r>
            <a:r>
              <a:rPr sz="2400" b="1" dirty="0">
                <a:solidFill>
                  <a:srgbClr val="273139"/>
                </a:solidFill>
                <a:latin typeface="Times New Roman"/>
                <a:cs typeface="Times New Roman"/>
              </a:rPr>
              <a:t>with</a:t>
            </a:r>
            <a:r>
              <a:rPr sz="2400" b="1" spc="-30" dirty="0">
                <a:solidFill>
                  <a:srgbClr val="273139"/>
                </a:solidFill>
                <a:latin typeface="Times New Roman"/>
                <a:cs typeface="Times New Roman"/>
              </a:rPr>
              <a:t> </a:t>
            </a:r>
            <a:r>
              <a:rPr sz="2400" b="1" spc="-35" dirty="0">
                <a:solidFill>
                  <a:srgbClr val="273139"/>
                </a:solidFill>
                <a:latin typeface="Times New Roman"/>
                <a:cs typeface="Times New Roman"/>
              </a:rPr>
              <a:t>Rapid</a:t>
            </a:r>
            <a:r>
              <a:rPr sz="2400" b="1" spc="-20" dirty="0">
                <a:solidFill>
                  <a:srgbClr val="273139"/>
                </a:solidFill>
                <a:latin typeface="Times New Roman"/>
                <a:cs typeface="Times New Roman"/>
              </a:rPr>
              <a:t> </a:t>
            </a:r>
            <a:r>
              <a:rPr sz="2400" b="1" spc="-10" dirty="0">
                <a:solidFill>
                  <a:srgbClr val="273139"/>
                </a:solidFill>
                <a:latin typeface="Times New Roman"/>
                <a:cs typeface="Times New Roman"/>
              </a:rPr>
              <a:t>Retrieval</a:t>
            </a:r>
            <a:endParaRPr sz="2400">
              <a:latin typeface="Times New Roman"/>
              <a:cs typeface="Times New Roman"/>
            </a:endParaRPr>
          </a:p>
          <a:p>
            <a:pPr marL="286385" marR="5080" indent="-274320" algn="just">
              <a:lnSpc>
                <a:spcPct val="100000"/>
              </a:lnSpc>
              <a:spcBef>
                <a:spcPts val="600"/>
              </a:spcBef>
              <a:buClr>
                <a:srgbClr val="D24717"/>
              </a:buClr>
              <a:buSzPct val="85416"/>
              <a:buFont typeface="Segoe UI Symbol"/>
              <a:buChar char="⚫"/>
              <a:tabLst>
                <a:tab pos="286385" algn="l"/>
              </a:tabLst>
            </a:pPr>
            <a:r>
              <a:rPr sz="2400" spc="-10" dirty="0">
                <a:solidFill>
                  <a:srgbClr val="273139"/>
                </a:solidFill>
                <a:latin typeface="Times New Roman"/>
                <a:cs typeface="Times New Roman"/>
              </a:rPr>
              <a:t>It</a:t>
            </a:r>
            <a:r>
              <a:rPr sz="2400" spc="-140"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10" dirty="0">
                <a:solidFill>
                  <a:srgbClr val="273139"/>
                </a:solidFill>
                <a:latin typeface="Times New Roman"/>
                <a:cs typeface="Times New Roman"/>
              </a:rPr>
              <a:t> </a:t>
            </a:r>
            <a:r>
              <a:rPr sz="2400" spc="-155" dirty="0">
                <a:solidFill>
                  <a:srgbClr val="273139"/>
                </a:solidFill>
                <a:latin typeface="Times New Roman"/>
                <a:cs typeface="Times New Roman"/>
              </a:rPr>
              <a:t>an</a:t>
            </a:r>
            <a:r>
              <a:rPr sz="2400" spc="5" dirty="0">
                <a:solidFill>
                  <a:srgbClr val="273139"/>
                </a:solidFill>
                <a:latin typeface="Times New Roman"/>
                <a:cs typeface="Times New Roman"/>
              </a:rPr>
              <a:t> </a:t>
            </a:r>
            <a:r>
              <a:rPr sz="2400" spc="-130" dirty="0">
                <a:solidFill>
                  <a:srgbClr val="273139"/>
                </a:solidFill>
                <a:latin typeface="Times New Roman"/>
                <a:cs typeface="Times New Roman"/>
              </a:rPr>
              <a:t>archive</a:t>
            </a:r>
            <a:r>
              <a:rPr sz="2400" spc="-20" dirty="0">
                <a:solidFill>
                  <a:srgbClr val="273139"/>
                </a:solidFill>
                <a:latin typeface="Times New Roman"/>
                <a:cs typeface="Times New Roman"/>
              </a:rPr>
              <a:t> </a:t>
            </a:r>
            <a:r>
              <a:rPr sz="2400" spc="-95" dirty="0">
                <a:solidFill>
                  <a:srgbClr val="273139"/>
                </a:solidFill>
                <a:latin typeface="Times New Roman"/>
                <a:cs typeface="Times New Roman"/>
              </a:rPr>
              <a:t>storage</a:t>
            </a:r>
            <a:r>
              <a:rPr sz="2400" spc="-55" dirty="0">
                <a:solidFill>
                  <a:srgbClr val="273139"/>
                </a:solidFill>
                <a:latin typeface="Times New Roman"/>
                <a:cs typeface="Times New Roman"/>
              </a:rPr>
              <a:t> </a:t>
            </a:r>
            <a:r>
              <a:rPr sz="2400" spc="-165" dirty="0">
                <a:solidFill>
                  <a:srgbClr val="273139"/>
                </a:solidFill>
                <a:latin typeface="Times New Roman"/>
                <a:cs typeface="Times New Roman"/>
              </a:rPr>
              <a:t>class</a:t>
            </a:r>
            <a:r>
              <a:rPr sz="2400" spc="15" dirty="0">
                <a:solidFill>
                  <a:srgbClr val="273139"/>
                </a:solidFill>
                <a:latin typeface="Times New Roman"/>
                <a:cs typeface="Times New Roman"/>
              </a:rPr>
              <a:t> </a:t>
            </a:r>
            <a:r>
              <a:rPr sz="2400" spc="-65" dirty="0">
                <a:solidFill>
                  <a:srgbClr val="273139"/>
                </a:solidFill>
                <a:latin typeface="Times New Roman"/>
                <a:cs typeface="Times New Roman"/>
              </a:rPr>
              <a:t>that</a:t>
            </a:r>
            <a:r>
              <a:rPr sz="2400" spc="-55" dirty="0">
                <a:solidFill>
                  <a:srgbClr val="273139"/>
                </a:solidFill>
                <a:latin typeface="Times New Roman"/>
                <a:cs typeface="Times New Roman"/>
              </a:rPr>
              <a:t> </a:t>
            </a:r>
            <a:r>
              <a:rPr sz="2400" spc="-110" dirty="0">
                <a:solidFill>
                  <a:srgbClr val="273139"/>
                </a:solidFill>
                <a:latin typeface="Times New Roman"/>
                <a:cs typeface="Times New Roman"/>
              </a:rPr>
              <a:t>delivers</a:t>
            </a:r>
            <a:r>
              <a:rPr sz="2400" spc="-20" dirty="0">
                <a:solidFill>
                  <a:srgbClr val="273139"/>
                </a:solidFill>
                <a:latin typeface="Times New Roman"/>
                <a:cs typeface="Times New Roman"/>
              </a:rPr>
              <a:t> </a:t>
            </a:r>
            <a:r>
              <a:rPr sz="2400" spc="-40" dirty="0">
                <a:solidFill>
                  <a:srgbClr val="273139"/>
                </a:solidFill>
                <a:latin typeface="Times New Roman"/>
                <a:cs typeface="Times New Roman"/>
              </a:rPr>
              <a:t>the</a:t>
            </a:r>
            <a:r>
              <a:rPr sz="2400" spc="-35" dirty="0">
                <a:solidFill>
                  <a:srgbClr val="273139"/>
                </a:solidFill>
                <a:latin typeface="Times New Roman"/>
                <a:cs typeface="Times New Roman"/>
              </a:rPr>
              <a:t> </a:t>
            </a:r>
            <a:r>
              <a:rPr sz="2400" spc="-120" dirty="0">
                <a:solidFill>
                  <a:srgbClr val="273139"/>
                </a:solidFill>
                <a:latin typeface="Times New Roman"/>
                <a:cs typeface="Times New Roman"/>
              </a:rPr>
              <a:t>lowest-</a:t>
            </a:r>
            <a:r>
              <a:rPr sz="2400" spc="-80" dirty="0">
                <a:solidFill>
                  <a:srgbClr val="273139"/>
                </a:solidFill>
                <a:latin typeface="Times New Roman"/>
                <a:cs typeface="Times New Roman"/>
              </a:rPr>
              <a:t>cost</a:t>
            </a:r>
            <a:r>
              <a:rPr sz="2400" spc="-30" dirty="0">
                <a:solidFill>
                  <a:srgbClr val="273139"/>
                </a:solidFill>
                <a:latin typeface="Times New Roman"/>
                <a:cs typeface="Times New Roman"/>
              </a:rPr>
              <a:t> </a:t>
            </a:r>
            <a:r>
              <a:rPr sz="2400" spc="-95" dirty="0">
                <a:solidFill>
                  <a:srgbClr val="273139"/>
                </a:solidFill>
                <a:latin typeface="Times New Roman"/>
                <a:cs typeface="Times New Roman"/>
              </a:rPr>
              <a:t>storage</a:t>
            </a:r>
            <a:r>
              <a:rPr sz="2400" spc="-30" dirty="0">
                <a:solidFill>
                  <a:srgbClr val="273139"/>
                </a:solidFill>
                <a:latin typeface="Times New Roman"/>
                <a:cs typeface="Times New Roman"/>
              </a:rPr>
              <a:t> </a:t>
            </a:r>
            <a:r>
              <a:rPr sz="2400" spc="-70" dirty="0">
                <a:solidFill>
                  <a:srgbClr val="273139"/>
                </a:solidFill>
                <a:latin typeface="Times New Roman"/>
                <a:cs typeface="Times New Roman"/>
              </a:rPr>
              <a:t>for</a:t>
            </a:r>
            <a:r>
              <a:rPr sz="2400" spc="-40" dirty="0">
                <a:solidFill>
                  <a:srgbClr val="273139"/>
                </a:solidFill>
                <a:latin typeface="Times New Roman"/>
                <a:cs typeface="Times New Roman"/>
              </a:rPr>
              <a:t> </a:t>
            </a:r>
            <a:r>
              <a:rPr sz="2400" spc="-55" dirty="0">
                <a:solidFill>
                  <a:srgbClr val="273139"/>
                </a:solidFill>
                <a:latin typeface="Times New Roman"/>
                <a:cs typeface="Times New Roman"/>
              </a:rPr>
              <a:t>data </a:t>
            </a:r>
            <a:r>
              <a:rPr sz="2400" spc="-120" dirty="0">
                <a:solidFill>
                  <a:srgbClr val="273139"/>
                </a:solidFill>
                <a:latin typeface="Times New Roman"/>
                <a:cs typeface="Times New Roman"/>
              </a:rPr>
              <a:t>archiving</a:t>
            </a:r>
            <a:r>
              <a:rPr sz="2400" spc="-30" dirty="0">
                <a:solidFill>
                  <a:srgbClr val="273139"/>
                </a:solidFill>
                <a:latin typeface="Times New Roman"/>
                <a:cs typeface="Times New Roman"/>
              </a:rPr>
              <a:t> </a:t>
            </a:r>
            <a:r>
              <a:rPr sz="2400" spc="-100" dirty="0">
                <a:solidFill>
                  <a:srgbClr val="273139"/>
                </a:solidFill>
                <a:latin typeface="Times New Roman"/>
                <a:cs typeface="Times New Roman"/>
              </a:rPr>
              <a:t>and</a:t>
            </a:r>
            <a:r>
              <a:rPr sz="2400" spc="-50" dirty="0">
                <a:solidFill>
                  <a:srgbClr val="273139"/>
                </a:solidFill>
                <a:latin typeface="Times New Roman"/>
                <a:cs typeface="Times New Roman"/>
              </a:rPr>
              <a:t> </a:t>
            </a:r>
            <a:r>
              <a:rPr sz="2400" spc="-55" dirty="0">
                <a:solidFill>
                  <a:srgbClr val="273139"/>
                </a:solidFill>
                <a:latin typeface="Times New Roman"/>
                <a:cs typeface="Times New Roman"/>
              </a:rPr>
              <a:t>is</a:t>
            </a:r>
            <a:r>
              <a:rPr sz="2400" spc="-35" dirty="0">
                <a:solidFill>
                  <a:srgbClr val="273139"/>
                </a:solidFill>
                <a:latin typeface="Times New Roman"/>
                <a:cs typeface="Times New Roman"/>
              </a:rPr>
              <a:t> </a:t>
            </a:r>
            <a:r>
              <a:rPr sz="2400" spc="-114" dirty="0">
                <a:solidFill>
                  <a:srgbClr val="273139"/>
                </a:solidFill>
                <a:latin typeface="Times New Roman"/>
                <a:cs typeface="Times New Roman"/>
              </a:rPr>
              <a:t>organized</a:t>
            </a:r>
            <a:r>
              <a:rPr sz="2400" spc="-35" dirty="0">
                <a:solidFill>
                  <a:srgbClr val="273139"/>
                </a:solidFill>
                <a:latin typeface="Times New Roman"/>
                <a:cs typeface="Times New Roman"/>
              </a:rPr>
              <a:t> </a:t>
            </a:r>
            <a:r>
              <a:rPr sz="2400" dirty="0">
                <a:solidFill>
                  <a:srgbClr val="273139"/>
                </a:solidFill>
                <a:latin typeface="Times New Roman"/>
                <a:cs typeface="Times New Roman"/>
              </a:rPr>
              <a:t>to</a:t>
            </a:r>
            <a:r>
              <a:rPr sz="2400" spc="-25" dirty="0">
                <a:solidFill>
                  <a:srgbClr val="273139"/>
                </a:solidFill>
                <a:latin typeface="Times New Roman"/>
                <a:cs typeface="Times New Roman"/>
              </a:rPr>
              <a:t> </a:t>
            </a:r>
            <a:r>
              <a:rPr sz="2400" spc="-100" dirty="0">
                <a:solidFill>
                  <a:srgbClr val="273139"/>
                </a:solidFill>
                <a:latin typeface="Times New Roman"/>
                <a:cs typeface="Times New Roman"/>
              </a:rPr>
              <a:t>provide</a:t>
            </a:r>
            <a:r>
              <a:rPr sz="2400" spc="-35" dirty="0">
                <a:solidFill>
                  <a:srgbClr val="273139"/>
                </a:solidFill>
                <a:latin typeface="Times New Roman"/>
                <a:cs typeface="Times New Roman"/>
              </a:rPr>
              <a:t> </a:t>
            </a:r>
            <a:r>
              <a:rPr sz="2400" spc="-114" dirty="0">
                <a:solidFill>
                  <a:srgbClr val="273139"/>
                </a:solidFill>
                <a:latin typeface="Times New Roman"/>
                <a:cs typeface="Times New Roman"/>
              </a:rPr>
              <a:t>you</a:t>
            </a:r>
            <a:r>
              <a:rPr sz="2400" spc="-35" dirty="0">
                <a:solidFill>
                  <a:srgbClr val="273139"/>
                </a:solidFill>
                <a:latin typeface="Times New Roman"/>
                <a:cs typeface="Times New Roman"/>
              </a:rPr>
              <a:t> </a:t>
            </a:r>
            <a:r>
              <a:rPr sz="2400" spc="-55" dirty="0">
                <a:solidFill>
                  <a:srgbClr val="273139"/>
                </a:solidFill>
                <a:latin typeface="Times New Roman"/>
                <a:cs typeface="Times New Roman"/>
              </a:rPr>
              <a:t>with</a:t>
            </a:r>
            <a:r>
              <a:rPr sz="2400" spc="-35" dirty="0">
                <a:solidFill>
                  <a:srgbClr val="273139"/>
                </a:solidFill>
                <a:latin typeface="Times New Roman"/>
                <a:cs typeface="Times New Roman"/>
              </a:rPr>
              <a:t> </a:t>
            </a:r>
            <a:r>
              <a:rPr sz="2400" dirty="0">
                <a:solidFill>
                  <a:srgbClr val="273139"/>
                </a:solidFill>
                <a:latin typeface="Times New Roman"/>
                <a:cs typeface="Times New Roman"/>
              </a:rPr>
              <a:t>the</a:t>
            </a:r>
            <a:r>
              <a:rPr sz="2400" spc="-40" dirty="0">
                <a:solidFill>
                  <a:srgbClr val="273139"/>
                </a:solidFill>
                <a:latin typeface="Times New Roman"/>
                <a:cs typeface="Times New Roman"/>
              </a:rPr>
              <a:t> </a:t>
            </a:r>
            <a:r>
              <a:rPr sz="2400" spc="-114" dirty="0">
                <a:solidFill>
                  <a:srgbClr val="273139"/>
                </a:solidFill>
                <a:latin typeface="Times New Roman"/>
                <a:cs typeface="Times New Roman"/>
              </a:rPr>
              <a:t>highest</a:t>
            </a:r>
            <a:r>
              <a:rPr sz="2400" spc="-30" dirty="0">
                <a:solidFill>
                  <a:srgbClr val="273139"/>
                </a:solidFill>
                <a:latin typeface="Times New Roman"/>
                <a:cs typeface="Times New Roman"/>
              </a:rPr>
              <a:t> </a:t>
            </a:r>
            <a:r>
              <a:rPr sz="2400" spc="-65" dirty="0">
                <a:solidFill>
                  <a:srgbClr val="273139"/>
                </a:solidFill>
                <a:latin typeface="Times New Roman"/>
                <a:cs typeface="Times New Roman"/>
              </a:rPr>
              <a:t>performance </a:t>
            </a:r>
            <a:r>
              <a:rPr sz="2400" spc="-140" dirty="0">
                <a:solidFill>
                  <a:srgbClr val="273139"/>
                </a:solidFill>
                <a:latin typeface="Times New Roman"/>
                <a:cs typeface="Times New Roman"/>
              </a:rPr>
              <a:t>and</a:t>
            </a:r>
            <a:r>
              <a:rPr sz="2400" spc="-10" dirty="0">
                <a:solidFill>
                  <a:srgbClr val="273139"/>
                </a:solidFill>
                <a:latin typeface="Times New Roman"/>
                <a:cs typeface="Times New Roman"/>
              </a:rPr>
              <a:t> </a:t>
            </a:r>
            <a:r>
              <a:rPr sz="2400" spc="-90" dirty="0">
                <a:solidFill>
                  <a:srgbClr val="273139"/>
                </a:solidFill>
                <a:latin typeface="Times New Roman"/>
                <a:cs typeface="Times New Roman"/>
              </a:rPr>
              <a:t>with</a:t>
            </a:r>
            <a:r>
              <a:rPr sz="2400" spc="-60" dirty="0">
                <a:solidFill>
                  <a:srgbClr val="273139"/>
                </a:solidFill>
                <a:latin typeface="Times New Roman"/>
                <a:cs typeface="Times New Roman"/>
              </a:rPr>
              <a:t> </a:t>
            </a:r>
            <a:r>
              <a:rPr sz="2400" spc="-80" dirty="0">
                <a:solidFill>
                  <a:srgbClr val="273139"/>
                </a:solidFill>
                <a:latin typeface="Times New Roman"/>
                <a:cs typeface="Times New Roman"/>
              </a:rPr>
              <a:t>more</a:t>
            </a:r>
            <a:r>
              <a:rPr sz="2400" spc="-70" dirty="0">
                <a:solidFill>
                  <a:srgbClr val="273139"/>
                </a:solidFill>
                <a:latin typeface="Times New Roman"/>
                <a:cs typeface="Times New Roman"/>
              </a:rPr>
              <a:t> </a:t>
            </a:r>
            <a:r>
              <a:rPr sz="2400" spc="-130" dirty="0">
                <a:solidFill>
                  <a:srgbClr val="273139"/>
                </a:solidFill>
                <a:latin typeface="Times New Roman"/>
                <a:cs typeface="Times New Roman"/>
              </a:rPr>
              <a:t>flexibility.</a:t>
            </a:r>
            <a:r>
              <a:rPr sz="2400" spc="-20" dirty="0">
                <a:solidFill>
                  <a:srgbClr val="273139"/>
                </a:solidFill>
                <a:latin typeface="Times New Roman"/>
                <a:cs typeface="Times New Roman"/>
              </a:rPr>
              <a:t> </a:t>
            </a:r>
            <a:r>
              <a:rPr sz="2400" spc="-340" dirty="0">
                <a:solidFill>
                  <a:srgbClr val="273139"/>
                </a:solidFill>
                <a:latin typeface="Times New Roman"/>
                <a:cs typeface="Times New Roman"/>
              </a:rPr>
              <a:t>S3</a:t>
            </a:r>
            <a:r>
              <a:rPr sz="2400" spc="190" dirty="0">
                <a:solidFill>
                  <a:srgbClr val="273139"/>
                </a:solidFill>
                <a:latin typeface="Times New Roman"/>
                <a:cs typeface="Times New Roman"/>
              </a:rPr>
              <a:t> </a:t>
            </a:r>
            <a:r>
              <a:rPr sz="2400" spc="-120" dirty="0">
                <a:solidFill>
                  <a:srgbClr val="273139"/>
                </a:solidFill>
                <a:latin typeface="Times New Roman"/>
                <a:cs typeface="Times New Roman"/>
              </a:rPr>
              <a:t>Glacier</a:t>
            </a:r>
            <a:r>
              <a:rPr sz="2400" spc="-30" dirty="0">
                <a:solidFill>
                  <a:srgbClr val="273139"/>
                </a:solidFill>
                <a:latin typeface="Times New Roman"/>
                <a:cs typeface="Times New Roman"/>
              </a:rPr>
              <a:t> </a:t>
            </a:r>
            <a:r>
              <a:rPr sz="2400" spc="-100" dirty="0">
                <a:solidFill>
                  <a:srgbClr val="273139"/>
                </a:solidFill>
                <a:latin typeface="Times New Roman"/>
                <a:cs typeface="Times New Roman"/>
              </a:rPr>
              <a:t>Instant</a:t>
            </a:r>
            <a:r>
              <a:rPr sz="2400" spc="-10" dirty="0">
                <a:solidFill>
                  <a:srgbClr val="273139"/>
                </a:solidFill>
                <a:latin typeface="Times New Roman"/>
                <a:cs typeface="Times New Roman"/>
              </a:rPr>
              <a:t> </a:t>
            </a:r>
            <a:r>
              <a:rPr sz="2400" spc="-110" dirty="0">
                <a:solidFill>
                  <a:srgbClr val="273139"/>
                </a:solidFill>
                <a:latin typeface="Times New Roman"/>
                <a:cs typeface="Times New Roman"/>
              </a:rPr>
              <a:t>Retrieval</a:t>
            </a:r>
            <a:r>
              <a:rPr sz="2400" spc="5" dirty="0">
                <a:solidFill>
                  <a:srgbClr val="273139"/>
                </a:solidFill>
                <a:latin typeface="Times New Roman"/>
                <a:cs typeface="Times New Roman"/>
              </a:rPr>
              <a:t> </a:t>
            </a:r>
            <a:r>
              <a:rPr sz="2400" spc="-110" dirty="0">
                <a:solidFill>
                  <a:srgbClr val="273139"/>
                </a:solidFill>
                <a:latin typeface="Times New Roman"/>
                <a:cs typeface="Times New Roman"/>
              </a:rPr>
              <a:t>delivers</a:t>
            </a:r>
            <a:r>
              <a:rPr sz="2400" spc="25" dirty="0">
                <a:solidFill>
                  <a:srgbClr val="273139"/>
                </a:solidFill>
                <a:latin typeface="Times New Roman"/>
                <a:cs typeface="Times New Roman"/>
              </a:rPr>
              <a:t> </a:t>
            </a:r>
            <a:r>
              <a:rPr sz="2400" spc="-45" dirty="0">
                <a:solidFill>
                  <a:srgbClr val="273139"/>
                </a:solidFill>
                <a:latin typeface="Times New Roman"/>
                <a:cs typeface="Times New Roman"/>
              </a:rPr>
              <a:t>the</a:t>
            </a:r>
            <a:r>
              <a:rPr sz="2400" dirty="0">
                <a:solidFill>
                  <a:srgbClr val="273139"/>
                </a:solidFill>
                <a:latin typeface="Times New Roman"/>
                <a:cs typeface="Times New Roman"/>
              </a:rPr>
              <a:t> </a:t>
            </a:r>
            <a:r>
              <a:rPr sz="2400" spc="-60" dirty="0">
                <a:solidFill>
                  <a:srgbClr val="273139"/>
                </a:solidFill>
                <a:latin typeface="Times New Roman"/>
                <a:cs typeface="Times New Roman"/>
              </a:rPr>
              <a:t>fastest </a:t>
            </a:r>
            <a:r>
              <a:rPr sz="2400" spc="-70" dirty="0">
                <a:solidFill>
                  <a:srgbClr val="273139"/>
                </a:solidFill>
                <a:latin typeface="Times New Roman"/>
                <a:cs typeface="Times New Roman"/>
              </a:rPr>
              <a:t>access</a:t>
            </a:r>
            <a:r>
              <a:rPr sz="2400" spc="50" dirty="0">
                <a:solidFill>
                  <a:srgbClr val="273139"/>
                </a:solidFill>
                <a:latin typeface="Times New Roman"/>
                <a:cs typeface="Times New Roman"/>
              </a:rPr>
              <a:t> </a:t>
            </a:r>
            <a:r>
              <a:rPr sz="2400" dirty="0">
                <a:solidFill>
                  <a:srgbClr val="273139"/>
                </a:solidFill>
                <a:latin typeface="Times New Roman"/>
                <a:cs typeface="Times New Roman"/>
              </a:rPr>
              <a:t>to</a:t>
            </a:r>
            <a:r>
              <a:rPr sz="2400" spc="40" dirty="0">
                <a:solidFill>
                  <a:srgbClr val="273139"/>
                </a:solidFill>
                <a:latin typeface="Times New Roman"/>
                <a:cs typeface="Times New Roman"/>
              </a:rPr>
              <a:t> </a:t>
            </a:r>
            <a:r>
              <a:rPr sz="2400" spc="-45" dirty="0">
                <a:solidFill>
                  <a:srgbClr val="273139"/>
                </a:solidFill>
                <a:latin typeface="Times New Roman"/>
                <a:cs typeface="Times New Roman"/>
              </a:rPr>
              <a:t>archive</a:t>
            </a:r>
            <a:r>
              <a:rPr sz="2400" spc="45" dirty="0">
                <a:solidFill>
                  <a:srgbClr val="273139"/>
                </a:solidFill>
                <a:latin typeface="Times New Roman"/>
                <a:cs typeface="Times New Roman"/>
              </a:rPr>
              <a:t> </a:t>
            </a:r>
            <a:r>
              <a:rPr sz="2400" spc="-25" dirty="0">
                <a:solidFill>
                  <a:srgbClr val="273139"/>
                </a:solidFill>
                <a:latin typeface="Times New Roman"/>
                <a:cs typeface="Times New Roman"/>
              </a:rPr>
              <a:t>storage.</a:t>
            </a:r>
            <a:r>
              <a:rPr sz="2400" spc="-10" dirty="0">
                <a:solidFill>
                  <a:srgbClr val="273139"/>
                </a:solidFill>
                <a:latin typeface="Times New Roman"/>
                <a:cs typeface="Times New Roman"/>
              </a:rPr>
              <a:t> </a:t>
            </a:r>
            <a:r>
              <a:rPr sz="2400" spc="-55" dirty="0">
                <a:solidFill>
                  <a:srgbClr val="273139"/>
                </a:solidFill>
                <a:latin typeface="Times New Roman"/>
                <a:cs typeface="Times New Roman"/>
              </a:rPr>
              <a:t>Same</a:t>
            </a:r>
            <a:r>
              <a:rPr sz="2400" spc="40" dirty="0">
                <a:solidFill>
                  <a:srgbClr val="273139"/>
                </a:solidFill>
                <a:latin typeface="Times New Roman"/>
                <a:cs typeface="Times New Roman"/>
              </a:rPr>
              <a:t> </a:t>
            </a:r>
            <a:r>
              <a:rPr sz="2400" dirty="0">
                <a:solidFill>
                  <a:srgbClr val="273139"/>
                </a:solidFill>
                <a:latin typeface="Times New Roman"/>
                <a:cs typeface="Times New Roman"/>
              </a:rPr>
              <a:t>as</a:t>
            </a:r>
            <a:r>
              <a:rPr sz="2400" spc="50" dirty="0">
                <a:solidFill>
                  <a:srgbClr val="273139"/>
                </a:solidFill>
                <a:latin typeface="Times New Roman"/>
                <a:cs typeface="Times New Roman"/>
              </a:rPr>
              <a:t> </a:t>
            </a:r>
            <a:r>
              <a:rPr sz="2400" dirty="0">
                <a:solidFill>
                  <a:srgbClr val="273139"/>
                </a:solidFill>
                <a:latin typeface="Times New Roman"/>
                <a:cs typeface="Times New Roman"/>
              </a:rPr>
              <a:t>in</a:t>
            </a:r>
            <a:r>
              <a:rPr sz="2400" spc="40" dirty="0">
                <a:solidFill>
                  <a:srgbClr val="273139"/>
                </a:solidFill>
                <a:latin typeface="Times New Roman"/>
                <a:cs typeface="Times New Roman"/>
              </a:rPr>
              <a:t> </a:t>
            </a:r>
            <a:r>
              <a:rPr sz="2400" dirty="0">
                <a:solidFill>
                  <a:srgbClr val="273139"/>
                </a:solidFill>
                <a:latin typeface="Times New Roman"/>
                <a:cs typeface="Times New Roman"/>
              </a:rPr>
              <a:t>S3</a:t>
            </a:r>
            <a:r>
              <a:rPr sz="2400" spc="40" dirty="0">
                <a:solidFill>
                  <a:srgbClr val="273139"/>
                </a:solidFill>
                <a:latin typeface="Times New Roman"/>
                <a:cs typeface="Times New Roman"/>
              </a:rPr>
              <a:t> </a:t>
            </a:r>
            <a:r>
              <a:rPr sz="2400" spc="-25" dirty="0">
                <a:solidFill>
                  <a:srgbClr val="273139"/>
                </a:solidFill>
                <a:latin typeface="Times New Roman"/>
                <a:cs typeface="Times New Roman"/>
              </a:rPr>
              <a:t>standard,</a:t>
            </a:r>
            <a:r>
              <a:rPr sz="2400" spc="-5" dirty="0">
                <a:solidFill>
                  <a:srgbClr val="273139"/>
                </a:solidFill>
                <a:latin typeface="Times New Roman"/>
                <a:cs typeface="Times New Roman"/>
              </a:rPr>
              <a:t> </a:t>
            </a:r>
            <a:r>
              <a:rPr sz="2400" dirty="0">
                <a:solidFill>
                  <a:srgbClr val="273139"/>
                </a:solidFill>
                <a:latin typeface="Times New Roman"/>
                <a:cs typeface="Times New Roman"/>
              </a:rPr>
              <a:t>Data</a:t>
            </a:r>
            <a:r>
              <a:rPr sz="2400" spc="45" dirty="0">
                <a:solidFill>
                  <a:srgbClr val="273139"/>
                </a:solidFill>
                <a:latin typeface="Times New Roman"/>
                <a:cs typeface="Times New Roman"/>
              </a:rPr>
              <a:t> </a:t>
            </a:r>
            <a:r>
              <a:rPr sz="2400" spc="-20" dirty="0">
                <a:solidFill>
                  <a:srgbClr val="273139"/>
                </a:solidFill>
                <a:latin typeface="Times New Roman"/>
                <a:cs typeface="Times New Roman"/>
              </a:rPr>
              <a:t>retrieval</a:t>
            </a:r>
            <a:r>
              <a:rPr sz="2400" spc="45" dirty="0">
                <a:solidFill>
                  <a:srgbClr val="273139"/>
                </a:solidFill>
                <a:latin typeface="Times New Roman"/>
                <a:cs typeface="Times New Roman"/>
              </a:rPr>
              <a:t> </a:t>
            </a:r>
            <a:r>
              <a:rPr sz="2400" spc="-25" dirty="0">
                <a:solidFill>
                  <a:srgbClr val="273139"/>
                </a:solidFill>
                <a:latin typeface="Times New Roman"/>
                <a:cs typeface="Times New Roman"/>
              </a:rPr>
              <a:t>in </a:t>
            </a:r>
            <a:r>
              <a:rPr sz="2400" spc="-125" dirty="0">
                <a:solidFill>
                  <a:srgbClr val="273139"/>
                </a:solidFill>
                <a:latin typeface="Times New Roman"/>
                <a:cs typeface="Times New Roman"/>
              </a:rPr>
              <a:t>milliseconds</a:t>
            </a:r>
            <a:r>
              <a:rPr sz="2400" spc="-85" dirty="0">
                <a:solidFill>
                  <a:srgbClr val="273139"/>
                </a:solidFill>
                <a:latin typeface="Times New Roman"/>
                <a:cs typeface="Times New Roman"/>
              </a:rPr>
              <a:t> </a:t>
            </a:r>
            <a:r>
              <a:rPr sz="2400" spc="35" dirty="0">
                <a:solidFill>
                  <a:srgbClr val="273139"/>
                </a:solidFill>
                <a:latin typeface="Times New Roman"/>
                <a:cs typeface="Times New Roman"/>
              </a:rPr>
              <a:t>.</a:t>
            </a:r>
            <a:endParaRPr sz="2400">
              <a:latin typeface="Times New Roman"/>
              <a:cs typeface="Times New Roman"/>
            </a:endParaRPr>
          </a:p>
          <a:p>
            <a:pPr marL="287020" indent="-274320" algn="just">
              <a:lnSpc>
                <a:spcPct val="100000"/>
              </a:lnSpc>
              <a:spcBef>
                <a:spcPts val="795"/>
              </a:spcBef>
              <a:buClr>
                <a:srgbClr val="D24717"/>
              </a:buClr>
              <a:buSzPct val="85416"/>
              <a:buFont typeface="Segoe UI Symbol"/>
              <a:buChar char="⚫"/>
              <a:tabLst>
                <a:tab pos="287020" algn="l"/>
              </a:tabLst>
            </a:pPr>
            <a:r>
              <a:rPr sz="2400" b="1" spc="-35" dirty="0">
                <a:solidFill>
                  <a:srgbClr val="273139"/>
                </a:solidFill>
                <a:latin typeface="Times New Roman"/>
                <a:cs typeface="Times New Roman"/>
              </a:rPr>
              <a:t>Characteristics</a:t>
            </a:r>
            <a:r>
              <a:rPr sz="2400" b="1" spc="-85" dirty="0">
                <a:solidFill>
                  <a:srgbClr val="273139"/>
                </a:solidFill>
                <a:latin typeface="Times New Roman"/>
                <a:cs typeface="Times New Roman"/>
              </a:rPr>
              <a:t> </a:t>
            </a:r>
            <a:r>
              <a:rPr sz="2400" b="1" dirty="0">
                <a:solidFill>
                  <a:srgbClr val="273139"/>
                </a:solidFill>
                <a:latin typeface="Times New Roman"/>
                <a:cs typeface="Times New Roman"/>
              </a:rPr>
              <a:t>of</a:t>
            </a:r>
            <a:r>
              <a:rPr sz="2400" b="1" spc="-55" dirty="0">
                <a:solidFill>
                  <a:srgbClr val="273139"/>
                </a:solidFill>
                <a:latin typeface="Times New Roman"/>
                <a:cs typeface="Times New Roman"/>
              </a:rPr>
              <a:t> </a:t>
            </a:r>
            <a:r>
              <a:rPr sz="2400" b="1" spc="-185" dirty="0">
                <a:solidFill>
                  <a:srgbClr val="273139"/>
                </a:solidFill>
                <a:latin typeface="Times New Roman"/>
                <a:cs typeface="Times New Roman"/>
              </a:rPr>
              <a:t>S3</a:t>
            </a:r>
            <a:r>
              <a:rPr sz="2400" b="1" spc="-65"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55" dirty="0">
                <a:solidFill>
                  <a:srgbClr val="273139"/>
                </a:solidFill>
                <a:latin typeface="Times New Roman"/>
                <a:cs typeface="Times New Roman"/>
              </a:rPr>
              <a:t> </a:t>
            </a:r>
            <a:r>
              <a:rPr sz="2400" b="1" spc="-25" dirty="0">
                <a:solidFill>
                  <a:srgbClr val="273139"/>
                </a:solidFill>
                <a:latin typeface="Times New Roman"/>
                <a:cs typeface="Times New Roman"/>
              </a:rPr>
              <a:t>Instant</a:t>
            </a:r>
            <a:r>
              <a:rPr sz="2400" b="1" spc="-80" dirty="0">
                <a:solidFill>
                  <a:srgbClr val="273139"/>
                </a:solidFill>
                <a:latin typeface="Times New Roman"/>
                <a:cs typeface="Times New Roman"/>
              </a:rPr>
              <a:t> </a:t>
            </a:r>
            <a:r>
              <a:rPr sz="2400" b="1" spc="-10" dirty="0">
                <a:solidFill>
                  <a:srgbClr val="273139"/>
                </a:solidFill>
                <a:latin typeface="Times New Roman"/>
                <a:cs typeface="Times New Roman"/>
              </a:rPr>
              <a:t>Retrieval</a:t>
            </a:r>
            <a:endParaRPr sz="2400">
              <a:latin typeface="Times New Roman"/>
              <a:cs typeface="Times New Roman"/>
            </a:endParaRPr>
          </a:p>
          <a:p>
            <a:pPr marL="288290" indent="-275590" algn="just">
              <a:lnSpc>
                <a:spcPct val="100000"/>
              </a:lnSpc>
              <a:buClr>
                <a:srgbClr val="D24717"/>
              </a:buClr>
              <a:buSzPct val="85416"/>
              <a:buFont typeface="Arial MT"/>
              <a:buChar char="•"/>
              <a:tabLst>
                <a:tab pos="288290" algn="l"/>
              </a:tabLst>
            </a:pPr>
            <a:r>
              <a:rPr sz="2400" spc="-60" dirty="0">
                <a:solidFill>
                  <a:srgbClr val="273139"/>
                </a:solidFill>
                <a:latin typeface="Times New Roman"/>
                <a:cs typeface="Times New Roman"/>
              </a:rPr>
              <a:t>It</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just</a:t>
            </a:r>
            <a:r>
              <a:rPr sz="2400" spc="-70" dirty="0">
                <a:solidFill>
                  <a:srgbClr val="273139"/>
                </a:solidFill>
                <a:latin typeface="Times New Roman"/>
                <a:cs typeface="Times New Roman"/>
              </a:rPr>
              <a:t> </a:t>
            </a:r>
            <a:r>
              <a:rPr sz="2400" spc="-135" dirty="0">
                <a:solidFill>
                  <a:srgbClr val="273139"/>
                </a:solidFill>
                <a:latin typeface="Times New Roman"/>
                <a:cs typeface="Times New Roman"/>
              </a:rPr>
              <a:t>takes</a:t>
            </a:r>
            <a:r>
              <a:rPr sz="2400" spc="-50" dirty="0">
                <a:solidFill>
                  <a:srgbClr val="273139"/>
                </a:solidFill>
                <a:latin typeface="Times New Roman"/>
                <a:cs typeface="Times New Roman"/>
              </a:rPr>
              <a:t> </a:t>
            </a:r>
            <a:r>
              <a:rPr sz="2400" spc="-130" dirty="0">
                <a:solidFill>
                  <a:srgbClr val="273139"/>
                </a:solidFill>
                <a:latin typeface="Times New Roman"/>
                <a:cs typeface="Times New Roman"/>
              </a:rPr>
              <a:t>milliseconds</a:t>
            </a:r>
            <a:r>
              <a:rPr sz="2400" spc="-80" dirty="0">
                <a:solidFill>
                  <a:srgbClr val="273139"/>
                </a:solidFill>
                <a:latin typeface="Times New Roman"/>
                <a:cs typeface="Times New Roman"/>
              </a:rPr>
              <a:t> </a:t>
            </a:r>
            <a:r>
              <a:rPr sz="2400" dirty="0">
                <a:solidFill>
                  <a:srgbClr val="273139"/>
                </a:solidFill>
                <a:latin typeface="Times New Roman"/>
                <a:cs typeface="Times New Roman"/>
              </a:rPr>
              <a:t>to</a:t>
            </a:r>
            <a:r>
              <a:rPr sz="2400" spc="-45" dirty="0">
                <a:solidFill>
                  <a:srgbClr val="273139"/>
                </a:solidFill>
                <a:latin typeface="Times New Roman"/>
                <a:cs typeface="Times New Roman"/>
              </a:rPr>
              <a:t> </a:t>
            </a:r>
            <a:r>
              <a:rPr sz="2400" spc="-114" dirty="0">
                <a:solidFill>
                  <a:srgbClr val="273139"/>
                </a:solidFill>
                <a:latin typeface="Times New Roman"/>
                <a:cs typeface="Times New Roman"/>
              </a:rPr>
              <a:t>recover</a:t>
            </a:r>
            <a:r>
              <a:rPr sz="2400" spc="-5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50"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marL="288290" indent="-275590" algn="just">
              <a:lnSpc>
                <a:spcPct val="100000"/>
              </a:lnSpc>
              <a:buClr>
                <a:srgbClr val="D24717"/>
              </a:buClr>
              <a:buSzPct val="85416"/>
              <a:buFont typeface="Arial MT"/>
              <a:buChar char="•"/>
              <a:tabLst>
                <a:tab pos="288290" algn="l"/>
              </a:tabLst>
            </a:pPr>
            <a:r>
              <a:rPr sz="2400" spc="-125" dirty="0">
                <a:solidFill>
                  <a:srgbClr val="273139"/>
                </a:solidFill>
                <a:latin typeface="Times New Roman"/>
                <a:cs typeface="Times New Roman"/>
              </a:rPr>
              <a:t>The</a:t>
            </a:r>
            <a:r>
              <a:rPr sz="2400" spc="-50" dirty="0">
                <a:solidFill>
                  <a:srgbClr val="273139"/>
                </a:solidFill>
                <a:latin typeface="Times New Roman"/>
                <a:cs typeface="Times New Roman"/>
              </a:rPr>
              <a:t> </a:t>
            </a:r>
            <a:r>
              <a:rPr sz="2400" spc="-135" dirty="0">
                <a:solidFill>
                  <a:srgbClr val="273139"/>
                </a:solidFill>
                <a:latin typeface="Times New Roman"/>
                <a:cs typeface="Times New Roman"/>
              </a:rPr>
              <a:t>minimum</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object</a:t>
            </a:r>
            <a:r>
              <a:rPr sz="2400" spc="-30" dirty="0">
                <a:solidFill>
                  <a:srgbClr val="273139"/>
                </a:solidFill>
                <a:latin typeface="Times New Roman"/>
                <a:cs typeface="Times New Roman"/>
              </a:rPr>
              <a:t> </a:t>
            </a:r>
            <a:r>
              <a:rPr sz="2400" spc="-155" dirty="0">
                <a:solidFill>
                  <a:srgbClr val="273139"/>
                </a:solidFill>
                <a:latin typeface="Times New Roman"/>
                <a:cs typeface="Times New Roman"/>
              </a:rPr>
              <a:t>size</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should</a:t>
            </a:r>
            <a:r>
              <a:rPr sz="2400" spc="-50" dirty="0">
                <a:solidFill>
                  <a:srgbClr val="273139"/>
                </a:solidFill>
                <a:latin typeface="Times New Roman"/>
                <a:cs typeface="Times New Roman"/>
              </a:rPr>
              <a:t> </a:t>
            </a:r>
            <a:r>
              <a:rPr sz="2400" spc="-114" dirty="0">
                <a:solidFill>
                  <a:srgbClr val="273139"/>
                </a:solidFill>
                <a:latin typeface="Times New Roman"/>
                <a:cs typeface="Times New Roman"/>
              </a:rPr>
              <a:t>be</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128KB.</a:t>
            </a:r>
            <a:endParaRPr sz="2400">
              <a:latin typeface="Times New Roman"/>
              <a:cs typeface="Times New Roman"/>
            </a:endParaRPr>
          </a:p>
          <a:p>
            <a:pPr marL="288925" indent="-276225" algn="just">
              <a:lnSpc>
                <a:spcPct val="100000"/>
              </a:lnSpc>
              <a:buClr>
                <a:srgbClr val="D24717"/>
              </a:buClr>
              <a:buSzPct val="85416"/>
              <a:buFont typeface="Arial MT"/>
              <a:buChar char="•"/>
              <a:tabLst>
                <a:tab pos="288925" algn="l"/>
              </a:tabLst>
            </a:pPr>
            <a:r>
              <a:rPr sz="2400" spc="-160" dirty="0">
                <a:solidFill>
                  <a:srgbClr val="273139"/>
                </a:solidFill>
                <a:latin typeface="Times New Roman"/>
                <a:cs typeface="Times New Roman"/>
              </a:rPr>
              <a:t>Availability</a:t>
            </a:r>
            <a:r>
              <a:rPr sz="2400" spc="-5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30" dirty="0">
                <a:solidFill>
                  <a:srgbClr val="273139"/>
                </a:solidFill>
                <a:latin typeface="Times New Roman"/>
                <a:cs typeface="Times New Roman"/>
              </a:rPr>
              <a:t> </a:t>
            </a:r>
            <a:r>
              <a:rPr sz="2400" spc="-90" dirty="0">
                <a:solidFill>
                  <a:srgbClr val="273139"/>
                </a:solidFill>
                <a:latin typeface="Times New Roman"/>
                <a:cs typeface="Times New Roman"/>
              </a:rPr>
              <a:t>99.9%</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30" dirty="0">
                <a:solidFill>
                  <a:srgbClr val="273139"/>
                </a:solidFill>
                <a:latin typeface="Times New Roman"/>
                <a:cs typeface="Times New Roman"/>
              </a:rPr>
              <a:t> </a:t>
            </a:r>
            <a:r>
              <a:rPr sz="2400" spc="-125" dirty="0">
                <a:solidFill>
                  <a:srgbClr val="273139"/>
                </a:solidFill>
                <a:latin typeface="Times New Roman"/>
                <a:cs typeface="Times New Roman"/>
              </a:rPr>
              <a:t>glacier</a:t>
            </a:r>
            <a:r>
              <a:rPr sz="2400" spc="-30" dirty="0">
                <a:solidFill>
                  <a:srgbClr val="273139"/>
                </a:solidFill>
                <a:latin typeface="Times New Roman"/>
                <a:cs typeface="Times New Roman"/>
              </a:rPr>
              <a:t> </a:t>
            </a:r>
            <a:r>
              <a:rPr sz="2400" spc="-110" dirty="0">
                <a:solidFill>
                  <a:srgbClr val="273139"/>
                </a:solidFill>
                <a:latin typeface="Times New Roman"/>
                <a:cs typeface="Times New Roman"/>
              </a:rPr>
              <a:t>Instant</a:t>
            </a:r>
            <a:r>
              <a:rPr sz="2400" spc="-55" dirty="0">
                <a:solidFill>
                  <a:srgbClr val="273139"/>
                </a:solidFill>
                <a:latin typeface="Times New Roman"/>
                <a:cs typeface="Times New Roman"/>
              </a:rPr>
              <a:t> </a:t>
            </a:r>
            <a:r>
              <a:rPr sz="2400" spc="-10" dirty="0">
                <a:solidFill>
                  <a:srgbClr val="273139"/>
                </a:solidFill>
                <a:latin typeface="Times New Roman"/>
                <a:cs typeface="Times New Roman"/>
              </a:rPr>
              <a:t>Retrieval.</a:t>
            </a:r>
            <a:endParaRPr sz="2400">
              <a:latin typeface="Times New Roman"/>
              <a:cs typeface="Times New Roman"/>
            </a:endParaRPr>
          </a:p>
          <a:p>
            <a:pPr marL="288290" indent="-275590" algn="just">
              <a:lnSpc>
                <a:spcPct val="100000"/>
              </a:lnSpc>
              <a:spcBef>
                <a:spcPts val="5"/>
              </a:spcBef>
              <a:buClr>
                <a:srgbClr val="D24717"/>
              </a:buClr>
              <a:buSzPct val="85416"/>
              <a:buFont typeface="Arial MT"/>
              <a:buChar char="•"/>
              <a:tabLst>
                <a:tab pos="288290" algn="l"/>
              </a:tabLst>
            </a:pPr>
            <a:r>
              <a:rPr sz="2400" spc="-105" dirty="0">
                <a:solidFill>
                  <a:srgbClr val="273139"/>
                </a:solidFill>
                <a:latin typeface="Times New Roman"/>
                <a:cs typeface="Times New Roman"/>
              </a:rPr>
              <a:t>Durability</a:t>
            </a:r>
            <a:r>
              <a:rPr sz="2400" spc="-80"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70" dirty="0">
                <a:solidFill>
                  <a:srgbClr val="273139"/>
                </a:solidFill>
                <a:latin typeface="Times New Roman"/>
                <a:cs typeface="Times New Roman"/>
              </a:rPr>
              <a:t> </a:t>
            </a:r>
            <a:r>
              <a:rPr sz="2400" dirty="0">
                <a:solidFill>
                  <a:srgbClr val="273139"/>
                </a:solidFill>
                <a:latin typeface="Times New Roman"/>
                <a:cs typeface="Times New Roman"/>
              </a:rPr>
              <a:t>of</a:t>
            </a:r>
            <a:r>
              <a:rPr sz="2400" spc="235" dirty="0">
                <a:solidFill>
                  <a:srgbClr val="273139"/>
                </a:solidFill>
                <a:latin typeface="Times New Roman"/>
                <a:cs typeface="Times New Roman"/>
              </a:rPr>
              <a:t> </a:t>
            </a:r>
            <a:r>
              <a:rPr sz="2400" spc="-10" dirty="0">
                <a:solidFill>
                  <a:srgbClr val="273139"/>
                </a:solidFill>
                <a:latin typeface="Times New Roman"/>
                <a:cs typeface="Times New Roman"/>
              </a:rPr>
              <a:t>99.999999999%.</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78</a:t>
            </a:fld>
            <a:endParaRPr spc="-2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836803"/>
            <a:ext cx="8301990" cy="5415280"/>
          </a:xfrm>
          <a:prstGeom prst="rect">
            <a:avLst/>
          </a:prstGeom>
        </p:spPr>
        <p:txBody>
          <a:bodyPr vert="horz" wrap="square" lIns="0" tIns="12700" rIns="0" bIns="0" rtlCol="0">
            <a:spAutoFit/>
          </a:bodyPr>
          <a:lstStyle/>
          <a:p>
            <a:pPr marL="286385" marR="273050" indent="-274320" algn="just">
              <a:lnSpc>
                <a:spcPct val="100000"/>
              </a:lnSpc>
              <a:spcBef>
                <a:spcPts val="100"/>
              </a:spcBef>
              <a:buClr>
                <a:srgbClr val="D24717"/>
              </a:buClr>
              <a:buSzPct val="85416"/>
              <a:buFont typeface="Segoe UI Symbol"/>
              <a:buChar char="⚫"/>
              <a:tabLst>
                <a:tab pos="286385" algn="l"/>
              </a:tabLst>
            </a:pPr>
            <a:r>
              <a:rPr sz="2400" b="1" spc="-280" dirty="0">
                <a:solidFill>
                  <a:srgbClr val="273139"/>
                </a:solidFill>
                <a:latin typeface="Times New Roman"/>
                <a:cs typeface="Times New Roman"/>
              </a:rPr>
              <a:t>S3</a:t>
            </a:r>
            <a:r>
              <a:rPr sz="2400" b="1" spc="130" dirty="0">
                <a:solidFill>
                  <a:srgbClr val="273139"/>
                </a:solidFill>
                <a:latin typeface="Times New Roman"/>
                <a:cs typeface="Times New Roman"/>
              </a:rPr>
              <a:t> </a:t>
            </a:r>
            <a:r>
              <a:rPr sz="2400" b="1" spc="-10" dirty="0">
                <a:solidFill>
                  <a:srgbClr val="273139"/>
                </a:solidFill>
                <a:latin typeface="Times New Roman"/>
                <a:cs typeface="Times New Roman"/>
              </a:rPr>
              <a:t>One</a:t>
            </a:r>
            <a:r>
              <a:rPr sz="2400" b="1" spc="-110" dirty="0">
                <a:solidFill>
                  <a:srgbClr val="273139"/>
                </a:solidFill>
                <a:latin typeface="Times New Roman"/>
                <a:cs typeface="Times New Roman"/>
              </a:rPr>
              <a:t> </a:t>
            </a:r>
            <a:r>
              <a:rPr sz="2400" b="1" dirty="0">
                <a:solidFill>
                  <a:srgbClr val="273139"/>
                </a:solidFill>
                <a:latin typeface="Times New Roman"/>
                <a:cs typeface="Times New Roman"/>
              </a:rPr>
              <a:t>Zone-</a:t>
            </a:r>
            <a:r>
              <a:rPr sz="2400" b="1" spc="-10" dirty="0">
                <a:solidFill>
                  <a:srgbClr val="273139"/>
                </a:solidFill>
                <a:latin typeface="Times New Roman"/>
                <a:cs typeface="Times New Roman"/>
              </a:rPr>
              <a:t>Infrequent</a:t>
            </a:r>
            <a:r>
              <a:rPr sz="2400" b="1" spc="-135" dirty="0">
                <a:solidFill>
                  <a:srgbClr val="273139"/>
                </a:solidFill>
                <a:latin typeface="Times New Roman"/>
                <a:cs typeface="Times New Roman"/>
              </a:rPr>
              <a:t> </a:t>
            </a:r>
            <a:r>
              <a:rPr sz="2400" b="1" spc="-55" dirty="0">
                <a:solidFill>
                  <a:srgbClr val="273139"/>
                </a:solidFill>
                <a:latin typeface="Times New Roman"/>
                <a:cs typeface="Times New Roman"/>
              </a:rPr>
              <a:t>Access:</a:t>
            </a:r>
            <a:r>
              <a:rPr sz="2400" b="1" spc="-95" dirty="0">
                <a:solidFill>
                  <a:srgbClr val="273139"/>
                </a:solidFill>
                <a:latin typeface="Times New Roman"/>
                <a:cs typeface="Times New Roman"/>
              </a:rPr>
              <a:t> </a:t>
            </a:r>
            <a:r>
              <a:rPr sz="2400" b="1" spc="-45" dirty="0">
                <a:solidFill>
                  <a:srgbClr val="273139"/>
                </a:solidFill>
                <a:latin typeface="Times New Roman"/>
                <a:cs typeface="Times New Roman"/>
              </a:rPr>
              <a:t>Cost-</a:t>
            </a:r>
            <a:r>
              <a:rPr sz="2400" b="1" dirty="0">
                <a:solidFill>
                  <a:srgbClr val="273139"/>
                </a:solidFill>
                <a:latin typeface="Times New Roman"/>
                <a:cs typeface="Times New Roman"/>
              </a:rPr>
              <a:t>Optimized</a:t>
            </a:r>
            <a:r>
              <a:rPr sz="2400" b="1" spc="10" dirty="0">
                <a:solidFill>
                  <a:srgbClr val="273139"/>
                </a:solidFill>
                <a:latin typeface="Times New Roman"/>
                <a:cs typeface="Times New Roman"/>
              </a:rPr>
              <a:t> </a:t>
            </a:r>
            <a:r>
              <a:rPr sz="2400" b="1" spc="-35" dirty="0">
                <a:solidFill>
                  <a:srgbClr val="273139"/>
                </a:solidFill>
                <a:latin typeface="Times New Roman"/>
                <a:cs typeface="Times New Roman"/>
              </a:rPr>
              <a:t>Storage</a:t>
            </a:r>
            <a:r>
              <a:rPr sz="2400" b="1" spc="15" dirty="0">
                <a:solidFill>
                  <a:srgbClr val="273139"/>
                </a:solidFill>
                <a:latin typeface="Times New Roman"/>
                <a:cs typeface="Times New Roman"/>
              </a:rPr>
              <a:t> </a:t>
            </a:r>
            <a:r>
              <a:rPr sz="2400" b="1" spc="-25" dirty="0">
                <a:solidFill>
                  <a:srgbClr val="273139"/>
                </a:solidFill>
                <a:latin typeface="Times New Roman"/>
                <a:cs typeface="Times New Roman"/>
              </a:rPr>
              <a:t>for </a:t>
            </a:r>
            <a:r>
              <a:rPr sz="2400" b="1" spc="-20" dirty="0">
                <a:solidFill>
                  <a:srgbClr val="273139"/>
                </a:solidFill>
                <a:latin typeface="Times New Roman"/>
                <a:cs typeface="Times New Roman"/>
              </a:rPr>
              <a:t>Single</a:t>
            </a:r>
            <a:r>
              <a:rPr sz="2400" b="1" spc="-165" dirty="0">
                <a:solidFill>
                  <a:srgbClr val="273139"/>
                </a:solidFill>
                <a:latin typeface="Times New Roman"/>
                <a:cs typeface="Times New Roman"/>
              </a:rPr>
              <a:t> </a:t>
            </a:r>
            <a:r>
              <a:rPr sz="2400" b="1" spc="-35" dirty="0">
                <a:solidFill>
                  <a:srgbClr val="273139"/>
                </a:solidFill>
                <a:latin typeface="Times New Roman"/>
                <a:cs typeface="Times New Roman"/>
              </a:rPr>
              <a:t>Availability</a:t>
            </a:r>
            <a:r>
              <a:rPr sz="2400" b="1" spc="-25" dirty="0">
                <a:solidFill>
                  <a:srgbClr val="273139"/>
                </a:solidFill>
                <a:latin typeface="Times New Roman"/>
                <a:cs typeface="Times New Roman"/>
              </a:rPr>
              <a:t> </a:t>
            </a:r>
            <a:r>
              <a:rPr sz="2400" b="1" spc="-20" dirty="0">
                <a:solidFill>
                  <a:srgbClr val="273139"/>
                </a:solidFill>
                <a:latin typeface="Times New Roman"/>
                <a:cs typeface="Times New Roman"/>
              </a:rPr>
              <a:t>Zone</a:t>
            </a:r>
            <a:endParaRPr sz="2400">
              <a:latin typeface="Times New Roman"/>
              <a:cs typeface="Times New Roman"/>
            </a:endParaRPr>
          </a:p>
          <a:p>
            <a:pPr marL="286385" marR="5080" indent="-274320" algn="just">
              <a:lnSpc>
                <a:spcPct val="100000"/>
              </a:lnSpc>
              <a:spcBef>
                <a:spcPts val="600"/>
              </a:spcBef>
              <a:buClr>
                <a:srgbClr val="D24717"/>
              </a:buClr>
              <a:buSzPct val="85416"/>
              <a:buFont typeface="Segoe UI Symbol"/>
              <a:buChar char="⚫"/>
              <a:tabLst>
                <a:tab pos="286385" algn="l"/>
              </a:tabLst>
            </a:pPr>
            <a:r>
              <a:rPr sz="2400" spc="-95" dirty="0">
                <a:solidFill>
                  <a:srgbClr val="273139"/>
                </a:solidFill>
                <a:latin typeface="Times New Roman"/>
                <a:cs typeface="Times New Roman"/>
              </a:rPr>
              <a:t>Different</a:t>
            </a:r>
            <a:r>
              <a:rPr sz="2400" spc="-55" dirty="0">
                <a:solidFill>
                  <a:srgbClr val="273139"/>
                </a:solidFill>
                <a:latin typeface="Times New Roman"/>
                <a:cs typeface="Times New Roman"/>
              </a:rPr>
              <a:t> </a:t>
            </a:r>
            <a:r>
              <a:rPr sz="2400" spc="-75" dirty="0">
                <a:solidFill>
                  <a:srgbClr val="273139"/>
                </a:solidFill>
                <a:latin typeface="Times New Roman"/>
                <a:cs typeface="Times New Roman"/>
              </a:rPr>
              <a:t>from </a:t>
            </a:r>
            <a:r>
              <a:rPr sz="2400" spc="-25" dirty="0">
                <a:solidFill>
                  <a:srgbClr val="273139"/>
                </a:solidFill>
                <a:latin typeface="Times New Roman"/>
                <a:cs typeface="Times New Roman"/>
              </a:rPr>
              <a:t>other</a:t>
            </a:r>
            <a:r>
              <a:rPr sz="2400" spc="-125" dirty="0">
                <a:solidFill>
                  <a:srgbClr val="273139"/>
                </a:solidFill>
                <a:latin typeface="Times New Roman"/>
                <a:cs typeface="Times New Roman"/>
              </a:rPr>
              <a:t> </a:t>
            </a:r>
            <a:r>
              <a:rPr sz="2400" spc="-265" dirty="0">
                <a:solidFill>
                  <a:srgbClr val="273139"/>
                </a:solidFill>
                <a:latin typeface="Times New Roman"/>
                <a:cs typeface="Times New Roman"/>
              </a:rPr>
              <a:t>S3</a:t>
            </a:r>
            <a:r>
              <a:rPr sz="2400" spc="114" dirty="0">
                <a:solidFill>
                  <a:srgbClr val="273139"/>
                </a:solidFill>
                <a:latin typeface="Times New Roman"/>
                <a:cs typeface="Times New Roman"/>
              </a:rPr>
              <a:t> </a:t>
            </a:r>
            <a:r>
              <a:rPr sz="2400" spc="-120" dirty="0">
                <a:solidFill>
                  <a:srgbClr val="273139"/>
                </a:solidFill>
                <a:latin typeface="Times New Roman"/>
                <a:cs typeface="Times New Roman"/>
              </a:rPr>
              <a:t>Storage</a:t>
            </a:r>
            <a:r>
              <a:rPr sz="2400" spc="-30" dirty="0">
                <a:solidFill>
                  <a:srgbClr val="273139"/>
                </a:solidFill>
                <a:latin typeface="Times New Roman"/>
                <a:cs typeface="Times New Roman"/>
              </a:rPr>
              <a:t> </a:t>
            </a:r>
            <a:r>
              <a:rPr sz="2400" spc="-150" dirty="0">
                <a:solidFill>
                  <a:srgbClr val="273139"/>
                </a:solidFill>
                <a:latin typeface="Times New Roman"/>
                <a:cs typeface="Times New Roman"/>
              </a:rPr>
              <a:t>Classes</a:t>
            </a:r>
            <a:r>
              <a:rPr sz="2400" dirty="0">
                <a:solidFill>
                  <a:srgbClr val="273139"/>
                </a:solidFill>
                <a:latin typeface="Times New Roman"/>
                <a:cs typeface="Times New Roman"/>
              </a:rPr>
              <a:t> </a:t>
            </a:r>
            <a:r>
              <a:rPr sz="2400" spc="-120" dirty="0">
                <a:solidFill>
                  <a:srgbClr val="273139"/>
                </a:solidFill>
                <a:latin typeface="Times New Roman"/>
                <a:cs typeface="Times New Roman"/>
              </a:rPr>
              <a:t>which</a:t>
            </a:r>
            <a:r>
              <a:rPr sz="2400" spc="-30" dirty="0">
                <a:solidFill>
                  <a:srgbClr val="273139"/>
                </a:solidFill>
                <a:latin typeface="Times New Roman"/>
                <a:cs typeface="Times New Roman"/>
              </a:rPr>
              <a:t> </a:t>
            </a:r>
            <a:r>
              <a:rPr sz="2400" spc="-50" dirty="0">
                <a:solidFill>
                  <a:srgbClr val="273139"/>
                </a:solidFill>
                <a:latin typeface="Times New Roman"/>
                <a:cs typeface="Times New Roman"/>
              </a:rPr>
              <a:t>store</a:t>
            </a:r>
            <a:r>
              <a:rPr sz="2400" spc="-90" dirty="0">
                <a:solidFill>
                  <a:srgbClr val="273139"/>
                </a:solidFill>
                <a:latin typeface="Times New Roman"/>
                <a:cs typeface="Times New Roman"/>
              </a:rPr>
              <a:t> </a:t>
            </a:r>
            <a:r>
              <a:rPr sz="2400" spc="-95" dirty="0">
                <a:solidFill>
                  <a:srgbClr val="273139"/>
                </a:solidFill>
                <a:latin typeface="Times New Roman"/>
                <a:cs typeface="Times New Roman"/>
              </a:rPr>
              <a:t>data</a:t>
            </a:r>
            <a:r>
              <a:rPr sz="2400" spc="-40" dirty="0">
                <a:solidFill>
                  <a:srgbClr val="273139"/>
                </a:solidFill>
                <a:latin typeface="Times New Roman"/>
                <a:cs typeface="Times New Roman"/>
              </a:rPr>
              <a:t> </a:t>
            </a:r>
            <a:r>
              <a:rPr sz="2400" dirty="0">
                <a:solidFill>
                  <a:srgbClr val="273139"/>
                </a:solidFill>
                <a:latin typeface="Times New Roman"/>
                <a:cs typeface="Times New Roman"/>
              </a:rPr>
              <a:t>in</a:t>
            </a:r>
            <a:r>
              <a:rPr sz="2400" spc="-30" dirty="0">
                <a:solidFill>
                  <a:srgbClr val="273139"/>
                </a:solidFill>
                <a:latin typeface="Times New Roman"/>
                <a:cs typeface="Times New Roman"/>
              </a:rPr>
              <a:t> </a:t>
            </a:r>
            <a:r>
              <a:rPr sz="2400" dirty="0">
                <a:solidFill>
                  <a:srgbClr val="273139"/>
                </a:solidFill>
                <a:latin typeface="Times New Roman"/>
                <a:cs typeface="Times New Roman"/>
              </a:rPr>
              <a:t>a</a:t>
            </a:r>
            <a:r>
              <a:rPr sz="2400" spc="-35" dirty="0">
                <a:solidFill>
                  <a:srgbClr val="273139"/>
                </a:solidFill>
                <a:latin typeface="Times New Roman"/>
                <a:cs typeface="Times New Roman"/>
              </a:rPr>
              <a:t> </a:t>
            </a:r>
            <a:r>
              <a:rPr sz="2400" spc="-80" dirty="0">
                <a:solidFill>
                  <a:srgbClr val="273139"/>
                </a:solidFill>
                <a:latin typeface="Times New Roman"/>
                <a:cs typeface="Times New Roman"/>
              </a:rPr>
              <a:t>minimum </a:t>
            </a:r>
            <a:r>
              <a:rPr sz="2400" dirty="0">
                <a:solidFill>
                  <a:srgbClr val="273139"/>
                </a:solidFill>
                <a:latin typeface="Times New Roman"/>
                <a:cs typeface="Times New Roman"/>
              </a:rPr>
              <a:t>of</a:t>
            </a:r>
            <a:r>
              <a:rPr sz="2400" spc="150" dirty="0">
                <a:solidFill>
                  <a:srgbClr val="273139"/>
                </a:solidFill>
                <a:latin typeface="Times New Roman"/>
                <a:cs typeface="Times New Roman"/>
              </a:rPr>
              <a:t> </a:t>
            </a:r>
            <a:r>
              <a:rPr sz="2400" dirty="0">
                <a:solidFill>
                  <a:srgbClr val="273139"/>
                </a:solidFill>
                <a:latin typeface="Times New Roman"/>
                <a:cs typeface="Times New Roman"/>
              </a:rPr>
              <a:t>three</a:t>
            </a:r>
            <a:r>
              <a:rPr sz="2400" spc="150" dirty="0">
                <a:solidFill>
                  <a:srgbClr val="273139"/>
                </a:solidFill>
                <a:latin typeface="Times New Roman"/>
                <a:cs typeface="Times New Roman"/>
              </a:rPr>
              <a:t> </a:t>
            </a:r>
            <a:r>
              <a:rPr sz="2400" spc="-125" dirty="0">
                <a:solidFill>
                  <a:srgbClr val="273139"/>
                </a:solidFill>
                <a:latin typeface="Times New Roman"/>
                <a:cs typeface="Times New Roman"/>
              </a:rPr>
              <a:t>Availability</a:t>
            </a:r>
            <a:r>
              <a:rPr sz="2400" spc="150" dirty="0">
                <a:solidFill>
                  <a:srgbClr val="273139"/>
                </a:solidFill>
                <a:latin typeface="Times New Roman"/>
                <a:cs typeface="Times New Roman"/>
              </a:rPr>
              <a:t> </a:t>
            </a:r>
            <a:r>
              <a:rPr sz="2400" dirty="0">
                <a:solidFill>
                  <a:srgbClr val="273139"/>
                </a:solidFill>
                <a:latin typeface="Times New Roman"/>
                <a:cs typeface="Times New Roman"/>
              </a:rPr>
              <a:t>Zones,</a:t>
            </a:r>
            <a:r>
              <a:rPr sz="2400" spc="85" dirty="0">
                <a:solidFill>
                  <a:srgbClr val="273139"/>
                </a:solidFill>
                <a:latin typeface="Times New Roman"/>
                <a:cs typeface="Times New Roman"/>
              </a:rPr>
              <a:t> </a:t>
            </a:r>
            <a:r>
              <a:rPr sz="2400" dirty="0">
                <a:solidFill>
                  <a:srgbClr val="273139"/>
                </a:solidFill>
                <a:latin typeface="Times New Roman"/>
                <a:cs typeface="Times New Roman"/>
              </a:rPr>
              <a:t>S3</a:t>
            </a:r>
            <a:r>
              <a:rPr sz="2400" spc="160" dirty="0">
                <a:solidFill>
                  <a:srgbClr val="273139"/>
                </a:solidFill>
                <a:latin typeface="Times New Roman"/>
                <a:cs typeface="Times New Roman"/>
              </a:rPr>
              <a:t> </a:t>
            </a:r>
            <a:r>
              <a:rPr sz="2400" dirty="0">
                <a:solidFill>
                  <a:srgbClr val="273139"/>
                </a:solidFill>
                <a:latin typeface="Times New Roman"/>
                <a:cs typeface="Times New Roman"/>
              </a:rPr>
              <a:t>One</a:t>
            </a:r>
            <a:r>
              <a:rPr sz="2400" spc="145" dirty="0">
                <a:solidFill>
                  <a:srgbClr val="273139"/>
                </a:solidFill>
                <a:latin typeface="Times New Roman"/>
                <a:cs typeface="Times New Roman"/>
              </a:rPr>
              <a:t> </a:t>
            </a:r>
            <a:r>
              <a:rPr sz="2400" spc="-105" dirty="0">
                <a:solidFill>
                  <a:srgbClr val="273139"/>
                </a:solidFill>
                <a:latin typeface="Times New Roman"/>
                <a:cs typeface="Times New Roman"/>
              </a:rPr>
              <a:t>Zone-</a:t>
            </a:r>
            <a:r>
              <a:rPr sz="2400" spc="-260" dirty="0">
                <a:solidFill>
                  <a:srgbClr val="273139"/>
                </a:solidFill>
                <a:latin typeface="Times New Roman"/>
                <a:cs typeface="Times New Roman"/>
              </a:rPr>
              <a:t>IA</a:t>
            </a:r>
            <a:r>
              <a:rPr sz="2400" spc="145" dirty="0">
                <a:solidFill>
                  <a:srgbClr val="273139"/>
                </a:solidFill>
                <a:latin typeface="Times New Roman"/>
                <a:cs typeface="Times New Roman"/>
              </a:rPr>
              <a:t> </a:t>
            </a:r>
            <a:r>
              <a:rPr sz="2400" dirty="0">
                <a:solidFill>
                  <a:srgbClr val="273139"/>
                </a:solidFill>
                <a:latin typeface="Times New Roman"/>
                <a:cs typeface="Times New Roman"/>
              </a:rPr>
              <a:t>stores</a:t>
            </a:r>
            <a:r>
              <a:rPr sz="2400" spc="150" dirty="0">
                <a:solidFill>
                  <a:srgbClr val="273139"/>
                </a:solidFill>
                <a:latin typeface="Times New Roman"/>
                <a:cs typeface="Times New Roman"/>
              </a:rPr>
              <a:t> </a:t>
            </a:r>
            <a:r>
              <a:rPr sz="2400" dirty="0">
                <a:solidFill>
                  <a:srgbClr val="273139"/>
                </a:solidFill>
                <a:latin typeface="Times New Roman"/>
                <a:cs typeface="Times New Roman"/>
              </a:rPr>
              <a:t>data</a:t>
            </a:r>
            <a:r>
              <a:rPr sz="2400" spc="150" dirty="0">
                <a:solidFill>
                  <a:srgbClr val="273139"/>
                </a:solidFill>
                <a:latin typeface="Times New Roman"/>
                <a:cs typeface="Times New Roman"/>
              </a:rPr>
              <a:t> </a:t>
            </a:r>
            <a:r>
              <a:rPr sz="2400" dirty="0">
                <a:solidFill>
                  <a:srgbClr val="273139"/>
                </a:solidFill>
                <a:latin typeface="Times New Roman"/>
                <a:cs typeface="Times New Roman"/>
              </a:rPr>
              <a:t>in</a:t>
            </a:r>
            <a:r>
              <a:rPr sz="2400" spc="160" dirty="0">
                <a:solidFill>
                  <a:srgbClr val="273139"/>
                </a:solidFill>
                <a:latin typeface="Times New Roman"/>
                <a:cs typeface="Times New Roman"/>
              </a:rPr>
              <a:t> </a:t>
            </a:r>
            <a:r>
              <a:rPr sz="2400" dirty="0">
                <a:solidFill>
                  <a:srgbClr val="273139"/>
                </a:solidFill>
                <a:latin typeface="Times New Roman"/>
                <a:cs typeface="Times New Roman"/>
              </a:rPr>
              <a:t>a</a:t>
            </a:r>
            <a:r>
              <a:rPr sz="2400" spc="145" dirty="0">
                <a:solidFill>
                  <a:srgbClr val="273139"/>
                </a:solidFill>
                <a:latin typeface="Times New Roman"/>
                <a:cs typeface="Times New Roman"/>
              </a:rPr>
              <a:t> </a:t>
            </a:r>
            <a:r>
              <a:rPr sz="2400" spc="-75" dirty="0">
                <a:solidFill>
                  <a:srgbClr val="273139"/>
                </a:solidFill>
                <a:latin typeface="Times New Roman"/>
                <a:cs typeface="Times New Roman"/>
              </a:rPr>
              <a:t>single </a:t>
            </a:r>
            <a:r>
              <a:rPr sz="2400" spc="-130" dirty="0">
                <a:solidFill>
                  <a:srgbClr val="273139"/>
                </a:solidFill>
                <a:latin typeface="Times New Roman"/>
                <a:cs typeface="Times New Roman"/>
              </a:rPr>
              <a:t>Availability</a:t>
            </a:r>
            <a:r>
              <a:rPr sz="2400" spc="-20" dirty="0">
                <a:solidFill>
                  <a:srgbClr val="273139"/>
                </a:solidFill>
                <a:latin typeface="Times New Roman"/>
                <a:cs typeface="Times New Roman"/>
              </a:rPr>
              <a:t> </a:t>
            </a:r>
            <a:r>
              <a:rPr sz="2400" dirty="0">
                <a:solidFill>
                  <a:srgbClr val="273139"/>
                </a:solidFill>
                <a:latin typeface="Times New Roman"/>
                <a:cs typeface="Times New Roman"/>
              </a:rPr>
              <a:t>Zone</a:t>
            </a:r>
            <a:r>
              <a:rPr sz="2400" spc="-70" dirty="0">
                <a:solidFill>
                  <a:srgbClr val="273139"/>
                </a:solidFill>
                <a:latin typeface="Times New Roman"/>
                <a:cs typeface="Times New Roman"/>
              </a:rPr>
              <a:t> </a:t>
            </a:r>
            <a:r>
              <a:rPr sz="2400" dirty="0">
                <a:solidFill>
                  <a:srgbClr val="273139"/>
                </a:solidFill>
                <a:latin typeface="Times New Roman"/>
                <a:cs typeface="Times New Roman"/>
              </a:rPr>
              <a:t>and</a:t>
            </a:r>
            <a:r>
              <a:rPr sz="2400" spc="-45" dirty="0">
                <a:solidFill>
                  <a:srgbClr val="273139"/>
                </a:solidFill>
                <a:latin typeface="Times New Roman"/>
                <a:cs typeface="Times New Roman"/>
              </a:rPr>
              <a:t> </a:t>
            </a:r>
            <a:r>
              <a:rPr sz="2400" spc="-30" dirty="0">
                <a:solidFill>
                  <a:srgbClr val="273139"/>
                </a:solidFill>
                <a:latin typeface="Times New Roman"/>
                <a:cs typeface="Times New Roman"/>
              </a:rPr>
              <a:t>costs</a:t>
            </a:r>
            <a:r>
              <a:rPr sz="2400" spc="-40" dirty="0">
                <a:solidFill>
                  <a:srgbClr val="273139"/>
                </a:solidFill>
                <a:latin typeface="Times New Roman"/>
                <a:cs typeface="Times New Roman"/>
              </a:rPr>
              <a:t> </a:t>
            </a:r>
            <a:r>
              <a:rPr sz="2400" dirty="0">
                <a:solidFill>
                  <a:srgbClr val="273139"/>
                </a:solidFill>
                <a:latin typeface="Times New Roman"/>
                <a:cs typeface="Times New Roman"/>
              </a:rPr>
              <a:t>20%</a:t>
            </a:r>
            <a:r>
              <a:rPr sz="2400" spc="-40" dirty="0">
                <a:solidFill>
                  <a:srgbClr val="273139"/>
                </a:solidFill>
                <a:latin typeface="Times New Roman"/>
                <a:cs typeface="Times New Roman"/>
              </a:rPr>
              <a:t> </a:t>
            </a:r>
            <a:r>
              <a:rPr sz="2400" spc="-25" dirty="0">
                <a:solidFill>
                  <a:srgbClr val="273139"/>
                </a:solidFill>
                <a:latin typeface="Times New Roman"/>
                <a:cs typeface="Times New Roman"/>
              </a:rPr>
              <a:t>less</a:t>
            </a:r>
            <a:r>
              <a:rPr sz="2400" spc="-40" dirty="0">
                <a:solidFill>
                  <a:srgbClr val="273139"/>
                </a:solidFill>
                <a:latin typeface="Times New Roman"/>
                <a:cs typeface="Times New Roman"/>
              </a:rPr>
              <a:t> </a:t>
            </a:r>
            <a:r>
              <a:rPr sz="2400" dirty="0">
                <a:solidFill>
                  <a:srgbClr val="273139"/>
                </a:solidFill>
                <a:latin typeface="Times New Roman"/>
                <a:cs typeface="Times New Roman"/>
              </a:rPr>
              <a:t>than</a:t>
            </a:r>
            <a:r>
              <a:rPr sz="2400" spc="-45" dirty="0">
                <a:solidFill>
                  <a:srgbClr val="273139"/>
                </a:solidFill>
                <a:latin typeface="Times New Roman"/>
                <a:cs typeface="Times New Roman"/>
              </a:rPr>
              <a:t> </a:t>
            </a:r>
            <a:r>
              <a:rPr sz="2400" dirty="0">
                <a:solidFill>
                  <a:srgbClr val="273139"/>
                </a:solidFill>
                <a:latin typeface="Times New Roman"/>
                <a:cs typeface="Times New Roman"/>
              </a:rPr>
              <a:t>S3</a:t>
            </a:r>
            <a:r>
              <a:rPr sz="2400" spc="-45" dirty="0">
                <a:solidFill>
                  <a:srgbClr val="273139"/>
                </a:solidFill>
                <a:latin typeface="Times New Roman"/>
                <a:cs typeface="Times New Roman"/>
              </a:rPr>
              <a:t> </a:t>
            </a:r>
            <a:r>
              <a:rPr sz="2400" spc="-120" dirty="0">
                <a:solidFill>
                  <a:srgbClr val="273139"/>
                </a:solidFill>
                <a:latin typeface="Times New Roman"/>
                <a:cs typeface="Times New Roman"/>
              </a:rPr>
              <a:t>Standard-</a:t>
            </a:r>
            <a:r>
              <a:rPr sz="2400" spc="-10" dirty="0">
                <a:solidFill>
                  <a:srgbClr val="273139"/>
                </a:solidFill>
                <a:latin typeface="Times New Roman"/>
                <a:cs typeface="Times New Roman"/>
              </a:rPr>
              <a:t>IA.</a:t>
            </a:r>
            <a:r>
              <a:rPr sz="2400" spc="-105" dirty="0">
                <a:solidFill>
                  <a:srgbClr val="273139"/>
                </a:solidFill>
                <a:latin typeface="Times New Roman"/>
                <a:cs typeface="Times New Roman"/>
              </a:rPr>
              <a:t> </a:t>
            </a:r>
            <a:r>
              <a:rPr sz="2400" spc="-60" dirty="0">
                <a:solidFill>
                  <a:srgbClr val="273139"/>
                </a:solidFill>
                <a:latin typeface="Times New Roman"/>
                <a:cs typeface="Times New Roman"/>
              </a:rPr>
              <a:t>It’s</a:t>
            </a:r>
            <a:r>
              <a:rPr sz="2400" spc="-50" dirty="0">
                <a:solidFill>
                  <a:srgbClr val="273139"/>
                </a:solidFill>
                <a:latin typeface="Times New Roman"/>
                <a:cs typeface="Times New Roman"/>
              </a:rPr>
              <a:t> </a:t>
            </a:r>
            <a:r>
              <a:rPr sz="2400" dirty="0">
                <a:solidFill>
                  <a:srgbClr val="273139"/>
                </a:solidFill>
                <a:latin typeface="Times New Roman"/>
                <a:cs typeface="Times New Roman"/>
              </a:rPr>
              <a:t>a</a:t>
            </a:r>
            <a:r>
              <a:rPr sz="2400" spc="-50" dirty="0">
                <a:solidFill>
                  <a:srgbClr val="273139"/>
                </a:solidFill>
                <a:latin typeface="Times New Roman"/>
                <a:cs typeface="Times New Roman"/>
              </a:rPr>
              <a:t> </a:t>
            </a:r>
            <a:r>
              <a:rPr sz="2400" spc="-55" dirty="0">
                <a:solidFill>
                  <a:srgbClr val="273139"/>
                </a:solidFill>
                <a:latin typeface="Times New Roman"/>
                <a:cs typeface="Times New Roman"/>
              </a:rPr>
              <a:t>very </a:t>
            </a:r>
            <a:r>
              <a:rPr sz="2400" spc="-110" dirty="0">
                <a:solidFill>
                  <a:srgbClr val="273139"/>
                </a:solidFill>
                <a:latin typeface="Times New Roman"/>
                <a:cs typeface="Times New Roman"/>
              </a:rPr>
              <a:t>good</a:t>
            </a:r>
            <a:r>
              <a:rPr sz="2400" spc="-25" dirty="0">
                <a:solidFill>
                  <a:srgbClr val="273139"/>
                </a:solidFill>
                <a:latin typeface="Times New Roman"/>
                <a:cs typeface="Times New Roman"/>
              </a:rPr>
              <a:t> </a:t>
            </a:r>
            <a:r>
              <a:rPr sz="2400" spc="-110" dirty="0">
                <a:solidFill>
                  <a:srgbClr val="273139"/>
                </a:solidFill>
                <a:latin typeface="Times New Roman"/>
                <a:cs typeface="Times New Roman"/>
              </a:rPr>
              <a:t>choice</a:t>
            </a:r>
            <a:r>
              <a:rPr sz="2400" spc="-35" dirty="0">
                <a:solidFill>
                  <a:srgbClr val="273139"/>
                </a:solidFill>
                <a:latin typeface="Times New Roman"/>
                <a:cs typeface="Times New Roman"/>
              </a:rPr>
              <a:t> for</a:t>
            </a:r>
            <a:r>
              <a:rPr sz="2400" spc="-25" dirty="0">
                <a:solidFill>
                  <a:srgbClr val="273139"/>
                </a:solidFill>
                <a:latin typeface="Times New Roman"/>
                <a:cs typeface="Times New Roman"/>
              </a:rPr>
              <a:t> </a:t>
            </a:r>
            <a:r>
              <a:rPr sz="2400" spc="-80" dirty="0">
                <a:solidFill>
                  <a:srgbClr val="273139"/>
                </a:solidFill>
                <a:latin typeface="Times New Roman"/>
                <a:cs typeface="Times New Roman"/>
              </a:rPr>
              <a:t>storing</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secondary</a:t>
            </a:r>
            <a:r>
              <a:rPr sz="2400" spc="-30" dirty="0">
                <a:solidFill>
                  <a:srgbClr val="273139"/>
                </a:solidFill>
                <a:latin typeface="Times New Roman"/>
                <a:cs typeface="Times New Roman"/>
              </a:rPr>
              <a:t> </a:t>
            </a:r>
            <a:r>
              <a:rPr sz="2400" spc="-120" dirty="0">
                <a:solidFill>
                  <a:srgbClr val="273139"/>
                </a:solidFill>
                <a:latin typeface="Times New Roman"/>
                <a:cs typeface="Times New Roman"/>
              </a:rPr>
              <a:t>backup</a:t>
            </a:r>
            <a:r>
              <a:rPr sz="2400" spc="-25" dirty="0">
                <a:solidFill>
                  <a:srgbClr val="273139"/>
                </a:solidFill>
                <a:latin typeface="Times New Roman"/>
                <a:cs typeface="Times New Roman"/>
              </a:rPr>
              <a:t> </a:t>
            </a:r>
            <a:r>
              <a:rPr sz="2400" spc="-110" dirty="0">
                <a:solidFill>
                  <a:srgbClr val="273139"/>
                </a:solidFill>
                <a:latin typeface="Times New Roman"/>
                <a:cs typeface="Times New Roman"/>
              </a:rPr>
              <a:t>copies</a:t>
            </a:r>
            <a:r>
              <a:rPr sz="2400" spc="-25" dirty="0">
                <a:solidFill>
                  <a:srgbClr val="273139"/>
                </a:solidFill>
                <a:latin typeface="Times New Roman"/>
                <a:cs typeface="Times New Roman"/>
              </a:rPr>
              <a:t> </a:t>
            </a:r>
            <a:r>
              <a:rPr sz="2400" spc="-95" dirty="0">
                <a:solidFill>
                  <a:srgbClr val="273139"/>
                </a:solidFill>
                <a:latin typeface="Times New Roman"/>
                <a:cs typeface="Times New Roman"/>
              </a:rPr>
              <a:t>of</a:t>
            </a:r>
            <a:r>
              <a:rPr sz="2400" spc="-45" dirty="0">
                <a:solidFill>
                  <a:srgbClr val="273139"/>
                </a:solidFill>
                <a:latin typeface="Times New Roman"/>
                <a:cs typeface="Times New Roman"/>
              </a:rPr>
              <a:t> </a:t>
            </a:r>
            <a:r>
              <a:rPr sz="2400" spc="-100" dirty="0">
                <a:solidFill>
                  <a:srgbClr val="273139"/>
                </a:solidFill>
                <a:latin typeface="Times New Roman"/>
                <a:cs typeface="Times New Roman"/>
              </a:rPr>
              <a:t>on-</a:t>
            </a:r>
            <a:r>
              <a:rPr sz="2400" spc="-110" dirty="0">
                <a:solidFill>
                  <a:srgbClr val="273139"/>
                </a:solidFill>
                <a:latin typeface="Times New Roman"/>
                <a:cs typeface="Times New Roman"/>
              </a:rPr>
              <a:t>premises</a:t>
            </a:r>
            <a:r>
              <a:rPr sz="2400" spc="-30" dirty="0">
                <a:solidFill>
                  <a:srgbClr val="273139"/>
                </a:solidFill>
                <a:latin typeface="Times New Roman"/>
                <a:cs typeface="Times New Roman"/>
              </a:rPr>
              <a:t> </a:t>
            </a:r>
            <a:r>
              <a:rPr sz="2400" spc="-110" dirty="0">
                <a:solidFill>
                  <a:srgbClr val="273139"/>
                </a:solidFill>
                <a:latin typeface="Times New Roman"/>
                <a:cs typeface="Times New Roman"/>
              </a:rPr>
              <a:t>data</a:t>
            </a:r>
            <a:r>
              <a:rPr sz="2400" spc="-40" dirty="0">
                <a:solidFill>
                  <a:srgbClr val="273139"/>
                </a:solidFill>
                <a:latin typeface="Times New Roman"/>
                <a:cs typeface="Times New Roman"/>
              </a:rPr>
              <a:t> </a:t>
            </a:r>
            <a:r>
              <a:rPr sz="2400" spc="-25" dirty="0">
                <a:solidFill>
                  <a:srgbClr val="273139"/>
                </a:solidFill>
                <a:latin typeface="Times New Roman"/>
                <a:cs typeface="Times New Roman"/>
              </a:rPr>
              <a:t>or </a:t>
            </a:r>
            <a:r>
              <a:rPr sz="2400" spc="-100" dirty="0">
                <a:solidFill>
                  <a:srgbClr val="273139"/>
                </a:solidFill>
                <a:latin typeface="Times New Roman"/>
                <a:cs typeface="Times New Roman"/>
              </a:rPr>
              <a:t>easily</a:t>
            </a:r>
            <a:r>
              <a:rPr sz="2400" spc="-50" dirty="0">
                <a:solidFill>
                  <a:srgbClr val="273139"/>
                </a:solidFill>
                <a:latin typeface="Times New Roman"/>
                <a:cs typeface="Times New Roman"/>
              </a:rPr>
              <a:t> </a:t>
            </a:r>
            <a:r>
              <a:rPr sz="2400" spc="-60" dirty="0">
                <a:solidFill>
                  <a:srgbClr val="273139"/>
                </a:solidFill>
                <a:latin typeface="Times New Roman"/>
                <a:cs typeface="Times New Roman"/>
              </a:rPr>
              <a:t>re-</a:t>
            </a:r>
            <a:r>
              <a:rPr sz="2400" spc="-70" dirty="0">
                <a:solidFill>
                  <a:srgbClr val="273139"/>
                </a:solidFill>
                <a:latin typeface="Times New Roman"/>
                <a:cs typeface="Times New Roman"/>
              </a:rPr>
              <a:t>creatable</a:t>
            </a:r>
            <a:r>
              <a:rPr sz="2400" spc="20" dirty="0">
                <a:solidFill>
                  <a:srgbClr val="273139"/>
                </a:solidFill>
                <a:latin typeface="Times New Roman"/>
                <a:cs typeface="Times New Roman"/>
              </a:rPr>
              <a:t> </a:t>
            </a:r>
            <a:r>
              <a:rPr sz="2400" dirty="0">
                <a:solidFill>
                  <a:srgbClr val="273139"/>
                </a:solidFill>
                <a:latin typeface="Times New Roman"/>
                <a:cs typeface="Times New Roman"/>
              </a:rPr>
              <a:t>data.</a:t>
            </a:r>
            <a:r>
              <a:rPr sz="2400" spc="-35" dirty="0">
                <a:solidFill>
                  <a:srgbClr val="273139"/>
                </a:solidFill>
                <a:latin typeface="Times New Roman"/>
                <a:cs typeface="Times New Roman"/>
              </a:rPr>
              <a:t> </a:t>
            </a:r>
            <a:r>
              <a:rPr sz="2400" dirty="0">
                <a:solidFill>
                  <a:srgbClr val="273139"/>
                </a:solidFill>
                <a:latin typeface="Times New Roman"/>
                <a:cs typeface="Times New Roman"/>
              </a:rPr>
              <a:t>S3</a:t>
            </a:r>
            <a:r>
              <a:rPr sz="2400" spc="30" dirty="0">
                <a:solidFill>
                  <a:srgbClr val="273139"/>
                </a:solidFill>
                <a:latin typeface="Times New Roman"/>
                <a:cs typeface="Times New Roman"/>
              </a:rPr>
              <a:t> </a:t>
            </a:r>
            <a:r>
              <a:rPr sz="2400" dirty="0">
                <a:solidFill>
                  <a:srgbClr val="273139"/>
                </a:solidFill>
                <a:latin typeface="Times New Roman"/>
                <a:cs typeface="Times New Roman"/>
              </a:rPr>
              <a:t>One</a:t>
            </a:r>
            <a:r>
              <a:rPr sz="2400" spc="30" dirty="0">
                <a:solidFill>
                  <a:srgbClr val="273139"/>
                </a:solidFill>
                <a:latin typeface="Times New Roman"/>
                <a:cs typeface="Times New Roman"/>
              </a:rPr>
              <a:t> </a:t>
            </a:r>
            <a:r>
              <a:rPr sz="2400" spc="-105" dirty="0">
                <a:solidFill>
                  <a:srgbClr val="273139"/>
                </a:solidFill>
                <a:latin typeface="Times New Roman"/>
                <a:cs typeface="Times New Roman"/>
              </a:rPr>
              <a:t>Zone-</a:t>
            </a:r>
            <a:r>
              <a:rPr sz="2400" spc="-260" dirty="0">
                <a:solidFill>
                  <a:srgbClr val="273139"/>
                </a:solidFill>
                <a:latin typeface="Times New Roman"/>
                <a:cs typeface="Times New Roman"/>
              </a:rPr>
              <a:t>IA</a:t>
            </a:r>
            <a:r>
              <a:rPr sz="2400" spc="110" dirty="0">
                <a:solidFill>
                  <a:srgbClr val="273139"/>
                </a:solidFill>
                <a:latin typeface="Times New Roman"/>
                <a:cs typeface="Times New Roman"/>
              </a:rPr>
              <a:t> </a:t>
            </a:r>
            <a:r>
              <a:rPr sz="2400" spc="-80" dirty="0">
                <a:solidFill>
                  <a:srgbClr val="273139"/>
                </a:solidFill>
                <a:latin typeface="Times New Roman"/>
                <a:cs typeface="Times New Roman"/>
              </a:rPr>
              <a:t>provides</a:t>
            </a:r>
            <a:r>
              <a:rPr sz="2400" spc="20" dirty="0">
                <a:solidFill>
                  <a:srgbClr val="273139"/>
                </a:solidFill>
                <a:latin typeface="Times New Roman"/>
                <a:cs typeface="Times New Roman"/>
              </a:rPr>
              <a:t> </a:t>
            </a:r>
            <a:r>
              <a:rPr sz="2400" dirty="0">
                <a:solidFill>
                  <a:srgbClr val="273139"/>
                </a:solidFill>
                <a:latin typeface="Times New Roman"/>
                <a:cs typeface="Times New Roman"/>
              </a:rPr>
              <a:t>you</a:t>
            </a:r>
            <a:r>
              <a:rPr sz="2400" spc="35" dirty="0">
                <a:solidFill>
                  <a:srgbClr val="273139"/>
                </a:solidFill>
                <a:latin typeface="Times New Roman"/>
                <a:cs typeface="Times New Roman"/>
              </a:rPr>
              <a:t> </a:t>
            </a:r>
            <a:r>
              <a:rPr sz="2400" dirty="0">
                <a:solidFill>
                  <a:srgbClr val="273139"/>
                </a:solidFill>
                <a:latin typeface="Times New Roman"/>
                <a:cs typeface="Times New Roman"/>
              </a:rPr>
              <a:t>the</a:t>
            </a:r>
            <a:r>
              <a:rPr sz="2400" spc="30" dirty="0">
                <a:solidFill>
                  <a:srgbClr val="273139"/>
                </a:solidFill>
                <a:latin typeface="Times New Roman"/>
                <a:cs typeface="Times New Roman"/>
              </a:rPr>
              <a:t> </a:t>
            </a:r>
            <a:r>
              <a:rPr sz="2400" spc="-50" dirty="0">
                <a:solidFill>
                  <a:srgbClr val="273139"/>
                </a:solidFill>
                <a:latin typeface="Times New Roman"/>
                <a:cs typeface="Times New Roman"/>
              </a:rPr>
              <a:t>same</a:t>
            </a:r>
            <a:r>
              <a:rPr sz="2400" spc="20" dirty="0">
                <a:solidFill>
                  <a:srgbClr val="273139"/>
                </a:solidFill>
                <a:latin typeface="Times New Roman"/>
                <a:cs typeface="Times New Roman"/>
              </a:rPr>
              <a:t> </a:t>
            </a:r>
            <a:r>
              <a:rPr sz="2400" spc="-55" dirty="0">
                <a:solidFill>
                  <a:srgbClr val="273139"/>
                </a:solidFill>
                <a:latin typeface="Times New Roman"/>
                <a:cs typeface="Times New Roman"/>
              </a:rPr>
              <a:t>high </a:t>
            </a:r>
            <a:r>
              <a:rPr sz="2400" spc="-114" dirty="0">
                <a:solidFill>
                  <a:srgbClr val="273139"/>
                </a:solidFill>
                <a:latin typeface="Times New Roman"/>
                <a:cs typeface="Times New Roman"/>
              </a:rPr>
              <a:t>durability,</a:t>
            </a:r>
            <a:r>
              <a:rPr sz="2400" spc="-140" dirty="0">
                <a:solidFill>
                  <a:srgbClr val="273139"/>
                </a:solidFill>
                <a:latin typeface="Times New Roman"/>
                <a:cs typeface="Times New Roman"/>
              </a:rPr>
              <a:t> </a:t>
            </a:r>
            <a:r>
              <a:rPr sz="2400" spc="-165" dirty="0">
                <a:solidFill>
                  <a:srgbClr val="273139"/>
                </a:solidFill>
                <a:latin typeface="Times New Roman"/>
                <a:cs typeface="Times New Roman"/>
              </a:rPr>
              <a:t>high</a:t>
            </a:r>
            <a:r>
              <a:rPr sz="2400" spc="-30" dirty="0">
                <a:solidFill>
                  <a:srgbClr val="273139"/>
                </a:solidFill>
                <a:latin typeface="Times New Roman"/>
                <a:cs typeface="Times New Roman"/>
              </a:rPr>
              <a:t> </a:t>
            </a:r>
            <a:r>
              <a:rPr sz="2400" spc="-80" dirty="0">
                <a:solidFill>
                  <a:srgbClr val="273139"/>
                </a:solidFill>
                <a:latin typeface="Times New Roman"/>
                <a:cs typeface="Times New Roman"/>
              </a:rPr>
              <a:t>throughput,</a:t>
            </a:r>
            <a:r>
              <a:rPr sz="2400" spc="-13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30" dirty="0">
                <a:solidFill>
                  <a:srgbClr val="273139"/>
                </a:solidFill>
                <a:latin typeface="Times New Roman"/>
                <a:cs typeface="Times New Roman"/>
              </a:rPr>
              <a:t> </a:t>
            </a:r>
            <a:r>
              <a:rPr sz="2400" spc="-145" dirty="0">
                <a:solidFill>
                  <a:srgbClr val="273139"/>
                </a:solidFill>
                <a:latin typeface="Times New Roman"/>
                <a:cs typeface="Times New Roman"/>
              </a:rPr>
              <a:t>low</a:t>
            </a:r>
            <a:r>
              <a:rPr sz="2400" spc="-40" dirty="0">
                <a:solidFill>
                  <a:srgbClr val="273139"/>
                </a:solidFill>
                <a:latin typeface="Times New Roman"/>
                <a:cs typeface="Times New Roman"/>
              </a:rPr>
              <a:t> </a:t>
            </a:r>
            <a:r>
              <a:rPr sz="2400" spc="-120" dirty="0">
                <a:solidFill>
                  <a:srgbClr val="273139"/>
                </a:solidFill>
                <a:latin typeface="Times New Roman"/>
                <a:cs typeface="Times New Roman"/>
              </a:rPr>
              <a:t>latency</a:t>
            </a:r>
            <a:r>
              <a:rPr sz="2400" spc="-10" dirty="0">
                <a:solidFill>
                  <a:srgbClr val="273139"/>
                </a:solidFill>
                <a:latin typeface="Times New Roman"/>
                <a:cs typeface="Times New Roman"/>
              </a:rPr>
              <a:t> </a:t>
            </a:r>
            <a:r>
              <a:rPr sz="2400" spc="-190" dirty="0">
                <a:solidFill>
                  <a:srgbClr val="273139"/>
                </a:solidFill>
                <a:latin typeface="Times New Roman"/>
                <a:cs typeface="Times New Roman"/>
              </a:rPr>
              <a:t>as</a:t>
            </a:r>
            <a:r>
              <a:rPr sz="2400" spc="-35"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30" dirty="0">
                <a:solidFill>
                  <a:srgbClr val="273139"/>
                </a:solidFill>
                <a:latin typeface="Times New Roman"/>
                <a:cs typeface="Times New Roman"/>
              </a:rPr>
              <a:t> </a:t>
            </a:r>
            <a:r>
              <a:rPr sz="2400" spc="-240" dirty="0">
                <a:solidFill>
                  <a:srgbClr val="273139"/>
                </a:solidFill>
                <a:latin typeface="Times New Roman"/>
                <a:cs typeface="Times New Roman"/>
              </a:rPr>
              <a:t>S3</a:t>
            </a:r>
            <a:r>
              <a:rPr sz="2400" spc="-20" dirty="0">
                <a:solidFill>
                  <a:srgbClr val="273139"/>
                </a:solidFill>
                <a:latin typeface="Times New Roman"/>
                <a:cs typeface="Times New Roman"/>
              </a:rPr>
              <a:t> </a:t>
            </a:r>
            <a:r>
              <a:rPr sz="2400" spc="-10" dirty="0">
                <a:solidFill>
                  <a:srgbClr val="273139"/>
                </a:solidFill>
                <a:latin typeface="Times New Roman"/>
                <a:cs typeface="Times New Roman"/>
              </a:rPr>
              <a:t>Standard.</a:t>
            </a:r>
            <a:endParaRPr sz="2400">
              <a:latin typeface="Times New Roman"/>
              <a:cs typeface="Times New Roman"/>
            </a:endParaRPr>
          </a:p>
          <a:p>
            <a:pPr marL="286385" indent="-273685">
              <a:lnSpc>
                <a:spcPct val="100000"/>
              </a:lnSpc>
              <a:spcBef>
                <a:spcPts val="2595"/>
              </a:spcBef>
              <a:buClr>
                <a:srgbClr val="D24717"/>
              </a:buClr>
              <a:buSzPct val="85416"/>
              <a:buFont typeface="Segoe UI Symbol"/>
              <a:buChar char="⚫"/>
              <a:tabLst>
                <a:tab pos="286385" algn="l"/>
              </a:tabLst>
            </a:pPr>
            <a:r>
              <a:rPr sz="2400" b="1" spc="-35" dirty="0">
                <a:solidFill>
                  <a:srgbClr val="273139"/>
                </a:solidFill>
                <a:latin typeface="Times New Roman"/>
                <a:cs typeface="Times New Roman"/>
              </a:rPr>
              <a:t>Characteristics</a:t>
            </a:r>
            <a:r>
              <a:rPr sz="2400" b="1" spc="-45" dirty="0">
                <a:solidFill>
                  <a:srgbClr val="273139"/>
                </a:solidFill>
                <a:latin typeface="Times New Roman"/>
                <a:cs typeface="Times New Roman"/>
              </a:rPr>
              <a:t> </a:t>
            </a:r>
            <a:r>
              <a:rPr sz="2400" b="1" dirty="0">
                <a:solidFill>
                  <a:srgbClr val="273139"/>
                </a:solidFill>
                <a:latin typeface="Times New Roman"/>
                <a:cs typeface="Times New Roman"/>
              </a:rPr>
              <a:t>of</a:t>
            </a:r>
            <a:r>
              <a:rPr sz="2400" b="1" spc="-15" dirty="0">
                <a:solidFill>
                  <a:srgbClr val="273139"/>
                </a:solidFill>
                <a:latin typeface="Times New Roman"/>
                <a:cs typeface="Times New Roman"/>
              </a:rPr>
              <a:t> </a:t>
            </a:r>
            <a:r>
              <a:rPr sz="2400" b="1" spc="-185" dirty="0">
                <a:solidFill>
                  <a:srgbClr val="273139"/>
                </a:solidFill>
                <a:latin typeface="Times New Roman"/>
                <a:cs typeface="Times New Roman"/>
              </a:rPr>
              <a:t>S3</a:t>
            </a:r>
            <a:r>
              <a:rPr sz="2400" b="1" spc="-25" dirty="0">
                <a:solidFill>
                  <a:srgbClr val="273139"/>
                </a:solidFill>
                <a:latin typeface="Times New Roman"/>
                <a:cs typeface="Times New Roman"/>
              </a:rPr>
              <a:t> </a:t>
            </a:r>
            <a:r>
              <a:rPr sz="2400" b="1" spc="-10" dirty="0">
                <a:solidFill>
                  <a:srgbClr val="273139"/>
                </a:solidFill>
                <a:latin typeface="Times New Roman"/>
                <a:cs typeface="Times New Roman"/>
              </a:rPr>
              <a:t>One</a:t>
            </a:r>
            <a:r>
              <a:rPr sz="2400" b="1" spc="-25" dirty="0">
                <a:solidFill>
                  <a:srgbClr val="273139"/>
                </a:solidFill>
                <a:latin typeface="Times New Roman"/>
                <a:cs typeface="Times New Roman"/>
              </a:rPr>
              <a:t> </a:t>
            </a:r>
            <a:r>
              <a:rPr sz="2400" b="1" dirty="0">
                <a:solidFill>
                  <a:srgbClr val="273139"/>
                </a:solidFill>
                <a:latin typeface="Times New Roman"/>
                <a:cs typeface="Times New Roman"/>
              </a:rPr>
              <a:t>Zone-</a:t>
            </a:r>
            <a:r>
              <a:rPr sz="2400" b="1" spc="-10" dirty="0">
                <a:solidFill>
                  <a:srgbClr val="273139"/>
                </a:solidFill>
                <a:latin typeface="Times New Roman"/>
                <a:cs typeface="Times New Roman"/>
              </a:rPr>
              <a:t>Infrequent</a:t>
            </a:r>
            <a:r>
              <a:rPr sz="2400" b="1" spc="-160" dirty="0">
                <a:solidFill>
                  <a:srgbClr val="273139"/>
                </a:solidFill>
                <a:latin typeface="Times New Roman"/>
                <a:cs typeface="Times New Roman"/>
              </a:rPr>
              <a:t> </a:t>
            </a:r>
            <a:r>
              <a:rPr sz="2400" b="1" spc="-10" dirty="0">
                <a:solidFill>
                  <a:srgbClr val="273139"/>
                </a:solidFill>
                <a:latin typeface="Times New Roman"/>
                <a:cs typeface="Times New Roman"/>
              </a:rPr>
              <a:t>Access</a:t>
            </a:r>
            <a:endParaRPr sz="2400">
              <a:latin typeface="Times New Roman"/>
              <a:cs typeface="Times New Roman"/>
            </a:endParaRPr>
          </a:p>
          <a:p>
            <a:pPr marL="286385" indent="-273685">
              <a:lnSpc>
                <a:spcPct val="100000"/>
              </a:lnSpc>
              <a:spcBef>
                <a:spcPts val="1800"/>
              </a:spcBef>
              <a:buClr>
                <a:srgbClr val="D24717"/>
              </a:buClr>
              <a:buSzPct val="85416"/>
              <a:buFont typeface="Arial MT"/>
              <a:buChar char="•"/>
              <a:tabLst>
                <a:tab pos="286385" algn="l"/>
              </a:tabLst>
            </a:pPr>
            <a:r>
              <a:rPr sz="2400" spc="-100" dirty="0">
                <a:solidFill>
                  <a:srgbClr val="273139"/>
                </a:solidFill>
                <a:latin typeface="Times New Roman"/>
                <a:cs typeface="Times New Roman"/>
              </a:rPr>
              <a:t>Supports</a:t>
            </a:r>
            <a:r>
              <a:rPr sz="2400" spc="-65" dirty="0">
                <a:solidFill>
                  <a:srgbClr val="273139"/>
                </a:solidFill>
                <a:latin typeface="Times New Roman"/>
                <a:cs typeface="Times New Roman"/>
              </a:rPr>
              <a:t> </a:t>
            </a:r>
            <a:r>
              <a:rPr sz="2400" spc="-190" dirty="0">
                <a:solidFill>
                  <a:srgbClr val="273139"/>
                </a:solidFill>
                <a:latin typeface="Times New Roman"/>
                <a:cs typeface="Times New Roman"/>
              </a:rPr>
              <a:t>SSL(Secure</a:t>
            </a:r>
            <a:r>
              <a:rPr sz="2400" spc="-20" dirty="0">
                <a:solidFill>
                  <a:srgbClr val="273139"/>
                </a:solidFill>
                <a:latin typeface="Times New Roman"/>
                <a:cs typeface="Times New Roman"/>
              </a:rPr>
              <a:t> </a:t>
            </a:r>
            <a:r>
              <a:rPr sz="2400" spc="-145" dirty="0">
                <a:solidFill>
                  <a:srgbClr val="273139"/>
                </a:solidFill>
                <a:latin typeface="Times New Roman"/>
                <a:cs typeface="Times New Roman"/>
              </a:rPr>
              <a:t>Sockets</a:t>
            </a:r>
            <a:r>
              <a:rPr sz="2400" spc="-40" dirty="0">
                <a:solidFill>
                  <a:srgbClr val="273139"/>
                </a:solidFill>
                <a:latin typeface="Times New Roman"/>
                <a:cs typeface="Times New Roman"/>
              </a:rPr>
              <a:t> </a:t>
            </a:r>
            <a:r>
              <a:rPr sz="2400" spc="-165" dirty="0">
                <a:solidFill>
                  <a:srgbClr val="273139"/>
                </a:solidFill>
                <a:latin typeface="Times New Roman"/>
                <a:cs typeface="Times New Roman"/>
              </a:rPr>
              <a:t>Layer)</a:t>
            </a:r>
            <a:r>
              <a:rPr sz="2400" spc="-30" dirty="0">
                <a:solidFill>
                  <a:srgbClr val="273139"/>
                </a:solidFill>
                <a:latin typeface="Times New Roman"/>
                <a:cs typeface="Times New Roman"/>
              </a:rPr>
              <a:t> </a:t>
            </a:r>
            <a:r>
              <a:rPr sz="2400" spc="-95" dirty="0">
                <a:solidFill>
                  <a:srgbClr val="273139"/>
                </a:solidFill>
                <a:latin typeface="Times New Roman"/>
                <a:cs typeface="Times New Roman"/>
              </a:rPr>
              <a:t>for</a:t>
            </a:r>
            <a:r>
              <a:rPr sz="2400" spc="-30" dirty="0">
                <a:solidFill>
                  <a:srgbClr val="273139"/>
                </a:solidFill>
                <a:latin typeface="Times New Roman"/>
                <a:cs typeface="Times New Roman"/>
              </a:rPr>
              <a:t> </a:t>
            </a:r>
            <a:r>
              <a:rPr sz="2400" spc="-130" dirty="0">
                <a:solidFill>
                  <a:srgbClr val="273139"/>
                </a:solidFill>
                <a:latin typeface="Times New Roman"/>
                <a:cs typeface="Times New Roman"/>
              </a:rPr>
              <a:t>data</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spc="-85" dirty="0">
                <a:solidFill>
                  <a:srgbClr val="273139"/>
                </a:solidFill>
                <a:latin typeface="Times New Roman"/>
                <a:cs typeface="Times New Roman"/>
              </a:rPr>
              <a:t>transferring</a:t>
            </a:r>
            <a:r>
              <a:rPr sz="2400" spc="-45" dirty="0">
                <a:solidFill>
                  <a:srgbClr val="273139"/>
                </a:solidFill>
                <a:latin typeface="Times New Roman"/>
                <a:cs typeface="Times New Roman"/>
              </a:rPr>
              <a:t> </a:t>
            </a:r>
            <a:r>
              <a:rPr sz="2400" spc="-25" dirty="0">
                <a:solidFill>
                  <a:srgbClr val="273139"/>
                </a:solidFill>
                <a:latin typeface="Times New Roman"/>
                <a:cs typeface="Times New Roman"/>
              </a:rPr>
              <a:t>and</a:t>
            </a:r>
            <a:endParaRPr sz="2400">
              <a:latin typeface="Times New Roman"/>
              <a:cs typeface="Times New Roman"/>
            </a:endParaRPr>
          </a:p>
          <a:p>
            <a:pPr marL="286385">
              <a:lnSpc>
                <a:spcPct val="100000"/>
              </a:lnSpc>
            </a:pPr>
            <a:r>
              <a:rPr sz="2400" spc="-95" dirty="0">
                <a:solidFill>
                  <a:srgbClr val="273139"/>
                </a:solidFill>
                <a:latin typeface="Times New Roman"/>
                <a:cs typeface="Times New Roman"/>
              </a:rPr>
              <a:t>encryption</a:t>
            </a:r>
            <a:r>
              <a:rPr sz="2400" spc="-65"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50"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60" dirty="0">
                <a:solidFill>
                  <a:srgbClr val="273139"/>
                </a:solidFill>
                <a:latin typeface="Times New Roman"/>
                <a:cs typeface="Times New Roman"/>
              </a:rPr>
              <a:t>Availability</a:t>
            </a:r>
            <a:r>
              <a:rPr sz="2400" spc="-60" dirty="0">
                <a:solidFill>
                  <a:srgbClr val="273139"/>
                </a:solidFill>
                <a:latin typeface="Times New Roman"/>
                <a:cs typeface="Times New Roman"/>
              </a:rPr>
              <a:t> </a:t>
            </a:r>
            <a:r>
              <a:rPr sz="2400" spc="-110" dirty="0">
                <a:solidFill>
                  <a:srgbClr val="273139"/>
                </a:solidFill>
                <a:latin typeface="Times New Roman"/>
                <a:cs typeface="Times New Roman"/>
              </a:rPr>
              <a:t>Zone</a:t>
            </a:r>
            <a:r>
              <a:rPr sz="2400" spc="-45" dirty="0">
                <a:solidFill>
                  <a:srgbClr val="273139"/>
                </a:solidFill>
                <a:latin typeface="Times New Roman"/>
                <a:cs typeface="Times New Roman"/>
              </a:rPr>
              <a:t> </a:t>
            </a:r>
            <a:r>
              <a:rPr sz="2400" spc="-75" dirty="0">
                <a:solidFill>
                  <a:srgbClr val="273139"/>
                </a:solidFill>
                <a:latin typeface="Times New Roman"/>
                <a:cs typeface="Times New Roman"/>
              </a:rPr>
              <a:t>destruction</a:t>
            </a:r>
            <a:r>
              <a:rPr sz="2400" spc="-35"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50" dirty="0">
                <a:solidFill>
                  <a:srgbClr val="273139"/>
                </a:solidFill>
                <a:latin typeface="Times New Roman"/>
                <a:cs typeface="Times New Roman"/>
              </a:rPr>
              <a:t> </a:t>
            </a:r>
            <a:r>
              <a:rPr sz="2400" spc="-170" dirty="0">
                <a:solidFill>
                  <a:srgbClr val="273139"/>
                </a:solidFill>
                <a:latin typeface="Times New Roman"/>
                <a:cs typeface="Times New Roman"/>
              </a:rPr>
              <a:t>damage</a:t>
            </a:r>
            <a:r>
              <a:rPr sz="2400" spc="-4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60" dirty="0">
                <a:solidFill>
                  <a:srgbClr val="273139"/>
                </a:solidFill>
                <a:latin typeface="Times New Roman"/>
                <a:cs typeface="Times New Roman"/>
              </a:rPr>
              <a:t>Availability</a:t>
            </a:r>
            <a:r>
              <a:rPr sz="2400" spc="-5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40" dirty="0">
                <a:solidFill>
                  <a:srgbClr val="273139"/>
                </a:solidFill>
                <a:latin typeface="Times New Roman"/>
                <a:cs typeface="Times New Roman"/>
              </a:rPr>
              <a:t> </a:t>
            </a:r>
            <a:r>
              <a:rPr sz="2400" spc="-90" dirty="0">
                <a:solidFill>
                  <a:srgbClr val="273139"/>
                </a:solidFill>
                <a:latin typeface="Times New Roman"/>
                <a:cs typeface="Times New Roman"/>
              </a:rPr>
              <a:t>99.5%</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4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30" dirty="0">
                <a:solidFill>
                  <a:srgbClr val="273139"/>
                </a:solidFill>
                <a:latin typeface="Times New Roman"/>
                <a:cs typeface="Times New Roman"/>
              </a:rPr>
              <a:t> </a:t>
            </a:r>
            <a:r>
              <a:rPr sz="2400" spc="-110" dirty="0">
                <a:solidFill>
                  <a:srgbClr val="273139"/>
                </a:solidFill>
                <a:latin typeface="Times New Roman"/>
                <a:cs typeface="Times New Roman"/>
              </a:rPr>
              <a:t>one</a:t>
            </a:r>
            <a:r>
              <a:rPr sz="2400" spc="-45" dirty="0">
                <a:solidFill>
                  <a:srgbClr val="273139"/>
                </a:solidFill>
                <a:latin typeface="Times New Roman"/>
                <a:cs typeface="Times New Roman"/>
              </a:rPr>
              <a:t> </a:t>
            </a:r>
            <a:r>
              <a:rPr sz="2400" spc="-100" dirty="0">
                <a:solidFill>
                  <a:srgbClr val="273139"/>
                </a:solidFill>
                <a:latin typeface="Times New Roman"/>
                <a:cs typeface="Times New Roman"/>
              </a:rPr>
              <a:t>Zone-</a:t>
            </a:r>
            <a:r>
              <a:rPr sz="2400" spc="-55" dirty="0">
                <a:solidFill>
                  <a:srgbClr val="273139"/>
                </a:solidFill>
                <a:latin typeface="Times New Roman"/>
                <a:cs typeface="Times New Roman"/>
              </a:rPr>
              <a:t> </a:t>
            </a:r>
            <a:r>
              <a:rPr sz="2400" spc="-105" dirty="0">
                <a:solidFill>
                  <a:srgbClr val="273139"/>
                </a:solidFill>
                <a:latin typeface="Times New Roman"/>
                <a:cs typeface="Times New Roman"/>
              </a:rPr>
              <a:t>Infrequent</a:t>
            </a:r>
            <a:r>
              <a:rPr sz="2400" spc="-225" dirty="0">
                <a:solidFill>
                  <a:srgbClr val="273139"/>
                </a:solidFill>
                <a:latin typeface="Times New Roman"/>
                <a:cs typeface="Times New Roman"/>
              </a:rPr>
              <a:t> </a:t>
            </a:r>
            <a:r>
              <a:rPr sz="2400" spc="-10" dirty="0">
                <a:solidFill>
                  <a:srgbClr val="273139"/>
                </a:solidFill>
                <a:latin typeface="Times New Roman"/>
                <a:cs typeface="Times New Roman"/>
              </a:rPr>
              <a:t>Access.</a:t>
            </a:r>
            <a:endParaRPr sz="2400">
              <a:latin typeface="Times New Roman"/>
              <a:cs typeface="Times New Roman"/>
            </a:endParaRPr>
          </a:p>
        </p:txBody>
      </p:sp>
      <p:sp>
        <p:nvSpPr>
          <p:cNvPr id="5" name="object 5"/>
          <p:cNvSpPr txBox="1"/>
          <p:nvPr/>
        </p:nvSpPr>
        <p:spPr>
          <a:xfrm>
            <a:off x="239877" y="6233871"/>
            <a:ext cx="285750" cy="336550"/>
          </a:xfrm>
          <a:prstGeom prst="rect">
            <a:avLst/>
          </a:prstGeom>
        </p:spPr>
        <p:txBody>
          <a:bodyPr vert="horz" wrap="square" lIns="0" tIns="11430" rIns="0" bIns="0" rtlCol="0">
            <a:spAutoFit/>
          </a:bodyPr>
          <a:lstStyle/>
          <a:p>
            <a:pPr marL="38100">
              <a:lnSpc>
                <a:spcPct val="100000"/>
              </a:lnSpc>
              <a:spcBef>
                <a:spcPts val="90"/>
              </a:spcBef>
            </a:pPr>
            <a:r>
              <a:rPr sz="1400" spc="-60" dirty="0">
                <a:solidFill>
                  <a:srgbClr val="FFFFFF"/>
                </a:solidFill>
                <a:latin typeface="Franklin Gothic Medium"/>
                <a:cs typeface="Franklin Gothic Medium"/>
              </a:rPr>
              <a:t>7</a:t>
            </a:r>
            <a:r>
              <a:rPr sz="1400" spc="-505" dirty="0">
                <a:solidFill>
                  <a:srgbClr val="FFFFFF"/>
                </a:solidFill>
                <a:latin typeface="Franklin Gothic Medium"/>
                <a:cs typeface="Franklin Gothic Medium"/>
              </a:rPr>
              <a:t>4</a:t>
            </a:r>
            <a:r>
              <a:rPr sz="3075" spc="127" baseline="-8130" dirty="0">
                <a:solidFill>
                  <a:srgbClr val="D24717"/>
                </a:solidFill>
                <a:latin typeface="Arial MT"/>
                <a:cs typeface="Arial MT"/>
              </a:rPr>
              <a:t>•</a:t>
            </a:r>
            <a:endParaRPr sz="3075" baseline="-8130">
              <a:latin typeface="Arial MT"/>
              <a:cs typeface="Arial MT"/>
            </a:endParaRPr>
          </a:p>
        </p:txBody>
      </p:sp>
      <p:sp>
        <p:nvSpPr>
          <p:cNvPr id="6" name="object 6"/>
          <p:cNvSpPr txBox="1"/>
          <p:nvPr/>
        </p:nvSpPr>
        <p:spPr>
          <a:xfrm>
            <a:off x="657859" y="6226555"/>
            <a:ext cx="3753485" cy="391160"/>
          </a:xfrm>
          <a:prstGeom prst="rect">
            <a:avLst/>
          </a:prstGeom>
        </p:spPr>
        <p:txBody>
          <a:bodyPr vert="horz" wrap="square" lIns="0" tIns="12700" rIns="0" bIns="0" rtlCol="0">
            <a:spAutoFit/>
          </a:bodyPr>
          <a:lstStyle/>
          <a:p>
            <a:pPr marL="12700">
              <a:lnSpc>
                <a:spcPct val="100000"/>
              </a:lnSpc>
              <a:spcBef>
                <a:spcPts val="100"/>
              </a:spcBef>
              <a:tabLst>
                <a:tab pos="1793875" algn="l"/>
              </a:tabLst>
            </a:pPr>
            <a:r>
              <a:rPr sz="2400" spc="-105" dirty="0">
                <a:solidFill>
                  <a:srgbClr val="273139"/>
                </a:solidFill>
                <a:latin typeface="Times New Roman"/>
                <a:cs typeface="Times New Roman"/>
              </a:rPr>
              <a:t>Durability</a:t>
            </a:r>
            <a:r>
              <a:rPr sz="2400" spc="-6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of</a:t>
            </a:r>
            <a:r>
              <a:rPr sz="2400" dirty="0">
                <a:solidFill>
                  <a:srgbClr val="273139"/>
                </a:solidFill>
                <a:latin typeface="Times New Roman"/>
                <a:cs typeface="Times New Roman"/>
              </a:rPr>
              <a:t>	</a:t>
            </a:r>
            <a:r>
              <a:rPr sz="2400" spc="-80" dirty="0">
                <a:solidFill>
                  <a:srgbClr val="273139"/>
                </a:solidFill>
                <a:latin typeface="Times New Roman"/>
                <a:cs typeface="Times New Roman"/>
              </a:rPr>
              <a:t>99.999999999%.</a:t>
            </a:r>
            <a:endParaRPr sz="2400">
              <a:latin typeface="Times New Roman"/>
              <a:cs typeface="Times New Roman"/>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DC3B319-35ED-6C78-6613-EF9BD085F933}"/>
                  </a:ext>
                </a:extLst>
              </p14:cNvPr>
              <p14:cNvContentPartPr/>
              <p14:nvPr/>
            </p14:nvContentPartPr>
            <p14:xfrm>
              <a:off x="606960" y="729000"/>
              <a:ext cx="8282160" cy="6129720"/>
            </p14:xfrm>
          </p:contentPart>
        </mc:Choice>
        <mc:Fallback xmlns="">
          <p:pic>
            <p:nvPicPr>
              <p:cNvPr id="7" name="Ink 6">
                <a:extLst>
                  <a:ext uri="{FF2B5EF4-FFF2-40B4-BE49-F238E27FC236}">
                    <a16:creationId xmlns:a16="http://schemas.microsoft.com/office/drawing/2014/main" id="{1DC3B319-35ED-6C78-6613-EF9BD085F933}"/>
                  </a:ext>
                </a:extLst>
              </p:cNvPr>
              <p:cNvPicPr/>
              <p:nvPr/>
            </p:nvPicPr>
            <p:blipFill>
              <a:blip r:embed="rId3"/>
              <a:stretch>
                <a:fillRect/>
              </a:stretch>
            </p:blipFill>
            <p:spPr>
              <a:xfrm>
                <a:off x="597600" y="719640"/>
                <a:ext cx="8300880" cy="6148440"/>
              </a:xfrm>
              <a:prstGeom prst="rect">
                <a:avLst/>
              </a:prstGeom>
            </p:spPr>
          </p:pic>
        </mc:Fallback>
      </mc:AlternateContent>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836803"/>
            <a:ext cx="8301355" cy="5049520"/>
          </a:xfrm>
          <a:prstGeom prst="rect">
            <a:avLst/>
          </a:prstGeom>
        </p:spPr>
        <p:txBody>
          <a:bodyPr vert="horz" wrap="square" lIns="0" tIns="12700" rIns="0" bIns="0" rtlCol="0">
            <a:spAutoFit/>
          </a:bodyPr>
          <a:lstStyle/>
          <a:p>
            <a:pPr marL="286385" marR="515620" indent="-274320" algn="just">
              <a:lnSpc>
                <a:spcPct val="100000"/>
              </a:lnSpc>
              <a:spcBef>
                <a:spcPts val="100"/>
              </a:spcBef>
              <a:buClr>
                <a:srgbClr val="D24717"/>
              </a:buClr>
              <a:buSzPct val="85416"/>
              <a:buFont typeface="Segoe UI Symbol"/>
              <a:buChar char="⚫"/>
              <a:tabLst>
                <a:tab pos="286385" algn="l"/>
              </a:tabLst>
            </a:pPr>
            <a:r>
              <a:rPr sz="2400" b="1" spc="-280" dirty="0">
                <a:solidFill>
                  <a:srgbClr val="273139"/>
                </a:solidFill>
                <a:latin typeface="Times New Roman"/>
                <a:cs typeface="Times New Roman"/>
              </a:rPr>
              <a:t>S3</a:t>
            </a:r>
            <a:r>
              <a:rPr sz="2400" b="1" spc="130"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114" dirty="0">
                <a:solidFill>
                  <a:srgbClr val="273139"/>
                </a:solidFill>
                <a:latin typeface="Times New Roman"/>
                <a:cs typeface="Times New Roman"/>
              </a:rPr>
              <a:t> </a:t>
            </a:r>
            <a:r>
              <a:rPr sz="2400" b="1" dirty="0">
                <a:solidFill>
                  <a:srgbClr val="273139"/>
                </a:solidFill>
                <a:latin typeface="Times New Roman"/>
                <a:cs typeface="Times New Roman"/>
              </a:rPr>
              <a:t>Flexible</a:t>
            </a:r>
            <a:r>
              <a:rPr sz="2400" b="1" spc="-150" dirty="0">
                <a:solidFill>
                  <a:srgbClr val="273139"/>
                </a:solidFill>
                <a:latin typeface="Times New Roman"/>
                <a:cs typeface="Times New Roman"/>
              </a:rPr>
              <a:t> </a:t>
            </a:r>
            <a:r>
              <a:rPr sz="2400" b="1" spc="-45" dirty="0">
                <a:solidFill>
                  <a:srgbClr val="273139"/>
                </a:solidFill>
                <a:latin typeface="Times New Roman"/>
                <a:cs typeface="Times New Roman"/>
              </a:rPr>
              <a:t>Retrieval:</a:t>
            </a:r>
            <a:r>
              <a:rPr sz="2400" b="1" spc="-105" dirty="0">
                <a:solidFill>
                  <a:srgbClr val="273139"/>
                </a:solidFill>
                <a:latin typeface="Times New Roman"/>
                <a:cs typeface="Times New Roman"/>
              </a:rPr>
              <a:t> </a:t>
            </a:r>
            <a:r>
              <a:rPr sz="2400" b="1" spc="-20" dirty="0">
                <a:solidFill>
                  <a:srgbClr val="273139"/>
                </a:solidFill>
                <a:latin typeface="Times New Roman"/>
                <a:cs typeface="Times New Roman"/>
              </a:rPr>
              <a:t>Balancing</a:t>
            </a:r>
            <a:r>
              <a:rPr sz="2400" b="1" spc="-70" dirty="0">
                <a:solidFill>
                  <a:srgbClr val="273139"/>
                </a:solidFill>
                <a:latin typeface="Times New Roman"/>
                <a:cs typeface="Times New Roman"/>
              </a:rPr>
              <a:t> </a:t>
            </a:r>
            <a:r>
              <a:rPr sz="2400" b="1" spc="-60" dirty="0">
                <a:solidFill>
                  <a:srgbClr val="273139"/>
                </a:solidFill>
                <a:latin typeface="Times New Roman"/>
                <a:cs typeface="Times New Roman"/>
              </a:rPr>
              <a:t>Cost</a:t>
            </a:r>
            <a:r>
              <a:rPr sz="2400" b="1" spc="-55" dirty="0">
                <a:solidFill>
                  <a:srgbClr val="273139"/>
                </a:solidFill>
                <a:latin typeface="Times New Roman"/>
                <a:cs typeface="Times New Roman"/>
              </a:rPr>
              <a:t> </a:t>
            </a:r>
            <a:r>
              <a:rPr sz="2400" b="1" dirty="0">
                <a:solidFill>
                  <a:srgbClr val="273139"/>
                </a:solidFill>
                <a:latin typeface="Times New Roman"/>
                <a:cs typeface="Times New Roman"/>
              </a:rPr>
              <a:t>and</a:t>
            </a:r>
            <a:r>
              <a:rPr sz="2400" b="1" spc="-50" dirty="0">
                <a:solidFill>
                  <a:srgbClr val="273139"/>
                </a:solidFill>
                <a:latin typeface="Times New Roman"/>
                <a:cs typeface="Times New Roman"/>
              </a:rPr>
              <a:t> </a:t>
            </a:r>
            <a:r>
              <a:rPr sz="2400" b="1" spc="-10" dirty="0">
                <a:solidFill>
                  <a:srgbClr val="273139"/>
                </a:solidFill>
                <a:latin typeface="Times New Roman"/>
                <a:cs typeface="Times New Roman"/>
              </a:rPr>
              <a:t>Retrieval </a:t>
            </a:r>
            <a:r>
              <a:rPr sz="2400" b="1" dirty="0">
                <a:solidFill>
                  <a:srgbClr val="273139"/>
                </a:solidFill>
                <a:latin typeface="Times New Roman"/>
                <a:cs typeface="Times New Roman"/>
              </a:rPr>
              <a:t>Flexibility</a:t>
            </a:r>
            <a:r>
              <a:rPr sz="2400" b="1" spc="-10" dirty="0">
                <a:solidFill>
                  <a:srgbClr val="273139"/>
                </a:solidFill>
                <a:latin typeface="Times New Roman"/>
                <a:cs typeface="Times New Roman"/>
              </a:rPr>
              <a:t> </a:t>
            </a:r>
            <a:r>
              <a:rPr sz="2400" b="1" spc="-30" dirty="0">
                <a:solidFill>
                  <a:srgbClr val="273139"/>
                </a:solidFill>
                <a:latin typeface="Times New Roman"/>
                <a:cs typeface="Times New Roman"/>
              </a:rPr>
              <a:t>for</a:t>
            </a:r>
            <a:r>
              <a:rPr sz="2400" b="1" spc="-140" dirty="0">
                <a:solidFill>
                  <a:srgbClr val="273139"/>
                </a:solidFill>
                <a:latin typeface="Times New Roman"/>
                <a:cs typeface="Times New Roman"/>
              </a:rPr>
              <a:t> </a:t>
            </a:r>
            <a:r>
              <a:rPr sz="2400" b="1" spc="-10" dirty="0">
                <a:solidFill>
                  <a:srgbClr val="273139"/>
                </a:solidFill>
                <a:latin typeface="Times New Roman"/>
                <a:cs typeface="Times New Roman"/>
              </a:rPr>
              <a:t>Archiving</a:t>
            </a:r>
            <a:endParaRPr sz="2400">
              <a:latin typeface="Times New Roman"/>
              <a:cs typeface="Times New Roman"/>
            </a:endParaRPr>
          </a:p>
          <a:p>
            <a:pPr marL="286385" marR="5080" indent="-274320" algn="just">
              <a:lnSpc>
                <a:spcPct val="100000"/>
              </a:lnSpc>
              <a:spcBef>
                <a:spcPts val="600"/>
              </a:spcBef>
              <a:buClr>
                <a:srgbClr val="D24717"/>
              </a:buClr>
              <a:buSzPct val="85416"/>
              <a:buFont typeface="Segoe UI Symbol"/>
              <a:buChar char="⚫"/>
              <a:tabLst>
                <a:tab pos="286385" algn="l"/>
              </a:tabLst>
            </a:pPr>
            <a:r>
              <a:rPr sz="2400" dirty="0">
                <a:solidFill>
                  <a:srgbClr val="273139"/>
                </a:solidFill>
                <a:latin typeface="Times New Roman"/>
                <a:cs typeface="Times New Roman"/>
              </a:rPr>
              <a:t>It</a:t>
            </a:r>
            <a:r>
              <a:rPr sz="2400" spc="-150" dirty="0">
                <a:solidFill>
                  <a:srgbClr val="273139"/>
                </a:solidFill>
                <a:latin typeface="Times New Roman"/>
                <a:cs typeface="Times New Roman"/>
              </a:rPr>
              <a:t> </a:t>
            </a:r>
            <a:r>
              <a:rPr sz="2400" spc="-120" dirty="0">
                <a:solidFill>
                  <a:srgbClr val="273139"/>
                </a:solidFill>
                <a:latin typeface="Times New Roman"/>
                <a:cs typeface="Times New Roman"/>
              </a:rPr>
              <a:t>provides</a:t>
            </a:r>
            <a:r>
              <a:rPr sz="2400" spc="-30" dirty="0">
                <a:solidFill>
                  <a:srgbClr val="273139"/>
                </a:solidFill>
                <a:latin typeface="Times New Roman"/>
                <a:cs typeface="Times New Roman"/>
              </a:rPr>
              <a:t> </a:t>
            </a:r>
            <a:r>
              <a:rPr sz="2400" spc="-125" dirty="0">
                <a:solidFill>
                  <a:srgbClr val="273139"/>
                </a:solidFill>
                <a:latin typeface="Times New Roman"/>
                <a:cs typeface="Times New Roman"/>
              </a:rPr>
              <a:t>low-</a:t>
            </a:r>
            <a:r>
              <a:rPr sz="2400" spc="-75" dirty="0">
                <a:solidFill>
                  <a:srgbClr val="273139"/>
                </a:solidFill>
                <a:latin typeface="Times New Roman"/>
                <a:cs typeface="Times New Roman"/>
              </a:rPr>
              <a:t>cost</a:t>
            </a:r>
            <a:r>
              <a:rPr sz="2400" spc="-20" dirty="0">
                <a:solidFill>
                  <a:srgbClr val="273139"/>
                </a:solidFill>
                <a:latin typeface="Times New Roman"/>
                <a:cs typeface="Times New Roman"/>
              </a:rPr>
              <a:t> </a:t>
            </a:r>
            <a:r>
              <a:rPr sz="2400" spc="-100" dirty="0">
                <a:solidFill>
                  <a:srgbClr val="273139"/>
                </a:solidFill>
                <a:latin typeface="Times New Roman"/>
                <a:cs typeface="Times New Roman"/>
              </a:rPr>
              <a:t>storage</a:t>
            </a:r>
            <a:r>
              <a:rPr sz="2400" spc="-10" dirty="0">
                <a:solidFill>
                  <a:srgbClr val="273139"/>
                </a:solidFill>
                <a:latin typeface="Times New Roman"/>
                <a:cs typeface="Times New Roman"/>
              </a:rPr>
              <a:t> </a:t>
            </a:r>
            <a:r>
              <a:rPr sz="2400" spc="-110" dirty="0">
                <a:solidFill>
                  <a:srgbClr val="273139"/>
                </a:solidFill>
                <a:latin typeface="Times New Roman"/>
                <a:cs typeface="Times New Roman"/>
              </a:rPr>
              <a:t>compared</a:t>
            </a:r>
            <a:r>
              <a:rPr sz="2400" spc="5" dirty="0">
                <a:solidFill>
                  <a:srgbClr val="273139"/>
                </a:solidFill>
                <a:latin typeface="Times New Roman"/>
                <a:cs typeface="Times New Roman"/>
              </a:rPr>
              <a:t> </a:t>
            </a:r>
            <a:r>
              <a:rPr sz="2400" dirty="0">
                <a:solidFill>
                  <a:srgbClr val="273139"/>
                </a:solidFill>
                <a:latin typeface="Times New Roman"/>
                <a:cs typeface="Times New Roman"/>
              </a:rPr>
              <a:t>to </a:t>
            </a:r>
            <a:r>
              <a:rPr sz="2400" spc="-300" dirty="0">
                <a:solidFill>
                  <a:srgbClr val="273139"/>
                </a:solidFill>
                <a:latin typeface="Times New Roman"/>
                <a:cs typeface="Times New Roman"/>
              </a:rPr>
              <a:t>S3</a:t>
            </a:r>
            <a:r>
              <a:rPr sz="2400" spc="150" dirty="0">
                <a:solidFill>
                  <a:srgbClr val="273139"/>
                </a:solidFill>
                <a:latin typeface="Times New Roman"/>
                <a:cs typeface="Times New Roman"/>
              </a:rPr>
              <a:t> </a:t>
            </a:r>
            <a:r>
              <a:rPr sz="2400" spc="-110" dirty="0">
                <a:solidFill>
                  <a:srgbClr val="273139"/>
                </a:solidFill>
                <a:latin typeface="Times New Roman"/>
                <a:cs typeface="Times New Roman"/>
              </a:rPr>
              <a:t>Glacier</a:t>
            </a:r>
            <a:r>
              <a:rPr sz="2400" dirty="0">
                <a:solidFill>
                  <a:srgbClr val="273139"/>
                </a:solidFill>
                <a:latin typeface="Times New Roman"/>
                <a:cs typeface="Times New Roman"/>
              </a:rPr>
              <a:t> </a:t>
            </a:r>
            <a:r>
              <a:rPr sz="2400" spc="-95" dirty="0">
                <a:solidFill>
                  <a:srgbClr val="273139"/>
                </a:solidFill>
                <a:latin typeface="Times New Roman"/>
                <a:cs typeface="Times New Roman"/>
              </a:rPr>
              <a:t>Instant</a:t>
            </a:r>
            <a:r>
              <a:rPr sz="2400" spc="5" dirty="0">
                <a:solidFill>
                  <a:srgbClr val="273139"/>
                </a:solidFill>
                <a:latin typeface="Times New Roman"/>
                <a:cs typeface="Times New Roman"/>
              </a:rPr>
              <a:t> </a:t>
            </a:r>
            <a:r>
              <a:rPr sz="2400" spc="-95" dirty="0">
                <a:solidFill>
                  <a:srgbClr val="273139"/>
                </a:solidFill>
                <a:latin typeface="Times New Roman"/>
                <a:cs typeface="Times New Roman"/>
              </a:rPr>
              <a:t>Retrieval.</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It </a:t>
            </a:r>
            <a:r>
              <a:rPr sz="2400" spc="-55" dirty="0">
                <a:solidFill>
                  <a:srgbClr val="273139"/>
                </a:solidFill>
                <a:latin typeface="Times New Roman"/>
                <a:cs typeface="Times New Roman"/>
              </a:rPr>
              <a:t>is</a:t>
            </a:r>
            <a:r>
              <a:rPr sz="2400" spc="-95" dirty="0">
                <a:solidFill>
                  <a:srgbClr val="273139"/>
                </a:solidFill>
                <a:latin typeface="Times New Roman"/>
                <a:cs typeface="Times New Roman"/>
              </a:rPr>
              <a:t> </a:t>
            </a:r>
            <a:r>
              <a:rPr sz="2400" dirty="0">
                <a:solidFill>
                  <a:srgbClr val="273139"/>
                </a:solidFill>
                <a:latin typeface="Times New Roman"/>
                <a:cs typeface="Times New Roman"/>
              </a:rPr>
              <a:t>a</a:t>
            </a:r>
            <a:r>
              <a:rPr sz="2400" spc="-145" dirty="0">
                <a:solidFill>
                  <a:srgbClr val="273139"/>
                </a:solidFill>
                <a:latin typeface="Times New Roman"/>
                <a:cs typeface="Times New Roman"/>
              </a:rPr>
              <a:t> </a:t>
            </a:r>
            <a:r>
              <a:rPr sz="2400" spc="-105" dirty="0">
                <a:solidFill>
                  <a:srgbClr val="273139"/>
                </a:solidFill>
                <a:latin typeface="Times New Roman"/>
                <a:cs typeface="Times New Roman"/>
              </a:rPr>
              <a:t>suitable</a:t>
            </a:r>
            <a:r>
              <a:rPr sz="2400" spc="-45" dirty="0">
                <a:solidFill>
                  <a:srgbClr val="273139"/>
                </a:solidFill>
                <a:latin typeface="Times New Roman"/>
                <a:cs typeface="Times New Roman"/>
              </a:rPr>
              <a:t> </a:t>
            </a:r>
            <a:r>
              <a:rPr sz="2400" spc="-80" dirty="0">
                <a:solidFill>
                  <a:srgbClr val="273139"/>
                </a:solidFill>
                <a:latin typeface="Times New Roman"/>
                <a:cs typeface="Times New Roman"/>
              </a:rPr>
              <a:t>solution</a:t>
            </a:r>
            <a:r>
              <a:rPr sz="2400" spc="-65" dirty="0">
                <a:solidFill>
                  <a:srgbClr val="273139"/>
                </a:solidFill>
                <a:latin typeface="Times New Roman"/>
                <a:cs typeface="Times New Roman"/>
              </a:rPr>
              <a:t> </a:t>
            </a:r>
            <a:r>
              <a:rPr sz="2400" spc="-20" dirty="0">
                <a:solidFill>
                  <a:srgbClr val="273139"/>
                </a:solidFill>
                <a:latin typeface="Times New Roman"/>
                <a:cs typeface="Times New Roman"/>
              </a:rPr>
              <a:t>for</a:t>
            </a:r>
            <a:r>
              <a:rPr sz="2400" spc="-70" dirty="0">
                <a:solidFill>
                  <a:srgbClr val="273139"/>
                </a:solidFill>
                <a:latin typeface="Times New Roman"/>
                <a:cs typeface="Times New Roman"/>
              </a:rPr>
              <a:t> </a:t>
            </a:r>
            <a:r>
              <a:rPr sz="2400" spc="-130" dirty="0">
                <a:solidFill>
                  <a:srgbClr val="273139"/>
                </a:solidFill>
                <a:latin typeface="Times New Roman"/>
                <a:cs typeface="Times New Roman"/>
              </a:rPr>
              <a:t>backing</a:t>
            </a:r>
            <a:r>
              <a:rPr sz="2400" spc="-20" dirty="0">
                <a:solidFill>
                  <a:srgbClr val="273139"/>
                </a:solidFill>
                <a:latin typeface="Times New Roman"/>
                <a:cs typeface="Times New Roman"/>
              </a:rPr>
              <a:t> </a:t>
            </a:r>
            <a:r>
              <a:rPr sz="2400" dirty="0">
                <a:solidFill>
                  <a:srgbClr val="273139"/>
                </a:solidFill>
                <a:latin typeface="Times New Roman"/>
                <a:cs typeface="Times New Roman"/>
              </a:rPr>
              <a:t>up</a:t>
            </a:r>
            <a:r>
              <a:rPr sz="2400" spc="-70" dirty="0">
                <a:solidFill>
                  <a:srgbClr val="273139"/>
                </a:solidFill>
                <a:latin typeface="Times New Roman"/>
                <a:cs typeface="Times New Roman"/>
              </a:rPr>
              <a:t> </a:t>
            </a:r>
            <a:r>
              <a:rPr sz="2400" dirty="0">
                <a:solidFill>
                  <a:srgbClr val="273139"/>
                </a:solidFill>
                <a:latin typeface="Times New Roman"/>
                <a:cs typeface="Times New Roman"/>
              </a:rPr>
              <a:t>the</a:t>
            </a:r>
            <a:r>
              <a:rPr sz="2400" spc="-80" dirty="0">
                <a:solidFill>
                  <a:srgbClr val="273139"/>
                </a:solidFill>
                <a:latin typeface="Times New Roman"/>
                <a:cs typeface="Times New Roman"/>
              </a:rPr>
              <a:t> data</a:t>
            </a:r>
            <a:r>
              <a:rPr sz="2400" spc="-70" dirty="0">
                <a:solidFill>
                  <a:srgbClr val="273139"/>
                </a:solidFill>
                <a:latin typeface="Times New Roman"/>
                <a:cs typeface="Times New Roman"/>
              </a:rPr>
              <a:t> </a:t>
            </a:r>
            <a:r>
              <a:rPr sz="2400" spc="-50" dirty="0">
                <a:solidFill>
                  <a:srgbClr val="273139"/>
                </a:solidFill>
                <a:latin typeface="Times New Roman"/>
                <a:cs typeface="Times New Roman"/>
              </a:rPr>
              <a:t>so</a:t>
            </a:r>
            <a:r>
              <a:rPr sz="2400" spc="-65" dirty="0">
                <a:solidFill>
                  <a:srgbClr val="273139"/>
                </a:solidFill>
                <a:latin typeface="Times New Roman"/>
                <a:cs typeface="Times New Roman"/>
              </a:rPr>
              <a:t> </a:t>
            </a:r>
            <a:r>
              <a:rPr sz="2400" spc="-30" dirty="0">
                <a:solidFill>
                  <a:srgbClr val="273139"/>
                </a:solidFill>
                <a:latin typeface="Times New Roman"/>
                <a:cs typeface="Times New Roman"/>
              </a:rPr>
              <a:t>that</a:t>
            </a:r>
            <a:r>
              <a:rPr sz="2400" spc="-75" dirty="0">
                <a:solidFill>
                  <a:srgbClr val="273139"/>
                </a:solidFill>
                <a:latin typeface="Times New Roman"/>
                <a:cs typeface="Times New Roman"/>
              </a:rPr>
              <a:t> </a:t>
            </a:r>
            <a:r>
              <a:rPr sz="2400" dirty="0">
                <a:solidFill>
                  <a:srgbClr val="273139"/>
                </a:solidFill>
                <a:latin typeface="Times New Roman"/>
                <a:cs typeface="Times New Roman"/>
              </a:rPr>
              <a:t>it</a:t>
            </a:r>
            <a:r>
              <a:rPr sz="2400" spc="-75" dirty="0">
                <a:solidFill>
                  <a:srgbClr val="273139"/>
                </a:solidFill>
                <a:latin typeface="Times New Roman"/>
                <a:cs typeface="Times New Roman"/>
              </a:rPr>
              <a:t> </a:t>
            </a:r>
            <a:r>
              <a:rPr sz="2400" spc="-100" dirty="0">
                <a:solidFill>
                  <a:srgbClr val="273139"/>
                </a:solidFill>
                <a:latin typeface="Times New Roman"/>
                <a:cs typeface="Times New Roman"/>
              </a:rPr>
              <a:t>can</a:t>
            </a:r>
            <a:r>
              <a:rPr sz="2400" spc="-50" dirty="0">
                <a:solidFill>
                  <a:srgbClr val="273139"/>
                </a:solidFill>
                <a:latin typeface="Times New Roman"/>
                <a:cs typeface="Times New Roman"/>
              </a:rPr>
              <a:t> </a:t>
            </a:r>
            <a:r>
              <a:rPr sz="2400" dirty="0">
                <a:solidFill>
                  <a:srgbClr val="273139"/>
                </a:solidFill>
                <a:latin typeface="Times New Roman"/>
                <a:cs typeface="Times New Roman"/>
              </a:rPr>
              <a:t>be</a:t>
            </a:r>
            <a:r>
              <a:rPr sz="2400" spc="-70" dirty="0">
                <a:solidFill>
                  <a:srgbClr val="273139"/>
                </a:solidFill>
                <a:latin typeface="Times New Roman"/>
                <a:cs typeface="Times New Roman"/>
              </a:rPr>
              <a:t> </a:t>
            </a:r>
            <a:r>
              <a:rPr sz="2400" spc="-80" dirty="0">
                <a:solidFill>
                  <a:srgbClr val="273139"/>
                </a:solidFill>
                <a:latin typeface="Times New Roman"/>
                <a:cs typeface="Times New Roman"/>
              </a:rPr>
              <a:t>recovered </a:t>
            </a:r>
            <a:r>
              <a:rPr sz="2400" spc="-170" dirty="0">
                <a:solidFill>
                  <a:srgbClr val="273139"/>
                </a:solidFill>
                <a:latin typeface="Times New Roman"/>
                <a:cs typeface="Times New Roman"/>
              </a:rPr>
              <a:t>easily</a:t>
            </a:r>
            <a:r>
              <a:rPr sz="2400" spc="-50"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60" dirty="0">
                <a:solidFill>
                  <a:srgbClr val="273139"/>
                </a:solidFill>
                <a:latin typeface="Times New Roman"/>
                <a:cs typeface="Times New Roman"/>
              </a:rPr>
              <a:t> </a:t>
            </a:r>
            <a:r>
              <a:rPr sz="2400" spc="-160" dirty="0">
                <a:solidFill>
                  <a:srgbClr val="273139"/>
                </a:solidFill>
                <a:latin typeface="Times New Roman"/>
                <a:cs typeface="Times New Roman"/>
              </a:rPr>
              <a:t>few</a:t>
            </a:r>
            <a:r>
              <a:rPr sz="2400" spc="-40" dirty="0">
                <a:solidFill>
                  <a:srgbClr val="273139"/>
                </a:solidFill>
                <a:latin typeface="Times New Roman"/>
                <a:cs typeface="Times New Roman"/>
              </a:rPr>
              <a:t> </a:t>
            </a:r>
            <a:r>
              <a:rPr sz="2400" spc="-110" dirty="0">
                <a:solidFill>
                  <a:srgbClr val="273139"/>
                </a:solidFill>
                <a:latin typeface="Times New Roman"/>
                <a:cs typeface="Times New Roman"/>
              </a:rPr>
              <a:t>times</a:t>
            </a:r>
            <a:r>
              <a:rPr sz="2400" spc="-55"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55" dirty="0">
                <a:solidFill>
                  <a:srgbClr val="273139"/>
                </a:solidFill>
                <a:latin typeface="Times New Roman"/>
                <a:cs typeface="Times New Roman"/>
              </a:rPr>
              <a:t> </a:t>
            </a:r>
            <a:r>
              <a:rPr sz="2400" spc="-200" dirty="0">
                <a:solidFill>
                  <a:srgbClr val="273139"/>
                </a:solidFill>
                <a:latin typeface="Times New Roman"/>
                <a:cs typeface="Times New Roman"/>
              </a:rPr>
              <a:t>a</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year. </a:t>
            </a:r>
            <a:r>
              <a:rPr sz="2400" spc="-65" dirty="0">
                <a:solidFill>
                  <a:srgbClr val="273139"/>
                </a:solidFill>
                <a:latin typeface="Times New Roman"/>
                <a:cs typeface="Times New Roman"/>
              </a:rPr>
              <a:t>It</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just</a:t>
            </a:r>
            <a:r>
              <a:rPr sz="2400" spc="-60" dirty="0">
                <a:solidFill>
                  <a:srgbClr val="273139"/>
                </a:solidFill>
                <a:latin typeface="Times New Roman"/>
                <a:cs typeface="Times New Roman"/>
              </a:rPr>
              <a:t> </a:t>
            </a:r>
            <a:r>
              <a:rPr sz="2400" spc="-135" dirty="0">
                <a:solidFill>
                  <a:srgbClr val="273139"/>
                </a:solidFill>
                <a:latin typeface="Times New Roman"/>
                <a:cs typeface="Times New Roman"/>
              </a:rPr>
              <a:t>takes</a:t>
            </a:r>
            <a:r>
              <a:rPr sz="2400" spc="-55" dirty="0">
                <a:solidFill>
                  <a:srgbClr val="273139"/>
                </a:solidFill>
                <a:latin typeface="Times New Roman"/>
                <a:cs typeface="Times New Roman"/>
              </a:rPr>
              <a:t> </a:t>
            </a:r>
            <a:r>
              <a:rPr sz="2400" spc="-105" dirty="0">
                <a:solidFill>
                  <a:srgbClr val="273139"/>
                </a:solidFill>
                <a:latin typeface="Times New Roman"/>
                <a:cs typeface="Times New Roman"/>
              </a:rPr>
              <a:t>minutes</a:t>
            </a:r>
            <a:r>
              <a:rPr sz="2400" spc="-65" dirty="0">
                <a:solidFill>
                  <a:srgbClr val="273139"/>
                </a:solidFill>
                <a:latin typeface="Times New Roman"/>
                <a:cs typeface="Times New Roman"/>
              </a:rPr>
              <a:t> </a:t>
            </a:r>
            <a:r>
              <a:rPr sz="2400" dirty="0">
                <a:solidFill>
                  <a:srgbClr val="273139"/>
                </a:solidFill>
                <a:latin typeface="Times New Roman"/>
                <a:cs typeface="Times New Roman"/>
              </a:rPr>
              <a:t>to</a:t>
            </a:r>
            <a:r>
              <a:rPr sz="2400" spc="-45" dirty="0">
                <a:solidFill>
                  <a:srgbClr val="273139"/>
                </a:solidFill>
                <a:latin typeface="Times New Roman"/>
                <a:cs typeface="Times New Roman"/>
              </a:rPr>
              <a:t> </a:t>
            </a:r>
            <a:r>
              <a:rPr sz="2400" spc="-170" dirty="0">
                <a:solidFill>
                  <a:srgbClr val="273139"/>
                </a:solidFill>
                <a:latin typeface="Times New Roman"/>
                <a:cs typeface="Times New Roman"/>
              </a:rPr>
              <a:t>access</a:t>
            </a:r>
            <a:r>
              <a:rPr sz="2400" spc="-50"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45"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marL="286385" indent="-273685">
              <a:lnSpc>
                <a:spcPct val="100000"/>
              </a:lnSpc>
              <a:spcBef>
                <a:spcPts val="2590"/>
              </a:spcBef>
              <a:buClr>
                <a:srgbClr val="D24717"/>
              </a:buClr>
              <a:buSzPct val="85416"/>
              <a:buFont typeface="Segoe UI Symbol"/>
              <a:buChar char="⚫"/>
              <a:tabLst>
                <a:tab pos="286385" algn="l"/>
              </a:tabLst>
            </a:pPr>
            <a:r>
              <a:rPr sz="2400" b="1" spc="-35" dirty="0">
                <a:solidFill>
                  <a:srgbClr val="273139"/>
                </a:solidFill>
                <a:latin typeface="Times New Roman"/>
                <a:cs typeface="Times New Roman"/>
              </a:rPr>
              <a:t>Characteristics</a:t>
            </a:r>
            <a:r>
              <a:rPr sz="2400" b="1" spc="-85" dirty="0">
                <a:solidFill>
                  <a:srgbClr val="273139"/>
                </a:solidFill>
                <a:latin typeface="Times New Roman"/>
                <a:cs typeface="Times New Roman"/>
              </a:rPr>
              <a:t> </a:t>
            </a:r>
            <a:r>
              <a:rPr sz="2400" b="1" dirty="0">
                <a:solidFill>
                  <a:srgbClr val="273139"/>
                </a:solidFill>
                <a:latin typeface="Times New Roman"/>
                <a:cs typeface="Times New Roman"/>
              </a:rPr>
              <a:t>of</a:t>
            </a:r>
            <a:r>
              <a:rPr sz="2400" b="1" spc="-60" dirty="0">
                <a:solidFill>
                  <a:srgbClr val="273139"/>
                </a:solidFill>
                <a:latin typeface="Times New Roman"/>
                <a:cs typeface="Times New Roman"/>
              </a:rPr>
              <a:t> </a:t>
            </a:r>
            <a:r>
              <a:rPr sz="2400" b="1" spc="-185" dirty="0">
                <a:solidFill>
                  <a:srgbClr val="273139"/>
                </a:solidFill>
                <a:latin typeface="Times New Roman"/>
                <a:cs typeface="Times New Roman"/>
              </a:rPr>
              <a:t>S3</a:t>
            </a:r>
            <a:r>
              <a:rPr sz="2400" b="1" spc="-65"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60" dirty="0">
                <a:solidFill>
                  <a:srgbClr val="273139"/>
                </a:solidFill>
                <a:latin typeface="Times New Roman"/>
                <a:cs typeface="Times New Roman"/>
              </a:rPr>
              <a:t> </a:t>
            </a:r>
            <a:r>
              <a:rPr sz="2400" b="1" dirty="0">
                <a:solidFill>
                  <a:srgbClr val="273139"/>
                </a:solidFill>
                <a:latin typeface="Times New Roman"/>
                <a:cs typeface="Times New Roman"/>
              </a:rPr>
              <a:t>Flexible</a:t>
            </a:r>
            <a:r>
              <a:rPr sz="2400" b="1" spc="-55" dirty="0">
                <a:solidFill>
                  <a:srgbClr val="273139"/>
                </a:solidFill>
                <a:latin typeface="Times New Roman"/>
                <a:cs typeface="Times New Roman"/>
              </a:rPr>
              <a:t> </a:t>
            </a:r>
            <a:r>
              <a:rPr sz="2400" b="1" spc="-10" dirty="0">
                <a:solidFill>
                  <a:srgbClr val="273139"/>
                </a:solidFill>
                <a:latin typeface="Times New Roman"/>
                <a:cs typeface="Times New Roman"/>
              </a:rPr>
              <a:t>Retrieval</a:t>
            </a:r>
            <a:endParaRPr sz="2400">
              <a:latin typeface="Times New Roman"/>
              <a:cs typeface="Times New Roman"/>
            </a:endParaRPr>
          </a:p>
          <a:p>
            <a:pPr marL="286385" indent="-273685">
              <a:lnSpc>
                <a:spcPct val="100000"/>
              </a:lnSpc>
              <a:spcBef>
                <a:spcPts val="1805"/>
              </a:spcBef>
              <a:buClr>
                <a:srgbClr val="D24717"/>
              </a:buClr>
              <a:buSzPct val="85416"/>
              <a:buFont typeface="Arial MT"/>
              <a:buChar char="•"/>
              <a:tabLst>
                <a:tab pos="286385" algn="l"/>
              </a:tabLst>
            </a:pPr>
            <a:r>
              <a:rPr sz="2400" spc="-114" dirty="0">
                <a:solidFill>
                  <a:srgbClr val="273139"/>
                </a:solidFill>
                <a:latin typeface="Times New Roman"/>
                <a:cs typeface="Times New Roman"/>
              </a:rPr>
              <a:t>Free</a:t>
            </a:r>
            <a:r>
              <a:rPr sz="2400" spc="-15" dirty="0">
                <a:solidFill>
                  <a:srgbClr val="273139"/>
                </a:solidFill>
                <a:latin typeface="Times New Roman"/>
                <a:cs typeface="Times New Roman"/>
              </a:rPr>
              <a:t> </a:t>
            </a:r>
            <a:r>
              <a:rPr sz="2400" spc="-120" dirty="0">
                <a:solidFill>
                  <a:srgbClr val="273139"/>
                </a:solidFill>
                <a:latin typeface="Times New Roman"/>
                <a:cs typeface="Times New Roman"/>
              </a:rPr>
              <a:t>recoveries</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15" dirty="0">
                <a:solidFill>
                  <a:srgbClr val="273139"/>
                </a:solidFill>
                <a:latin typeface="Times New Roman"/>
                <a:cs typeface="Times New Roman"/>
              </a:rPr>
              <a:t> </a:t>
            </a:r>
            <a:r>
              <a:rPr sz="2400" spc="-170" dirty="0">
                <a:solidFill>
                  <a:srgbClr val="273139"/>
                </a:solidFill>
                <a:latin typeface="Times New Roman"/>
                <a:cs typeface="Times New Roman"/>
              </a:rPr>
              <a:t>high</a:t>
            </a:r>
            <a:r>
              <a:rPr sz="2400" spc="-25" dirty="0">
                <a:solidFill>
                  <a:srgbClr val="273139"/>
                </a:solidFill>
                <a:latin typeface="Times New Roman"/>
                <a:cs typeface="Times New Roman"/>
              </a:rPr>
              <a:t> </a:t>
            </a:r>
            <a:r>
              <a:rPr sz="2400" spc="-10" dirty="0">
                <a:solidFill>
                  <a:srgbClr val="273139"/>
                </a:solidFill>
                <a:latin typeface="Times New Roman"/>
                <a:cs typeface="Times New Roman"/>
              </a:rPr>
              <a:t>quantity.</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220" dirty="0">
                <a:solidFill>
                  <a:srgbClr val="273139"/>
                </a:solidFill>
                <a:latin typeface="Times New Roman"/>
                <a:cs typeface="Times New Roman"/>
              </a:rPr>
              <a:t>AZs</a:t>
            </a:r>
            <a:r>
              <a:rPr sz="2400" spc="-65" dirty="0">
                <a:solidFill>
                  <a:srgbClr val="273139"/>
                </a:solidFill>
                <a:latin typeface="Times New Roman"/>
                <a:cs typeface="Times New Roman"/>
              </a:rPr>
              <a:t> </a:t>
            </a:r>
            <a:r>
              <a:rPr sz="2400" spc="-75" dirty="0">
                <a:solidFill>
                  <a:srgbClr val="273139"/>
                </a:solidFill>
                <a:latin typeface="Times New Roman"/>
                <a:cs typeface="Times New Roman"/>
              </a:rPr>
              <a:t>destruction</a:t>
            </a:r>
            <a:r>
              <a:rPr sz="2400" spc="-70" dirty="0">
                <a:solidFill>
                  <a:srgbClr val="273139"/>
                </a:solidFill>
                <a:latin typeface="Times New Roman"/>
                <a:cs typeface="Times New Roman"/>
              </a:rPr>
              <a:t> </a:t>
            </a:r>
            <a:r>
              <a:rPr sz="2400" spc="-150" dirty="0">
                <a:solidFill>
                  <a:srgbClr val="273139"/>
                </a:solidFill>
                <a:latin typeface="Times New Roman"/>
                <a:cs typeface="Times New Roman"/>
              </a:rPr>
              <a:t>can</a:t>
            </a:r>
            <a:r>
              <a:rPr sz="2400" spc="-50" dirty="0">
                <a:solidFill>
                  <a:srgbClr val="273139"/>
                </a:solidFill>
                <a:latin typeface="Times New Roman"/>
                <a:cs typeface="Times New Roman"/>
              </a:rPr>
              <a:t> </a:t>
            </a:r>
            <a:r>
              <a:rPr sz="2400" spc="-125" dirty="0">
                <a:solidFill>
                  <a:srgbClr val="273139"/>
                </a:solidFill>
                <a:latin typeface="Times New Roman"/>
                <a:cs typeface="Times New Roman"/>
              </a:rPr>
              <a:t>lead</a:t>
            </a:r>
            <a:r>
              <a:rPr sz="2400" spc="-60" dirty="0">
                <a:solidFill>
                  <a:srgbClr val="273139"/>
                </a:solidFill>
                <a:latin typeface="Times New Roman"/>
                <a:cs typeface="Times New Roman"/>
              </a:rPr>
              <a:t> </a:t>
            </a:r>
            <a:r>
              <a:rPr sz="2400" dirty="0">
                <a:solidFill>
                  <a:srgbClr val="273139"/>
                </a:solidFill>
                <a:latin typeface="Times New Roman"/>
                <a:cs typeface="Times New Roman"/>
              </a:rPr>
              <a:t>to</a:t>
            </a:r>
            <a:r>
              <a:rPr sz="2400" spc="-50" dirty="0">
                <a:solidFill>
                  <a:srgbClr val="273139"/>
                </a:solidFill>
                <a:latin typeface="Times New Roman"/>
                <a:cs typeface="Times New Roman"/>
              </a:rPr>
              <a:t> </a:t>
            </a:r>
            <a:r>
              <a:rPr sz="2400" spc="-120" dirty="0">
                <a:solidFill>
                  <a:srgbClr val="273139"/>
                </a:solidFill>
                <a:latin typeface="Times New Roman"/>
                <a:cs typeface="Times New Roman"/>
              </a:rPr>
              <a:t>difficulty</a:t>
            </a:r>
            <a:r>
              <a:rPr sz="2400" spc="-60" dirty="0">
                <a:solidFill>
                  <a:srgbClr val="273139"/>
                </a:solidFill>
                <a:latin typeface="Times New Roman"/>
                <a:cs typeface="Times New Roman"/>
              </a:rPr>
              <a:t> </a:t>
            </a:r>
            <a:r>
              <a:rPr sz="2400" spc="-114" dirty="0">
                <a:solidFill>
                  <a:srgbClr val="273139"/>
                </a:solidFill>
                <a:latin typeface="Times New Roman"/>
                <a:cs typeface="Times New Roman"/>
              </a:rPr>
              <a:t>in</a:t>
            </a:r>
            <a:r>
              <a:rPr sz="2400" spc="-60" dirty="0">
                <a:solidFill>
                  <a:srgbClr val="273139"/>
                </a:solidFill>
                <a:latin typeface="Times New Roman"/>
                <a:cs typeface="Times New Roman"/>
              </a:rPr>
              <a:t> </a:t>
            </a:r>
            <a:r>
              <a:rPr sz="2400" spc="-165" dirty="0">
                <a:solidFill>
                  <a:srgbClr val="273139"/>
                </a:solidFill>
                <a:latin typeface="Times New Roman"/>
                <a:cs typeface="Times New Roman"/>
              </a:rPr>
              <a:t>accessing</a:t>
            </a:r>
            <a:r>
              <a:rPr sz="2400" spc="-60" dirty="0">
                <a:solidFill>
                  <a:srgbClr val="273139"/>
                </a:solidFill>
                <a:latin typeface="Times New Roman"/>
                <a:cs typeface="Times New Roman"/>
              </a:rPr>
              <a:t> </a:t>
            </a:r>
            <a:r>
              <a:rPr sz="2400" spc="-10" dirty="0">
                <a:solidFill>
                  <a:srgbClr val="273139"/>
                </a:solidFill>
                <a:latin typeface="Times New Roman"/>
                <a:cs typeface="Times New Roman"/>
              </a:rPr>
              <a:t>data.</a:t>
            </a:r>
            <a:endParaRPr sz="2400">
              <a:latin typeface="Times New Roman"/>
              <a:cs typeface="Times New Roman"/>
            </a:endParaRPr>
          </a:p>
          <a:p>
            <a:pPr marL="286385" marR="855980" indent="-274320">
              <a:lnSpc>
                <a:spcPct val="100000"/>
              </a:lnSpc>
              <a:buClr>
                <a:srgbClr val="D24717"/>
              </a:buClr>
              <a:buSzPct val="85416"/>
              <a:buFont typeface="Arial MT"/>
              <a:buChar char="•"/>
              <a:tabLst>
                <a:tab pos="286385" algn="l"/>
              </a:tabLst>
            </a:pPr>
            <a:r>
              <a:rPr sz="2400" spc="-130" dirty="0">
                <a:solidFill>
                  <a:srgbClr val="273139"/>
                </a:solidFill>
                <a:latin typeface="Times New Roman"/>
                <a:cs typeface="Times New Roman"/>
              </a:rPr>
              <a:t>when</a:t>
            </a:r>
            <a:r>
              <a:rPr sz="2400" spc="-45" dirty="0">
                <a:solidFill>
                  <a:srgbClr val="273139"/>
                </a:solidFill>
                <a:latin typeface="Times New Roman"/>
                <a:cs typeface="Times New Roman"/>
              </a:rPr>
              <a:t> </a:t>
            </a:r>
            <a:r>
              <a:rPr sz="2400" spc="-160" dirty="0">
                <a:solidFill>
                  <a:srgbClr val="273139"/>
                </a:solidFill>
                <a:latin typeface="Times New Roman"/>
                <a:cs typeface="Times New Roman"/>
              </a:rPr>
              <a:t>you</a:t>
            </a:r>
            <a:r>
              <a:rPr sz="2400" spc="-50" dirty="0">
                <a:solidFill>
                  <a:srgbClr val="273139"/>
                </a:solidFill>
                <a:latin typeface="Times New Roman"/>
                <a:cs typeface="Times New Roman"/>
              </a:rPr>
              <a:t> </a:t>
            </a:r>
            <a:r>
              <a:rPr sz="2400" spc="-200" dirty="0">
                <a:solidFill>
                  <a:srgbClr val="273139"/>
                </a:solidFill>
                <a:latin typeface="Times New Roman"/>
                <a:cs typeface="Times New Roman"/>
              </a:rPr>
              <a:t>have</a:t>
            </a:r>
            <a:r>
              <a:rPr sz="2400" spc="-45" dirty="0">
                <a:solidFill>
                  <a:srgbClr val="273139"/>
                </a:solidFill>
                <a:latin typeface="Times New Roman"/>
                <a:cs typeface="Times New Roman"/>
              </a:rPr>
              <a:t> </a:t>
            </a:r>
            <a:r>
              <a:rPr sz="2400" dirty="0">
                <a:solidFill>
                  <a:srgbClr val="273139"/>
                </a:solidFill>
                <a:latin typeface="Times New Roman"/>
                <a:cs typeface="Times New Roman"/>
              </a:rPr>
              <a:t>to</a:t>
            </a:r>
            <a:r>
              <a:rPr sz="2400" spc="-45" dirty="0">
                <a:solidFill>
                  <a:srgbClr val="273139"/>
                </a:solidFill>
                <a:latin typeface="Times New Roman"/>
                <a:cs typeface="Times New Roman"/>
              </a:rPr>
              <a:t> </a:t>
            </a:r>
            <a:r>
              <a:rPr sz="2400" spc="-80" dirty="0">
                <a:solidFill>
                  <a:srgbClr val="273139"/>
                </a:solidFill>
                <a:latin typeface="Times New Roman"/>
                <a:cs typeface="Times New Roman"/>
              </a:rPr>
              <a:t>retrieve</a:t>
            </a:r>
            <a:r>
              <a:rPr sz="2400" spc="-45" dirty="0">
                <a:solidFill>
                  <a:srgbClr val="273139"/>
                </a:solidFill>
                <a:latin typeface="Times New Roman"/>
                <a:cs typeface="Times New Roman"/>
              </a:rPr>
              <a:t> </a:t>
            </a:r>
            <a:r>
              <a:rPr sz="2400" spc="-120" dirty="0">
                <a:solidFill>
                  <a:srgbClr val="273139"/>
                </a:solidFill>
                <a:latin typeface="Times New Roman"/>
                <a:cs typeface="Times New Roman"/>
              </a:rPr>
              <a:t>large</a:t>
            </a:r>
            <a:r>
              <a:rPr sz="2400" spc="-45" dirty="0">
                <a:solidFill>
                  <a:srgbClr val="273139"/>
                </a:solidFill>
                <a:latin typeface="Times New Roman"/>
                <a:cs typeface="Times New Roman"/>
              </a:rPr>
              <a:t> </a:t>
            </a:r>
            <a:r>
              <a:rPr sz="2400" spc="-130" dirty="0">
                <a:solidFill>
                  <a:srgbClr val="273139"/>
                </a:solidFill>
                <a:latin typeface="Times New Roman"/>
                <a:cs typeface="Times New Roman"/>
              </a:rPr>
              <a:t>data</a:t>
            </a:r>
            <a:r>
              <a:rPr sz="2400" spc="-50" dirty="0">
                <a:solidFill>
                  <a:srgbClr val="273139"/>
                </a:solidFill>
                <a:latin typeface="Times New Roman"/>
                <a:cs typeface="Times New Roman"/>
              </a:rPr>
              <a:t> </a:t>
            </a:r>
            <a:r>
              <a:rPr sz="2400" spc="-114" dirty="0">
                <a:solidFill>
                  <a:srgbClr val="273139"/>
                </a:solidFill>
                <a:latin typeface="Times New Roman"/>
                <a:cs typeface="Times New Roman"/>
              </a:rPr>
              <a:t>sets</a:t>
            </a:r>
            <a:r>
              <a:rPr sz="2400" spc="-50" dirty="0">
                <a:solidFill>
                  <a:srgbClr val="273139"/>
                </a:solidFill>
                <a:latin typeface="Times New Roman"/>
                <a:cs typeface="Times New Roman"/>
              </a:rPr>
              <a:t> </a:t>
            </a:r>
            <a:r>
              <a:rPr sz="2400" spc="95" dirty="0">
                <a:solidFill>
                  <a:srgbClr val="273139"/>
                </a:solidFill>
                <a:latin typeface="Times New Roman"/>
                <a:cs typeface="Times New Roman"/>
              </a:rPr>
              <a:t>,</a:t>
            </a:r>
            <a:r>
              <a:rPr sz="2400" spc="-155" dirty="0">
                <a:solidFill>
                  <a:srgbClr val="273139"/>
                </a:solidFill>
                <a:latin typeface="Times New Roman"/>
                <a:cs typeface="Times New Roman"/>
              </a:rPr>
              <a:t> </a:t>
            </a:r>
            <a:r>
              <a:rPr sz="2400" spc="-85" dirty="0">
                <a:solidFill>
                  <a:srgbClr val="273139"/>
                </a:solidFill>
                <a:latin typeface="Times New Roman"/>
                <a:cs typeface="Times New Roman"/>
              </a:rPr>
              <a:t>then</a:t>
            </a:r>
            <a:r>
              <a:rPr sz="2400" spc="-4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glacier</a:t>
            </a:r>
            <a:r>
              <a:rPr sz="2400" spc="-60" dirty="0">
                <a:solidFill>
                  <a:srgbClr val="273139"/>
                </a:solidFill>
                <a:latin typeface="Times New Roman"/>
                <a:cs typeface="Times New Roman"/>
              </a:rPr>
              <a:t> </a:t>
            </a:r>
            <a:r>
              <a:rPr sz="2400" spc="-75" dirty="0">
                <a:solidFill>
                  <a:srgbClr val="273139"/>
                </a:solidFill>
                <a:latin typeface="Times New Roman"/>
                <a:cs typeface="Times New Roman"/>
              </a:rPr>
              <a:t>flexible </a:t>
            </a:r>
            <a:r>
              <a:rPr sz="2400" spc="-95" dirty="0">
                <a:solidFill>
                  <a:srgbClr val="273139"/>
                </a:solidFill>
                <a:latin typeface="Times New Roman"/>
                <a:cs typeface="Times New Roman"/>
              </a:rPr>
              <a:t>retrieval</a:t>
            </a:r>
            <a:r>
              <a:rPr sz="2400" spc="-2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30" dirty="0">
                <a:solidFill>
                  <a:srgbClr val="273139"/>
                </a:solidFill>
                <a:latin typeface="Times New Roman"/>
                <a:cs typeface="Times New Roman"/>
              </a:rPr>
              <a:t> </a:t>
            </a:r>
            <a:r>
              <a:rPr sz="2400" spc="-100" dirty="0">
                <a:solidFill>
                  <a:srgbClr val="273139"/>
                </a:solidFill>
                <a:latin typeface="Times New Roman"/>
                <a:cs typeface="Times New Roman"/>
              </a:rPr>
              <a:t>best</a:t>
            </a:r>
            <a:r>
              <a:rPr sz="2400" spc="-20"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30" dirty="0">
                <a:solidFill>
                  <a:srgbClr val="273139"/>
                </a:solidFill>
                <a:latin typeface="Times New Roman"/>
                <a:cs typeface="Times New Roman"/>
              </a:rPr>
              <a:t> </a:t>
            </a:r>
            <a:r>
              <a:rPr sz="2400" spc="-140" dirty="0">
                <a:solidFill>
                  <a:srgbClr val="273139"/>
                </a:solidFill>
                <a:latin typeface="Times New Roman"/>
                <a:cs typeface="Times New Roman"/>
              </a:rPr>
              <a:t>backup</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20" dirty="0">
                <a:solidFill>
                  <a:srgbClr val="273139"/>
                </a:solidFill>
                <a:latin typeface="Times New Roman"/>
                <a:cs typeface="Times New Roman"/>
              </a:rPr>
              <a:t> </a:t>
            </a:r>
            <a:r>
              <a:rPr sz="2400" spc="-114" dirty="0">
                <a:solidFill>
                  <a:srgbClr val="273139"/>
                </a:solidFill>
                <a:latin typeface="Times New Roman"/>
                <a:cs typeface="Times New Roman"/>
              </a:rPr>
              <a:t>disaster</a:t>
            </a:r>
            <a:r>
              <a:rPr sz="2400" spc="-40" dirty="0">
                <a:solidFill>
                  <a:srgbClr val="273139"/>
                </a:solidFill>
                <a:latin typeface="Times New Roman"/>
                <a:cs typeface="Times New Roman"/>
              </a:rPr>
              <a:t> </a:t>
            </a:r>
            <a:r>
              <a:rPr sz="2400" spc="-125" dirty="0">
                <a:solidFill>
                  <a:srgbClr val="273139"/>
                </a:solidFill>
                <a:latin typeface="Times New Roman"/>
                <a:cs typeface="Times New Roman"/>
              </a:rPr>
              <a:t>recovery</a:t>
            </a:r>
            <a:r>
              <a:rPr sz="2400" spc="-20" dirty="0">
                <a:solidFill>
                  <a:srgbClr val="273139"/>
                </a:solidFill>
                <a:latin typeface="Times New Roman"/>
                <a:cs typeface="Times New Roman"/>
              </a:rPr>
              <a:t> </a:t>
            </a:r>
            <a:r>
              <a:rPr sz="2400" spc="-135" dirty="0">
                <a:solidFill>
                  <a:srgbClr val="273139"/>
                </a:solidFill>
                <a:latin typeface="Times New Roman"/>
                <a:cs typeface="Times New Roman"/>
              </a:rPr>
              <a:t>use</a:t>
            </a:r>
            <a:r>
              <a:rPr sz="2400" spc="-35" dirty="0">
                <a:solidFill>
                  <a:srgbClr val="273139"/>
                </a:solidFill>
                <a:latin typeface="Times New Roman"/>
                <a:cs typeface="Times New Roman"/>
              </a:rPr>
              <a:t> </a:t>
            </a:r>
            <a:r>
              <a:rPr sz="2400" spc="-10" dirty="0">
                <a:solidFill>
                  <a:srgbClr val="273139"/>
                </a:solidFill>
                <a:latin typeface="Times New Roman"/>
                <a:cs typeface="Times New Roman"/>
              </a:rPr>
              <a:t>cases.</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60" dirty="0">
                <a:solidFill>
                  <a:srgbClr val="273139"/>
                </a:solidFill>
                <a:latin typeface="Times New Roman"/>
                <a:cs typeface="Times New Roman"/>
              </a:rPr>
              <a:t>Availability</a:t>
            </a:r>
            <a:r>
              <a:rPr sz="2400" spc="-4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35" dirty="0">
                <a:solidFill>
                  <a:srgbClr val="273139"/>
                </a:solidFill>
                <a:latin typeface="Times New Roman"/>
                <a:cs typeface="Times New Roman"/>
              </a:rPr>
              <a:t> </a:t>
            </a:r>
            <a:r>
              <a:rPr sz="2400" spc="-100" dirty="0">
                <a:solidFill>
                  <a:srgbClr val="273139"/>
                </a:solidFill>
                <a:latin typeface="Times New Roman"/>
                <a:cs typeface="Times New Roman"/>
              </a:rPr>
              <a:t>99.99%</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25"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35" dirty="0">
                <a:solidFill>
                  <a:srgbClr val="273139"/>
                </a:solidFill>
                <a:latin typeface="Times New Roman"/>
                <a:cs typeface="Times New Roman"/>
              </a:rPr>
              <a:t> </a:t>
            </a:r>
            <a:r>
              <a:rPr sz="2400" spc="-135" dirty="0">
                <a:solidFill>
                  <a:srgbClr val="273139"/>
                </a:solidFill>
                <a:latin typeface="Times New Roman"/>
                <a:cs typeface="Times New Roman"/>
              </a:rPr>
              <a:t>glacier</a:t>
            </a:r>
            <a:r>
              <a:rPr sz="2400" spc="-30" dirty="0">
                <a:solidFill>
                  <a:srgbClr val="273139"/>
                </a:solidFill>
                <a:latin typeface="Times New Roman"/>
                <a:cs typeface="Times New Roman"/>
              </a:rPr>
              <a:t> </a:t>
            </a:r>
            <a:r>
              <a:rPr sz="2400" spc="-125" dirty="0">
                <a:solidFill>
                  <a:srgbClr val="273139"/>
                </a:solidFill>
                <a:latin typeface="Times New Roman"/>
                <a:cs typeface="Times New Roman"/>
              </a:rPr>
              <a:t>flexible</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retrieval.</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 pos="2068195" algn="l"/>
              </a:tabLst>
            </a:pPr>
            <a:r>
              <a:rPr sz="2400" spc="-105" dirty="0">
                <a:solidFill>
                  <a:srgbClr val="273139"/>
                </a:solidFill>
                <a:latin typeface="Times New Roman"/>
                <a:cs typeface="Times New Roman"/>
              </a:rPr>
              <a:t>Durability</a:t>
            </a:r>
            <a:r>
              <a:rPr sz="2400" spc="-6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of</a:t>
            </a:r>
            <a:r>
              <a:rPr sz="2400" dirty="0">
                <a:solidFill>
                  <a:srgbClr val="273139"/>
                </a:solidFill>
                <a:latin typeface="Times New Roman"/>
                <a:cs typeface="Times New Roman"/>
              </a:rPr>
              <a:t>	</a:t>
            </a:r>
            <a:r>
              <a:rPr sz="2400" spc="-10" dirty="0">
                <a:solidFill>
                  <a:srgbClr val="273139"/>
                </a:solidFill>
                <a:latin typeface="Times New Roman"/>
                <a:cs typeface="Times New Roman"/>
              </a:rPr>
              <a:t>99.999999999%.</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80</a:t>
            </a:fld>
            <a:endParaRPr spc="-2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5408930" cy="574675"/>
          </a:xfrm>
          <a:prstGeom prst="rect">
            <a:avLst/>
          </a:prstGeom>
        </p:spPr>
        <p:txBody>
          <a:bodyPr vert="horz" wrap="square" lIns="0" tIns="12700" rIns="0" bIns="0" rtlCol="0">
            <a:spAutoFit/>
          </a:bodyPr>
          <a:lstStyle/>
          <a:p>
            <a:pPr marL="12700">
              <a:lnSpc>
                <a:spcPct val="100000"/>
              </a:lnSpc>
              <a:spcBef>
                <a:spcPts val="100"/>
              </a:spcBef>
            </a:pPr>
            <a:r>
              <a:rPr spc="-90" dirty="0"/>
              <a:t>Amazon</a:t>
            </a:r>
            <a:r>
              <a:rPr spc="-130" dirty="0"/>
              <a:t> </a:t>
            </a:r>
            <a:r>
              <a:rPr dirty="0"/>
              <a:t>S3</a:t>
            </a:r>
            <a:r>
              <a:rPr spc="-110" dirty="0"/>
              <a:t> </a:t>
            </a:r>
            <a:r>
              <a:rPr spc="-35" dirty="0"/>
              <a:t>Storage</a:t>
            </a:r>
            <a:r>
              <a:rPr spc="-105" dirty="0"/>
              <a:t> </a:t>
            </a:r>
            <a:r>
              <a:rPr spc="-10" dirty="0"/>
              <a:t>Classes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760603"/>
            <a:ext cx="8301990" cy="5025390"/>
          </a:xfrm>
          <a:prstGeom prst="rect">
            <a:avLst/>
          </a:prstGeom>
        </p:spPr>
        <p:txBody>
          <a:bodyPr vert="horz" wrap="square" lIns="0" tIns="88900" rIns="0" bIns="0" rtlCol="0">
            <a:spAutoFit/>
          </a:bodyPr>
          <a:lstStyle/>
          <a:p>
            <a:pPr marL="287020" indent="-274320" algn="just">
              <a:lnSpc>
                <a:spcPct val="100000"/>
              </a:lnSpc>
              <a:spcBef>
                <a:spcPts val="700"/>
              </a:spcBef>
              <a:buClr>
                <a:srgbClr val="D24717"/>
              </a:buClr>
              <a:buSzPct val="85416"/>
              <a:buFont typeface="Segoe UI Symbol"/>
              <a:buChar char="⚫"/>
              <a:tabLst>
                <a:tab pos="287020" algn="l"/>
              </a:tabLst>
            </a:pPr>
            <a:r>
              <a:rPr sz="2400" b="1" spc="-25" dirty="0">
                <a:solidFill>
                  <a:srgbClr val="273139"/>
                </a:solidFill>
                <a:latin typeface="Times New Roman"/>
                <a:cs typeface="Times New Roman"/>
              </a:rPr>
              <a:t>Amazon</a:t>
            </a:r>
            <a:r>
              <a:rPr sz="2400" b="1" spc="-45" dirty="0">
                <a:solidFill>
                  <a:srgbClr val="273139"/>
                </a:solidFill>
                <a:latin typeface="Times New Roman"/>
                <a:cs typeface="Times New Roman"/>
              </a:rPr>
              <a:t> </a:t>
            </a:r>
            <a:r>
              <a:rPr sz="2400" b="1" spc="-185" dirty="0">
                <a:solidFill>
                  <a:srgbClr val="273139"/>
                </a:solidFill>
                <a:latin typeface="Times New Roman"/>
                <a:cs typeface="Times New Roman"/>
              </a:rPr>
              <a:t>S3</a:t>
            </a:r>
            <a:r>
              <a:rPr sz="2400" b="1" spc="-50"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40" dirty="0">
                <a:solidFill>
                  <a:srgbClr val="273139"/>
                </a:solidFill>
                <a:latin typeface="Times New Roman"/>
                <a:cs typeface="Times New Roman"/>
              </a:rPr>
              <a:t> </a:t>
            </a:r>
            <a:r>
              <a:rPr sz="2400" b="1" dirty="0">
                <a:solidFill>
                  <a:srgbClr val="273139"/>
                </a:solidFill>
                <a:latin typeface="Times New Roman"/>
                <a:cs typeface="Times New Roman"/>
              </a:rPr>
              <a:t>Deep</a:t>
            </a:r>
            <a:r>
              <a:rPr sz="2400" b="1" spc="-155" dirty="0">
                <a:solidFill>
                  <a:srgbClr val="273139"/>
                </a:solidFill>
                <a:latin typeface="Times New Roman"/>
                <a:cs typeface="Times New Roman"/>
              </a:rPr>
              <a:t> </a:t>
            </a:r>
            <a:r>
              <a:rPr sz="2400" b="1" spc="-10" dirty="0">
                <a:solidFill>
                  <a:srgbClr val="273139"/>
                </a:solidFill>
                <a:latin typeface="Times New Roman"/>
                <a:cs typeface="Times New Roman"/>
              </a:rPr>
              <a:t>Archive</a:t>
            </a:r>
            <a:endParaRPr sz="2400">
              <a:latin typeface="Times New Roman"/>
              <a:cs typeface="Times New Roman"/>
            </a:endParaRPr>
          </a:p>
          <a:p>
            <a:pPr marL="286385" marR="5080" indent="-274320" algn="just">
              <a:lnSpc>
                <a:spcPct val="100000"/>
              </a:lnSpc>
              <a:spcBef>
                <a:spcPts val="600"/>
              </a:spcBef>
              <a:buClr>
                <a:srgbClr val="D24717"/>
              </a:buClr>
              <a:buSzPct val="85416"/>
              <a:buFont typeface="Segoe UI Symbol"/>
              <a:buChar char="⚫"/>
              <a:tabLst>
                <a:tab pos="286385" algn="l"/>
              </a:tabLst>
            </a:pPr>
            <a:r>
              <a:rPr sz="2400" spc="-125" dirty="0">
                <a:solidFill>
                  <a:srgbClr val="273139"/>
                </a:solidFill>
                <a:latin typeface="Times New Roman"/>
                <a:cs typeface="Times New Roman"/>
              </a:rPr>
              <a:t>The</a:t>
            </a:r>
            <a:r>
              <a:rPr sz="2400" spc="405" dirty="0">
                <a:solidFill>
                  <a:srgbClr val="273139"/>
                </a:solidFill>
                <a:latin typeface="Times New Roman"/>
                <a:cs typeface="Times New Roman"/>
              </a:rPr>
              <a:t> </a:t>
            </a:r>
            <a:r>
              <a:rPr sz="2400" spc="-120" dirty="0">
                <a:solidFill>
                  <a:srgbClr val="273139"/>
                </a:solidFill>
                <a:latin typeface="Times New Roman"/>
                <a:cs typeface="Times New Roman"/>
              </a:rPr>
              <a:t>Glacier</a:t>
            </a:r>
            <a:r>
              <a:rPr sz="2400" spc="395" dirty="0">
                <a:solidFill>
                  <a:srgbClr val="273139"/>
                </a:solidFill>
                <a:latin typeface="Times New Roman"/>
                <a:cs typeface="Times New Roman"/>
              </a:rPr>
              <a:t> </a:t>
            </a:r>
            <a:r>
              <a:rPr sz="2400" spc="-120" dirty="0">
                <a:solidFill>
                  <a:srgbClr val="273139"/>
                </a:solidFill>
                <a:latin typeface="Times New Roman"/>
                <a:cs typeface="Times New Roman"/>
              </a:rPr>
              <a:t>Deep</a:t>
            </a:r>
            <a:r>
              <a:rPr sz="2400" spc="409" dirty="0">
                <a:solidFill>
                  <a:srgbClr val="273139"/>
                </a:solidFill>
                <a:latin typeface="Times New Roman"/>
                <a:cs typeface="Times New Roman"/>
              </a:rPr>
              <a:t> </a:t>
            </a:r>
            <a:r>
              <a:rPr sz="2400" spc="-150" dirty="0">
                <a:solidFill>
                  <a:srgbClr val="273139"/>
                </a:solidFill>
                <a:latin typeface="Times New Roman"/>
                <a:cs typeface="Times New Roman"/>
              </a:rPr>
              <a:t>Archive</a:t>
            </a:r>
            <a:r>
              <a:rPr sz="2400" spc="405" dirty="0">
                <a:solidFill>
                  <a:srgbClr val="273139"/>
                </a:solidFill>
                <a:latin typeface="Times New Roman"/>
                <a:cs typeface="Times New Roman"/>
              </a:rPr>
              <a:t> </a:t>
            </a:r>
            <a:r>
              <a:rPr sz="2400" spc="-110" dirty="0">
                <a:solidFill>
                  <a:srgbClr val="273139"/>
                </a:solidFill>
                <a:latin typeface="Times New Roman"/>
                <a:cs typeface="Times New Roman"/>
              </a:rPr>
              <a:t>storage</a:t>
            </a:r>
            <a:r>
              <a:rPr sz="2400" spc="400" dirty="0">
                <a:solidFill>
                  <a:srgbClr val="273139"/>
                </a:solidFill>
                <a:latin typeface="Times New Roman"/>
                <a:cs typeface="Times New Roman"/>
              </a:rPr>
              <a:t> </a:t>
            </a:r>
            <a:r>
              <a:rPr sz="2400" spc="-160" dirty="0">
                <a:solidFill>
                  <a:srgbClr val="273139"/>
                </a:solidFill>
                <a:latin typeface="Times New Roman"/>
                <a:cs typeface="Times New Roman"/>
              </a:rPr>
              <a:t>class</a:t>
            </a:r>
            <a:r>
              <a:rPr sz="2400" spc="41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409" dirty="0">
                <a:solidFill>
                  <a:srgbClr val="273139"/>
                </a:solidFill>
                <a:latin typeface="Times New Roman"/>
                <a:cs typeface="Times New Roman"/>
              </a:rPr>
              <a:t> </a:t>
            </a:r>
            <a:r>
              <a:rPr sz="2400" spc="-135" dirty="0">
                <a:solidFill>
                  <a:srgbClr val="273139"/>
                </a:solidFill>
                <a:latin typeface="Times New Roman"/>
                <a:cs typeface="Times New Roman"/>
              </a:rPr>
              <a:t>designed</a:t>
            </a:r>
            <a:r>
              <a:rPr sz="2400" spc="409" dirty="0">
                <a:solidFill>
                  <a:srgbClr val="273139"/>
                </a:solidFill>
                <a:latin typeface="Times New Roman"/>
                <a:cs typeface="Times New Roman"/>
              </a:rPr>
              <a:t> </a:t>
            </a:r>
            <a:r>
              <a:rPr sz="2400" spc="-40" dirty="0">
                <a:solidFill>
                  <a:srgbClr val="273139"/>
                </a:solidFill>
                <a:latin typeface="Times New Roman"/>
                <a:cs typeface="Times New Roman"/>
              </a:rPr>
              <a:t>to</a:t>
            </a:r>
            <a:r>
              <a:rPr sz="2400" spc="415" dirty="0">
                <a:solidFill>
                  <a:srgbClr val="273139"/>
                </a:solidFill>
                <a:latin typeface="Times New Roman"/>
                <a:cs typeface="Times New Roman"/>
              </a:rPr>
              <a:t> </a:t>
            </a:r>
            <a:r>
              <a:rPr sz="2400" spc="-120" dirty="0">
                <a:solidFill>
                  <a:srgbClr val="273139"/>
                </a:solidFill>
                <a:latin typeface="Times New Roman"/>
                <a:cs typeface="Times New Roman"/>
              </a:rPr>
              <a:t>provide</a:t>
            </a:r>
            <a:r>
              <a:rPr sz="2400" spc="395" dirty="0">
                <a:solidFill>
                  <a:srgbClr val="273139"/>
                </a:solidFill>
                <a:latin typeface="Times New Roman"/>
                <a:cs typeface="Times New Roman"/>
              </a:rPr>
              <a:t> </a:t>
            </a:r>
            <a:r>
              <a:rPr sz="2400" spc="-114" dirty="0">
                <a:solidFill>
                  <a:srgbClr val="273139"/>
                </a:solidFill>
                <a:latin typeface="Times New Roman"/>
                <a:cs typeface="Times New Roman"/>
              </a:rPr>
              <a:t>long-</a:t>
            </a:r>
            <a:r>
              <a:rPr sz="2400" spc="-45" dirty="0">
                <a:solidFill>
                  <a:srgbClr val="273139"/>
                </a:solidFill>
                <a:latin typeface="Times New Roman"/>
                <a:cs typeface="Times New Roman"/>
              </a:rPr>
              <a:t> </a:t>
            </a:r>
            <a:r>
              <a:rPr sz="2400" spc="-120" dirty="0">
                <a:solidFill>
                  <a:srgbClr val="273139"/>
                </a:solidFill>
                <a:latin typeface="Times New Roman"/>
                <a:cs typeface="Times New Roman"/>
              </a:rPr>
              <a:t>lasting</a:t>
            </a:r>
            <a:r>
              <a:rPr sz="2400" spc="30"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30" dirty="0">
                <a:solidFill>
                  <a:srgbClr val="273139"/>
                </a:solidFill>
                <a:latin typeface="Times New Roman"/>
                <a:cs typeface="Times New Roman"/>
              </a:rPr>
              <a:t> </a:t>
            </a:r>
            <a:r>
              <a:rPr sz="2400" spc="-110" dirty="0">
                <a:solidFill>
                  <a:srgbClr val="273139"/>
                </a:solidFill>
                <a:latin typeface="Times New Roman"/>
                <a:cs typeface="Times New Roman"/>
              </a:rPr>
              <a:t>secure</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long-</a:t>
            </a:r>
            <a:r>
              <a:rPr sz="2400" spc="-30" dirty="0">
                <a:solidFill>
                  <a:srgbClr val="273139"/>
                </a:solidFill>
                <a:latin typeface="Times New Roman"/>
                <a:cs typeface="Times New Roman"/>
              </a:rPr>
              <a:t>term</a:t>
            </a:r>
            <a:r>
              <a:rPr sz="2400" spc="35" dirty="0">
                <a:solidFill>
                  <a:srgbClr val="273139"/>
                </a:solidFill>
                <a:latin typeface="Times New Roman"/>
                <a:cs typeface="Times New Roman"/>
              </a:rPr>
              <a:t> </a:t>
            </a:r>
            <a:r>
              <a:rPr sz="2400" spc="-105" dirty="0">
                <a:solidFill>
                  <a:srgbClr val="273139"/>
                </a:solidFill>
                <a:latin typeface="Times New Roman"/>
                <a:cs typeface="Times New Roman"/>
              </a:rPr>
              <a:t>storage</a:t>
            </a:r>
            <a:r>
              <a:rPr sz="2400" spc="25" dirty="0">
                <a:solidFill>
                  <a:srgbClr val="273139"/>
                </a:solidFill>
                <a:latin typeface="Times New Roman"/>
                <a:cs typeface="Times New Roman"/>
              </a:rPr>
              <a:t> </a:t>
            </a:r>
            <a:r>
              <a:rPr sz="2400" spc="-90" dirty="0">
                <a:solidFill>
                  <a:srgbClr val="273139"/>
                </a:solidFill>
                <a:latin typeface="Times New Roman"/>
                <a:cs typeface="Times New Roman"/>
              </a:rPr>
              <a:t>for</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large</a:t>
            </a:r>
            <a:r>
              <a:rPr sz="2400" spc="20" dirty="0">
                <a:solidFill>
                  <a:srgbClr val="273139"/>
                </a:solidFill>
                <a:latin typeface="Times New Roman"/>
                <a:cs typeface="Times New Roman"/>
              </a:rPr>
              <a:t> </a:t>
            </a:r>
            <a:r>
              <a:rPr sz="2400" spc="-120" dirty="0">
                <a:solidFill>
                  <a:srgbClr val="273139"/>
                </a:solidFill>
                <a:latin typeface="Times New Roman"/>
                <a:cs typeface="Times New Roman"/>
              </a:rPr>
              <a:t>amounts</a:t>
            </a:r>
            <a:r>
              <a:rPr sz="2400" spc="40" dirty="0">
                <a:solidFill>
                  <a:srgbClr val="273139"/>
                </a:solidFill>
                <a:latin typeface="Times New Roman"/>
                <a:cs typeface="Times New Roman"/>
              </a:rPr>
              <a:t> </a:t>
            </a:r>
            <a:r>
              <a:rPr sz="2400" spc="-140" dirty="0">
                <a:solidFill>
                  <a:srgbClr val="273139"/>
                </a:solidFill>
                <a:latin typeface="Times New Roman"/>
                <a:cs typeface="Times New Roman"/>
              </a:rPr>
              <a:t>of</a:t>
            </a:r>
            <a:r>
              <a:rPr sz="2400" spc="20" dirty="0">
                <a:solidFill>
                  <a:srgbClr val="273139"/>
                </a:solidFill>
                <a:latin typeface="Times New Roman"/>
                <a:cs typeface="Times New Roman"/>
              </a:rPr>
              <a:t> </a:t>
            </a:r>
            <a:r>
              <a:rPr sz="2400" spc="-120" dirty="0">
                <a:solidFill>
                  <a:srgbClr val="273139"/>
                </a:solidFill>
                <a:latin typeface="Times New Roman"/>
                <a:cs typeface="Times New Roman"/>
              </a:rPr>
              <a:t>data</a:t>
            </a:r>
            <a:r>
              <a:rPr sz="2400" spc="15" dirty="0">
                <a:solidFill>
                  <a:srgbClr val="273139"/>
                </a:solidFill>
                <a:latin typeface="Times New Roman"/>
                <a:cs typeface="Times New Roman"/>
              </a:rPr>
              <a:t> </a:t>
            </a:r>
            <a:r>
              <a:rPr sz="2400" spc="-95" dirty="0">
                <a:solidFill>
                  <a:srgbClr val="273139"/>
                </a:solidFill>
                <a:latin typeface="Times New Roman"/>
                <a:cs typeface="Times New Roman"/>
              </a:rPr>
              <a:t>at</a:t>
            </a:r>
            <a:r>
              <a:rPr sz="2400" spc="30" dirty="0">
                <a:solidFill>
                  <a:srgbClr val="273139"/>
                </a:solidFill>
                <a:latin typeface="Times New Roman"/>
                <a:cs typeface="Times New Roman"/>
              </a:rPr>
              <a:t> </a:t>
            </a:r>
            <a:r>
              <a:rPr sz="2400" spc="-195" dirty="0">
                <a:solidFill>
                  <a:srgbClr val="273139"/>
                </a:solidFill>
                <a:latin typeface="Times New Roman"/>
                <a:cs typeface="Times New Roman"/>
              </a:rPr>
              <a:t>a</a:t>
            </a:r>
            <a:r>
              <a:rPr sz="2400" spc="10" dirty="0">
                <a:solidFill>
                  <a:srgbClr val="273139"/>
                </a:solidFill>
                <a:latin typeface="Times New Roman"/>
                <a:cs typeface="Times New Roman"/>
              </a:rPr>
              <a:t> </a:t>
            </a:r>
            <a:r>
              <a:rPr sz="2400" spc="-85" dirty="0">
                <a:solidFill>
                  <a:srgbClr val="273139"/>
                </a:solidFill>
                <a:latin typeface="Times New Roman"/>
                <a:cs typeface="Times New Roman"/>
              </a:rPr>
              <a:t>price</a:t>
            </a:r>
            <a:r>
              <a:rPr sz="2400" spc="-80" dirty="0">
                <a:solidFill>
                  <a:srgbClr val="273139"/>
                </a:solidFill>
                <a:latin typeface="Times New Roman"/>
                <a:cs typeface="Times New Roman"/>
              </a:rPr>
              <a:t> </a:t>
            </a:r>
            <a:r>
              <a:rPr sz="2400" spc="-85" dirty="0">
                <a:solidFill>
                  <a:srgbClr val="273139"/>
                </a:solidFill>
                <a:latin typeface="Times New Roman"/>
                <a:cs typeface="Times New Roman"/>
              </a:rPr>
              <a:t>that</a:t>
            </a:r>
            <a:r>
              <a:rPr sz="2400" spc="19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195" dirty="0">
                <a:solidFill>
                  <a:srgbClr val="273139"/>
                </a:solidFill>
                <a:latin typeface="Times New Roman"/>
                <a:cs typeface="Times New Roman"/>
              </a:rPr>
              <a:t> </a:t>
            </a:r>
            <a:r>
              <a:rPr sz="2400" spc="-105" dirty="0">
                <a:solidFill>
                  <a:srgbClr val="273139"/>
                </a:solidFill>
                <a:latin typeface="Times New Roman"/>
                <a:cs typeface="Times New Roman"/>
              </a:rPr>
              <a:t>competitive</a:t>
            </a:r>
            <a:r>
              <a:rPr sz="2400" spc="190" dirty="0">
                <a:solidFill>
                  <a:srgbClr val="273139"/>
                </a:solidFill>
                <a:latin typeface="Times New Roman"/>
                <a:cs typeface="Times New Roman"/>
              </a:rPr>
              <a:t> </a:t>
            </a:r>
            <a:r>
              <a:rPr sz="2400" spc="-95" dirty="0">
                <a:solidFill>
                  <a:srgbClr val="273139"/>
                </a:solidFill>
                <a:latin typeface="Times New Roman"/>
                <a:cs typeface="Times New Roman"/>
              </a:rPr>
              <a:t>with</a:t>
            </a:r>
            <a:r>
              <a:rPr sz="2400" spc="195" dirty="0">
                <a:solidFill>
                  <a:srgbClr val="273139"/>
                </a:solidFill>
                <a:latin typeface="Times New Roman"/>
                <a:cs typeface="Times New Roman"/>
              </a:rPr>
              <a:t> </a:t>
            </a:r>
            <a:r>
              <a:rPr sz="2400" spc="-135" dirty="0">
                <a:solidFill>
                  <a:srgbClr val="273139"/>
                </a:solidFill>
                <a:latin typeface="Times New Roman"/>
                <a:cs typeface="Times New Roman"/>
              </a:rPr>
              <a:t>off-</a:t>
            </a:r>
            <a:r>
              <a:rPr sz="2400" spc="-120" dirty="0">
                <a:solidFill>
                  <a:srgbClr val="273139"/>
                </a:solidFill>
                <a:latin typeface="Times New Roman"/>
                <a:cs typeface="Times New Roman"/>
              </a:rPr>
              <a:t>premises</a:t>
            </a:r>
            <a:r>
              <a:rPr sz="2400" spc="200" dirty="0">
                <a:solidFill>
                  <a:srgbClr val="273139"/>
                </a:solidFill>
                <a:latin typeface="Times New Roman"/>
                <a:cs typeface="Times New Roman"/>
              </a:rPr>
              <a:t> </a:t>
            </a:r>
            <a:r>
              <a:rPr sz="2400" spc="-95" dirty="0">
                <a:solidFill>
                  <a:srgbClr val="273139"/>
                </a:solidFill>
                <a:latin typeface="Times New Roman"/>
                <a:cs typeface="Times New Roman"/>
              </a:rPr>
              <a:t>tape</a:t>
            </a:r>
            <a:r>
              <a:rPr sz="2400" spc="190" dirty="0">
                <a:solidFill>
                  <a:srgbClr val="273139"/>
                </a:solidFill>
                <a:latin typeface="Times New Roman"/>
                <a:cs typeface="Times New Roman"/>
              </a:rPr>
              <a:t> </a:t>
            </a:r>
            <a:r>
              <a:rPr sz="2400" spc="-140" dirty="0">
                <a:solidFill>
                  <a:srgbClr val="273139"/>
                </a:solidFill>
                <a:latin typeface="Times New Roman"/>
                <a:cs typeface="Times New Roman"/>
              </a:rPr>
              <a:t>archival</a:t>
            </a:r>
            <a:r>
              <a:rPr sz="2400" spc="190" dirty="0">
                <a:solidFill>
                  <a:srgbClr val="273139"/>
                </a:solidFill>
                <a:latin typeface="Times New Roman"/>
                <a:cs typeface="Times New Roman"/>
              </a:rPr>
              <a:t> </a:t>
            </a:r>
            <a:r>
              <a:rPr sz="2400" spc="-114" dirty="0">
                <a:solidFill>
                  <a:srgbClr val="273139"/>
                </a:solidFill>
                <a:latin typeface="Times New Roman"/>
                <a:cs typeface="Times New Roman"/>
              </a:rPr>
              <a:t>services</a:t>
            </a:r>
            <a:r>
              <a:rPr sz="2400" spc="200" dirty="0">
                <a:solidFill>
                  <a:srgbClr val="273139"/>
                </a:solidFill>
                <a:latin typeface="Times New Roman"/>
                <a:cs typeface="Times New Roman"/>
              </a:rPr>
              <a:t> </a:t>
            </a:r>
            <a:r>
              <a:rPr sz="2400" spc="-85" dirty="0">
                <a:solidFill>
                  <a:srgbClr val="273139"/>
                </a:solidFill>
                <a:latin typeface="Times New Roman"/>
                <a:cs typeface="Times New Roman"/>
              </a:rPr>
              <a:t>that</a:t>
            </a:r>
            <a:r>
              <a:rPr sz="2400" spc="185"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195" dirty="0">
                <a:solidFill>
                  <a:srgbClr val="273139"/>
                </a:solidFill>
                <a:latin typeface="Times New Roman"/>
                <a:cs typeface="Times New Roman"/>
              </a:rPr>
              <a:t> </a:t>
            </a:r>
            <a:r>
              <a:rPr sz="2400" spc="-130" dirty="0">
                <a:solidFill>
                  <a:srgbClr val="273139"/>
                </a:solidFill>
                <a:latin typeface="Times New Roman"/>
                <a:cs typeface="Times New Roman"/>
              </a:rPr>
              <a:t>very</a:t>
            </a:r>
            <a:r>
              <a:rPr sz="2400" spc="-105" dirty="0">
                <a:solidFill>
                  <a:srgbClr val="273139"/>
                </a:solidFill>
                <a:latin typeface="Times New Roman"/>
                <a:cs typeface="Times New Roman"/>
              </a:rPr>
              <a:t> </a:t>
            </a:r>
            <a:r>
              <a:rPr sz="2400" spc="-110" dirty="0">
                <a:solidFill>
                  <a:srgbClr val="273139"/>
                </a:solidFill>
                <a:latin typeface="Times New Roman"/>
                <a:cs typeface="Times New Roman"/>
              </a:rPr>
              <a:t>cheap.</a:t>
            </a:r>
            <a:r>
              <a:rPr sz="2400" spc="-55" dirty="0">
                <a:solidFill>
                  <a:srgbClr val="273139"/>
                </a:solidFill>
                <a:latin typeface="Times New Roman"/>
                <a:cs typeface="Times New Roman"/>
              </a:rPr>
              <a:t> </a:t>
            </a:r>
            <a:r>
              <a:rPr sz="2400" spc="-295" dirty="0">
                <a:solidFill>
                  <a:srgbClr val="273139"/>
                </a:solidFill>
                <a:latin typeface="Times New Roman"/>
                <a:cs typeface="Times New Roman"/>
              </a:rPr>
              <a:t>You</a:t>
            </a:r>
            <a:r>
              <a:rPr sz="2400" spc="45" dirty="0">
                <a:solidFill>
                  <a:srgbClr val="273139"/>
                </a:solidFill>
                <a:latin typeface="Times New Roman"/>
                <a:cs typeface="Times New Roman"/>
              </a:rPr>
              <a:t> </a:t>
            </a:r>
            <a:r>
              <a:rPr sz="2400" spc="-110" dirty="0">
                <a:solidFill>
                  <a:srgbClr val="273139"/>
                </a:solidFill>
                <a:latin typeface="Times New Roman"/>
                <a:cs typeface="Times New Roman"/>
              </a:rPr>
              <a:t>no</a:t>
            </a:r>
            <a:r>
              <a:rPr sz="2400" spc="40" dirty="0">
                <a:solidFill>
                  <a:srgbClr val="273139"/>
                </a:solidFill>
                <a:latin typeface="Times New Roman"/>
                <a:cs typeface="Times New Roman"/>
              </a:rPr>
              <a:t> </a:t>
            </a:r>
            <a:r>
              <a:rPr sz="2400" spc="-100" dirty="0">
                <a:solidFill>
                  <a:srgbClr val="273139"/>
                </a:solidFill>
                <a:latin typeface="Times New Roman"/>
                <a:cs typeface="Times New Roman"/>
              </a:rPr>
              <a:t>longer</a:t>
            </a:r>
            <a:r>
              <a:rPr sz="2400" spc="45" dirty="0">
                <a:solidFill>
                  <a:srgbClr val="273139"/>
                </a:solidFill>
                <a:latin typeface="Times New Roman"/>
                <a:cs typeface="Times New Roman"/>
              </a:rPr>
              <a:t> </a:t>
            </a:r>
            <a:r>
              <a:rPr sz="2400" spc="-105" dirty="0">
                <a:solidFill>
                  <a:srgbClr val="273139"/>
                </a:solidFill>
                <a:latin typeface="Times New Roman"/>
                <a:cs typeface="Times New Roman"/>
              </a:rPr>
              <a:t>need</a:t>
            </a:r>
            <a:r>
              <a:rPr sz="2400" spc="40" dirty="0">
                <a:solidFill>
                  <a:srgbClr val="273139"/>
                </a:solidFill>
                <a:latin typeface="Times New Roman"/>
                <a:cs typeface="Times New Roman"/>
              </a:rPr>
              <a:t> </a:t>
            </a:r>
            <a:r>
              <a:rPr sz="2400" spc="-40" dirty="0">
                <a:solidFill>
                  <a:srgbClr val="273139"/>
                </a:solidFill>
                <a:latin typeface="Times New Roman"/>
                <a:cs typeface="Times New Roman"/>
              </a:rPr>
              <a:t>to</a:t>
            </a:r>
            <a:r>
              <a:rPr sz="2400" spc="50" dirty="0">
                <a:solidFill>
                  <a:srgbClr val="273139"/>
                </a:solidFill>
                <a:latin typeface="Times New Roman"/>
                <a:cs typeface="Times New Roman"/>
              </a:rPr>
              <a:t> </a:t>
            </a:r>
            <a:r>
              <a:rPr sz="2400" spc="-125" dirty="0">
                <a:solidFill>
                  <a:srgbClr val="273139"/>
                </a:solidFill>
                <a:latin typeface="Times New Roman"/>
                <a:cs typeface="Times New Roman"/>
              </a:rPr>
              <a:t>deal</a:t>
            </a:r>
            <a:r>
              <a:rPr sz="2400" spc="50" dirty="0">
                <a:solidFill>
                  <a:srgbClr val="273139"/>
                </a:solidFill>
                <a:latin typeface="Times New Roman"/>
                <a:cs typeface="Times New Roman"/>
              </a:rPr>
              <a:t> </a:t>
            </a:r>
            <a:r>
              <a:rPr sz="2400" spc="-100" dirty="0">
                <a:solidFill>
                  <a:srgbClr val="273139"/>
                </a:solidFill>
                <a:latin typeface="Times New Roman"/>
                <a:cs typeface="Times New Roman"/>
              </a:rPr>
              <a:t>with</a:t>
            </a:r>
            <a:r>
              <a:rPr sz="2400" spc="45" dirty="0">
                <a:solidFill>
                  <a:srgbClr val="273139"/>
                </a:solidFill>
                <a:latin typeface="Times New Roman"/>
                <a:cs typeface="Times New Roman"/>
              </a:rPr>
              <a:t> </a:t>
            </a:r>
            <a:r>
              <a:rPr sz="2400" spc="-130" dirty="0">
                <a:solidFill>
                  <a:srgbClr val="273139"/>
                </a:solidFill>
                <a:latin typeface="Times New Roman"/>
                <a:cs typeface="Times New Roman"/>
              </a:rPr>
              <a:t>expensive</a:t>
            </a:r>
            <a:r>
              <a:rPr sz="2400" spc="50" dirty="0">
                <a:solidFill>
                  <a:srgbClr val="273139"/>
                </a:solidFill>
                <a:latin typeface="Times New Roman"/>
                <a:cs typeface="Times New Roman"/>
              </a:rPr>
              <a:t> </a:t>
            </a:r>
            <a:r>
              <a:rPr sz="2400" spc="-100" dirty="0">
                <a:solidFill>
                  <a:srgbClr val="273139"/>
                </a:solidFill>
                <a:latin typeface="Times New Roman"/>
                <a:cs typeface="Times New Roman"/>
              </a:rPr>
              <a:t>services.</a:t>
            </a:r>
            <a:r>
              <a:rPr sz="2400" spc="-55" dirty="0">
                <a:solidFill>
                  <a:srgbClr val="273139"/>
                </a:solidFill>
                <a:latin typeface="Times New Roman"/>
                <a:cs typeface="Times New Roman"/>
              </a:rPr>
              <a:t> </a:t>
            </a:r>
            <a:r>
              <a:rPr sz="2400" spc="-145" dirty="0">
                <a:solidFill>
                  <a:srgbClr val="273139"/>
                </a:solidFill>
                <a:latin typeface="Times New Roman"/>
                <a:cs typeface="Times New Roman"/>
              </a:rPr>
              <a:t>Accessibility</a:t>
            </a:r>
            <a:r>
              <a:rPr sz="2400" spc="-80" dirty="0">
                <a:solidFill>
                  <a:srgbClr val="273139"/>
                </a:solidFill>
                <a:latin typeface="Times New Roman"/>
                <a:cs typeface="Times New Roman"/>
              </a:rPr>
              <a:t> </a:t>
            </a:r>
            <a:r>
              <a:rPr sz="2400" spc="-155" dirty="0">
                <a:solidFill>
                  <a:srgbClr val="273139"/>
                </a:solidFill>
                <a:latin typeface="Times New Roman"/>
                <a:cs typeface="Times New Roman"/>
              </a:rPr>
              <a:t>is</a:t>
            </a:r>
            <a:r>
              <a:rPr sz="2400" spc="-70" dirty="0">
                <a:solidFill>
                  <a:srgbClr val="273139"/>
                </a:solidFill>
                <a:latin typeface="Times New Roman"/>
                <a:cs typeface="Times New Roman"/>
              </a:rPr>
              <a:t> </a:t>
            </a:r>
            <a:r>
              <a:rPr sz="2400" spc="-130" dirty="0">
                <a:solidFill>
                  <a:srgbClr val="273139"/>
                </a:solidFill>
                <a:latin typeface="Times New Roman"/>
                <a:cs typeface="Times New Roman"/>
              </a:rPr>
              <a:t>very</a:t>
            </a:r>
            <a:r>
              <a:rPr sz="2400" spc="-55" dirty="0">
                <a:solidFill>
                  <a:srgbClr val="273139"/>
                </a:solidFill>
                <a:latin typeface="Times New Roman"/>
                <a:cs typeface="Times New Roman"/>
              </a:rPr>
              <a:t> </a:t>
            </a:r>
            <a:r>
              <a:rPr sz="2400" spc="-135" dirty="0">
                <a:solidFill>
                  <a:srgbClr val="273139"/>
                </a:solidFill>
                <a:latin typeface="Times New Roman"/>
                <a:cs typeface="Times New Roman"/>
              </a:rPr>
              <a:t>much</a:t>
            </a:r>
            <a:r>
              <a:rPr sz="2400" spc="-80" dirty="0">
                <a:solidFill>
                  <a:srgbClr val="273139"/>
                </a:solidFill>
                <a:latin typeface="Times New Roman"/>
                <a:cs typeface="Times New Roman"/>
              </a:rPr>
              <a:t> </a:t>
            </a:r>
            <a:r>
              <a:rPr sz="2400" spc="-90" dirty="0">
                <a:solidFill>
                  <a:srgbClr val="273139"/>
                </a:solidFill>
                <a:latin typeface="Times New Roman"/>
                <a:cs typeface="Times New Roman"/>
              </a:rPr>
              <a:t>efficient,</a:t>
            </a:r>
            <a:r>
              <a:rPr sz="2400" spc="-145" dirty="0">
                <a:solidFill>
                  <a:srgbClr val="273139"/>
                </a:solidFill>
                <a:latin typeface="Times New Roman"/>
                <a:cs typeface="Times New Roman"/>
              </a:rPr>
              <a:t> </a:t>
            </a:r>
            <a:r>
              <a:rPr sz="2400" spc="-85" dirty="0">
                <a:solidFill>
                  <a:srgbClr val="273139"/>
                </a:solidFill>
                <a:latin typeface="Times New Roman"/>
                <a:cs typeface="Times New Roman"/>
              </a:rPr>
              <a:t>that</a:t>
            </a:r>
            <a:r>
              <a:rPr sz="2400" spc="-65" dirty="0">
                <a:solidFill>
                  <a:srgbClr val="273139"/>
                </a:solidFill>
                <a:latin typeface="Times New Roman"/>
                <a:cs typeface="Times New Roman"/>
              </a:rPr>
              <a:t> </a:t>
            </a:r>
            <a:r>
              <a:rPr sz="2400" spc="-40" dirty="0">
                <a:solidFill>
                  <a:srgbClr val="273139"/>
                </a:solidFill>
                <a:latin typeface="Times New Roman"/>
                <a:cs typeface="Times New Roman"/>
              </a:rPr>
              <a:t>it</a:t>
            </a:r>
            <a:r>
              <a:rPr sz="2400" spc="-65" dirty="0">
                <a:solidFill>
                  <a:srgbClr val="273139"/>
                </a:solidFill>
                <a:latin typeface="Times New Roman"/>
                <a:cs typeface="Times New Roman"/>
              </a:rPr>
              <a:t> </a:t>
            </a:r>
            <a:r>
              <a:rPr sz="2400" spc="-145" dirty="0">
                <a:solidFill>
                  <a:srgbClr val="273139"/>
                </a:solidFill>
                <a:latin typeface="Times New Roman"/>
                <a:cs typeface="Times New Roman"/>
              </a:rPr>
              <a:t>can</a:t>
            </a:r>
            <a:r>
              <a:rPr sz="2400" spc="-70" dirty="0">
                <a:solidFill>
                  <a:srgbClr val="273139"/>
                </a:solidFill>
                <a:latin typeface="Times New Roman"/>
                <a:cs typeface="Times New Roman"/>
              </a:rPr>
              <a:t> restore</a:t>
            </a:r>
            <a:r>
              <a:rPr sz="2400" spc="-60" dirty="0">
                <a:solidFill>
                  <a:srgbClr val="273139"/>
                </a:solidFill>
                <a:latin typeface="Times New Roman"/>
                <a:cs typeface="Times New Roman"/>
              </a:rPr>
              <a:t> </a:t>
            </a:r>
            <a:r>
              <a:rPr sz="2400" spc="-120" dirty="0">
                <a:solidFill>
                  <a:srgbClr val="273139"/>
                </a:solidFill>
                <a:latin typeface="Times New Roman"/>
                <a:cs typeface="Times New Roman"/>
              </a:rPr>
              <a:t>data</a:t>
            </a:r>
            <a:r>
              <a:rPr sz="2400" spc="-80" dirty="0">
                <a:solidFill>
                  <a:srgbClr val="273139"/>
                </a:solidFill>
                <a:latin typeface="Times New Roman"/>
                <a:cs typeface="Times New Roman"/>
              </a:rPr>
              <a:t> </a:t>
            </a:r>
            <a:r>
              <a:rPr sz="2400" spc="-105" dirty="0">
                <a:solidFill>
                  <a:srgbClr val="273139"/>
                </a:solidFill>
                <a:latin typeface="Times New Roman"/>
                <a:cs typeface="Times New Roman"/>
              </a:rPr>
              <a:t>within</a:t>
            </a:r>
            <a:r>
              <a:rPr sz="2400" spc="-60" dirty="0">
                <a:solidFill>
                  <a:srgbClr val="273139"/>
                </a:solidFill>
                <a:latin typeface="Times New Roman"/>
                <a:cs typeface="Times New Roman"/>
              </a:rPr>
              <a:t> </a:t>
            </a:r>
            <a:r>
              <a:rPr sz="2400" spc="-110" dirty="0">
                <a:solidFill>
                  <a:srgbClr val="273139"/>
                </a:solidFill>
                <a:latin typeface="Times New Roman"/>
                <a:cs typeface="Times New Roman"/>
              </a:rPr>
              <a:t>12</a:t>
            </a:r>
            <a:r>
              <a:rPr sz="2400" spc="-70" dirty="0">
                <a:solidFill>
                  <a:srgbClr val="273139"/>
                </a:solidFill>
                <a:latin typeface="Times New Roman"/>
                <a:cs typeface="Times New Roman"/>
              </a:rPr>
              <a:t> </a:t>
            </a:r>
            <a:r>
              <a:rPr sz="2400" spc="-75" dirty="0">
                <a:solidFill>
                  <a:srgbClr val="273139"/>
                </a:solidFill>
                <a:latin typeface="Times New Roman"/>
                <a:cs typeface="Times New Roman"/>
              </a:rPr>
              <a:t>hours.</a:t>
            </a:r>
            <a:endParaRPr sz="2400">
              <a:latin typeface="Times New Roman"/>
              <a:cs typeface="Times New Roman"/>
            </a:endParaRPr>
          </a:p>
          <a:p>
            <a:pPr>
              <a:lnSpc>
                <a:spcPct val="100000"/>
              </a:lnSpc>
              <a:buClr>
                <a:srgbClr val="D24717"/>
              </a:buClr>
              <a:buFont typeface="Segoe UI Symbol"/>
              <a:buChar char="⚫"/>
            </a:pPr>
            <a:endParaRPr sz="2400">
              <a:latin typeface="Times New Roman"/>
              <a:cs typeface="Times New Roman"/>
            </a:endParaRPr>
          </a:p>
          <a:p>
            <a:pPr>
              <a:lnSpc>
                <a:spcPct val="100000"/>
              </a:lnSpc>
              <a:spcBef>
                <a:spcPts val="160"/>
              </a:spcBef>
              <a:buClr>
                <a:srgbClr val="D24717"/>
              </a:buClr>
              <a:buFont typeface="Segoe UI Symbol"/>
              <a:buChar char="⚫"/>
            </a:pPr>
            <a:endParaRPr sz="2400">
              <a:latin typeface="Times New Roman"/>
              <a:cs typeface="Times New Roman"/>
            </a:endParaRPr>
          </a:p>
          <a:p>
            <a:pPr marL="286385" indent="-273685">
              <a:lnSpc>
                <a:spcPct val="100000"/>
              </a:lnSpc>
              <a:buClr>
                <a:srgbClr val="D24717"/>
              </a:buClr>
              <a:buSzPct val="85416"/>
              <a:buFont typeface="Segoe UI Symbol"/>
              <a:buChar char="⚫"/>
              <a:tabLst>
                <a:tab pos="286385" algn="l"/>
              </a:tabLst>
            </a:pPr>
            <a:r>
              <a:rPr sz="2400" b="1" spc="-35" dirty="0">
                <a:solidFill>
                  <a:srgbClr val="273139"/>
                </a:solidFill>
                <a:latin typeface="Times New Roman"/>
                <a:cs typeface="Times New Roman"/>
              </a:rPr>
              <a:t>Characteristics</a:t>
            </a:r>
            <a:r>
              <a:rPr sz="2400" b="1" spc="-50" dirty="0">
                <a:solidFill>
                  <a:srgbClr val="273139"/>
                </a:solidFill>
                <a:latin typeface="Times New Roman"/>
                <a:cs typeface="Times New Roman"/>
              </a:rPr>
              <a:t> </a:t>
            </a:r>
            <a:r>
              <a:rPr sz="2400" b="1" dirty="0">
                <a:solidFill>
                  <a:srgbClr val="273139"/>
                </a:solidFill>
                <a:latin typeface="Times New Roman"/>
                <a:cs typeface="Times New Roman"/>
              </a:rPr>
              <a:t>of</a:t>
            </a:r>
            <a:r>
              <a:rPr sz="2400" b="1" spc="-30" dirty="0">
                <a:solidFill>
                  <a:srgbClr val="273139"/>
                </a:solidFill>
                <a:latin typeface="Times New Roman"/>
                <a:cs typeface="Times New Roman"/>
              </a:rPr>
              <a:t> </a:t>
            </a:r>
            <a:r>
              <a:rPr sz="2400" b="1" spc="-180" dirty="0">
                <a:solidFill>
                  <a:srgbClr val="273139"/>
                </a:solidFill>
                <a:latin typeface="Times New Roman"/>
                <a:cs typeface="Times New Roman"/>
              </a:rPr>
              <a:t>S3</a:t>
            </a:r>
            <a:r>
              <a:rPr sz="2400" b="1" spc="-40" dirty="0">
                <a:solidFill>
                  <a:srgbClr val="273139"/>
                </a:solidFill>
                <a:latin typeface="Times New Roman"/>
                <a:cs typeface="Times New Roman"/>
              </a:rPr>
              <a:t> </a:t>
            </a:r>
            <a:r>
              <a:rPr sz="2400" b="1" spc="-35" dirty="0">
                <a:solidFill>
                  <a:srgbClr val="273139"/>
                </a:solidFill>
                <a:latin typeface="Times New Roman"/>
                <a:cs typeface="Times New Roman"/>
              </a:rPr>
              <a:t>Glacier</a:t>
            </a:r>
            <a:r>
              <a:rPr sz="2400" b="1" spc="-40" dirty="0">
                <a:solidFill>
                  <a:srgbClr val="273139"/>
                </a:solidFill>
                <a:latin typeface="Times New Roman"/>
                <a:cs typeface="Times New Roman"/>
              </a:rPr>
              <a:t> </a:t>
            </a:r>
            <a:r>
              <a:rPr sz="2400" b="1" dirty="0">
                <a:solidFill>
                  <a:srgbClr val="273139"/>
                </a:solidFill>
                <a:latin typeface="Times New Roman"/>
                <a:cs typeface="Times New Roman"/>
              </a:rPr>
              <a:t>Deep</a:t>
            </a:r>
            <a:r>
              <a:rPr sz="2400" b="1" spc="-140" dirty="0">
                <a:solidFill>
                  <a:srgbClr val="273139"/>
                </a:solidFill>
                <a:latin typeface="Times New Roman"/>
                <a:cs typeface="Times New Roman"/>
              </a:rPr>
              <a:t> </a:t>
            </a:r>
            <a:r>
              <a:rPr sz="2400" b="1" spc="-10" dirty="0">
                <a:solidFill>
                  <a:srgbClr val="273139"/>
                </a:solidFill>
                <a:latin typeface="Times New Roman"/>
                <a:cs typeface="Times New Roman"/>
              </a:rPr>
              <a:t>Archive</a:t>
            </a:r>
            <a:endParaRPr sz="2400">
              <a:latin typeface="Times New Roman"/>
              <a:cs typeface="Times New Roman"/>
            </a:endParaRPr>
          </a:p>
          <a:p>
            <a:pPr marL="286385" indent="-273685">
              <a:lnSpc>
                <a:spcPct val="100000"/>
              </a:lnSpc>
              <a:spcBef>
                <a:spcPts val="805"/>
              </a:spcBef>
              <a:buClr>
                <a:srgbClr val="D24717"/>
              </a:buClr>
              <a:buSzPct val="85416"/>
              <a:buFont typeface="Arial MT"/>
              <a:buChar char="•"/>
              <a:tabLst>
                <a:tab pos="286385" algn="l"/>
              </a:tabLst>
            </a:pPr>
            <a:r>
              <a:rPr sz="2400" spc="-130" dirty="0">
                <a:solidFill>
                  <a:srgbClr val="273139"/>
                </a:solidFill>
                <a:latin typeface="Times New Roman"/>
                <a:cs typeface="Times New Roman"/>
              </a:rPr>
              <a:t>More</a:t>
            </a:r>
            <a:r>
              <a:rPr sz="2400" spc="-25" dirty="0">
                <a:solidFill>
                  <a:srgbClr val="273139"/>
                </a:solidFill>
                <a:latin typeface="Times New Roman"/>
                <a:cs typeface="Times New Roman"/>
              </a:rPr>
              <a:t> </a:t>
            </a:r>
            <a:r>
              <a:rPr sz="2400" spc="-114" dirty="0">
                <a:solidFill>
                  <a:srgbClr val="273139"/>
                </a:solidFill>
                <a:latin typeface="Times New Roman"/>
                <a:cs typeface="Times New Roman"/>
              </a:rPr>
              <a:t>secured</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storage.</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50" dirty="0">
                <a:solidFill>
                  <a:srgbClr val="273139"/>
                </a:solidFill>
                <a:latin typeface="Times New Roman"/>
                <a:cs typeface="Times New Roman"/>
              </a:rPr>
              <a:t>Recovery</a:t>
            </a:r>
            <a:r>
              <a:rPr sz="2400" spc="-30" dirty="0">
                <a:solidFill>
                  <a:srgbClr val="273139"/>
                </a:solidFill>
                <a:latin typeface="Times New Roman"/>
                <a:cs typeface="Times New Roman"/>
              </a:rPr>
              <a:t> </a:t>
            </a:r>
            <a:r>
              <a:rPr sz="2400" spc="-85" dirty="0">
                <a:solidFill>
                  <a:srgbClr val="273139"/>
                </a:solidFill>
                <a:latin typeface="Times New Roman"/>
                <a:cs typeface="Times New Roman"/>
              </a:rPr>
              <a:t>time</a:t>
            </a:r>
            <a:r>
              <a:rPr sz="2400" spc="-2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35" dirty="0">
                <a:solidFill>
                  <a:srgbClr val="273139"/>
                </a:solidFill>
                <a:latin typeface="Times New Roman"/>
                <a:cs typeface="Times New Roman"/>
              </a:rPr>
              <a:t> </a:t>
            </a:r>
            <a:r>
              <a:rPr sz="2400" spc="-150" dirty="0">
                <a:solidFill>
                  <a:srgbClr val="273139"/>
                </a:solidFill>
                <a:latin typeface="Times New Roman"/>
                <a:cs typeface="Times New Roman"/>
              </a:rPr>
              <a:t>less</a:t>
            </a:r>
            <a:r>
              <a:rPr sz="2400" spc="-40" dirty="0">
                <a:solidFill>
                  <a:srgbClr val="273139"/>
                </a:solidFill>
                <a:latin typeface="Times New Roman"/>
                <a:cs typeface="Times New Roman"/>
              </a:rPr>
              <a:t> </a:t>
            </a:r>
            <a:r>
              <a:rPr sz="2400" spc="-100" dirty="0">
                <a:solidFill>
                  <a:srgbClr val="273139"/>
                </a:solidFill>
                <a:latin typeface="Times New Roman"/>
                <a:cs typeface="Times New Roman"/>
              </a:rPr>
              <a:t>requires</a:t>
            </a:r>
            <a:r>
              <a:rPr sz="2400" spc="-35" dirty="0">
                <a:solidFill>
                  <a:srgbClr val="273139"/>
                </a:solidFill>
                <a:latin typeface="Times New Roman"/>
                <a:cs typeface="Times New Roman"/>
              </a:rPr>
              <a:t> </a:t>
            </a:r>
            <a:r>
              <a:rPr sz="2400" spc="-150" dirty="0">
                <a:solidFill>
                  <a:srgbClr val="273139"/>
                </a:solidFill>
                <a:latin typeface="Times New Roman"/>
                <a:cs typeface="Times New Roman"/>
              </a:rPr>
              <a:t>less</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time.</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Lst>
            </a:pPr>
            <a:r>
              <a:rPr sz="2400" spc="-160" dirty="0">
                <a:solidFill>
                  <a:srgbClr val="273139"/>
                </a:solidFill>
                <a:latin typeface="Times New Roman"/>
                <a:cs typeface="Times New Roman"/>
              </a:rPr>
              <a:t>Availability</a:t>
            </a:r>
            <a:r>
              <a:rPr sz="2400" spc="-5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40" dirty="0">
                <a:solidFill>
                  <a:srgbClr val="273139"/>
                </a:solidFill>
                <a:latin typeface="Times New Roman"/>
                <a:cs typeface="Times New Roman"/>
              </a:rPr>
              <a:t> </a:t>
            </a:r>
            <a:r>
              <a:rPr sz="2400" spc="-100" dirty="0">
                <a:solidFill>
                  <a:srgbClr val="273139"/>
                </a:solidFill>
                <a:latin typeface="Times New Roman"/>
                <a:cs typeface="Times New Roman"/>
              </a:rPr>
              <a:t>99.99%</a:t>
            </a:r>
            <a:r>
              <a:rPr sz="2400" spc="-25" dirty="0">
                <a:solidFill>
                  <a:srgbClr val="273139"/>
                </a:solidFill>
                <a:latin typeface="Times New Roman"/>
                <a:cs typeface="Times New Roman"/>
              </a:rPr>
              <a:t> </a:t>
            </a:r>
            <a:r>
              <a:rPr sz="2400" spc="-120" dirty="0">
                <a:solidFill>
                  <a:srgbClr val="273139"/>
                </a:solidFill>
                <a:latin typeface="Times New Roman"/>
                <a:cs typeface="Times New Roman"/>
              </a:rPr>
              <a:t>in</a:t>
            </a:r>
            <a:r>
              <a:rPr sz="2400" spc="-30" dirty="0">
                <a:solidFill>
                  <a:srgbClr val="273139"/>
                </a:solidFill>
                <a:latin typeface="Times New Roman"/>
                <a:cs typeface="Times New Roman"/>
              </a:rPr>
              <a:t> </a:t>
            </a:r>
            <a:r>
              <a:rPr sz="2400" spc="-235" dirty="0">
                <a:solidFill>
                  <a:srgbClr val="273139"/>
                </a:solidFill>
                <a:latin typeface="Times New Roman"/>
                <a:cs typeface="Times New Roman"/>
              </a:rPr>
              <a:t>S3</a:t>
            </a:r>
            <a:r>
              <a:rPr sz="2400" spc="-45" dirty="0">
                <a:solidFill>
                  <a:srgbClr val="273139"/>
                </a:solidFill>
                <a:latin typeface="Times New Roman"/>
                <a:cs typeface="Times New Roman"/>
              </a:rPr>
              <a:t> </a:t>
            </a:r>
            <a:r>
              <a:rPr sz="2400" spc="-135" dirty="0">
                <a:solidFill>
                  <a:srgbClr val="273139"/>
                </a:solidFill>
                <a:latin typeface="Times New Roman"/>
                <a:cs typeface="Times New Roman"/>
              </a:rPr>
              <a:t>glacier</a:t>
            </a:r>
            <a:r>
              <a:rPr sz="2400" spc="-35" dirty="0">
                <a:solidFill>
                  <a:srgbClr val="273139"/>
                </a:solidFill>
                <a:latin typeface="Times New Roman"/>
                <a:cs typeface="Times New Roman"/>
              </a:rPr>
              <a:t> </a:t>
            </a:r>
            <a:r>
              <a:rPr sz="2400" spc="-105" dirty="0">
                <a:solidFill>
                  <a:srgbClr val="273139"/>
                </a:solidFill>
                <a:latin typeface="Times New Roman"/>
                <a:cs typeface="Times New Roman"/>
              </a:rPr>
              <a:t>deep</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archive.</a:t>
            </a:r>
            <a:endParaRPr sz="2400">
              <a:latin typeface="Times New Roman"/>
              <a:cs typeface="Times New Roman"/>
            </a:endParaRPr>
          </a:p>
          <a:p>
            <a:pPr marL="286385" indent="-273685">
              <a:lnSpc>
                <a:spcPct val="100000"/>
              </a:lnSpc>
              <a:buClr>
                <a:srgbClr val="D24717"/>
              </a:buClr>
              <a:buSzPct val="85416"/>
              <a:buFont typeface="Arial MT"/>
              <a:buChar char="•"/>
              <a:tabLst>
                <a:tab pos="286385" algn="l"/>
                <a:tab pos="2068195" algn="l"/>
              </a:tabLst>
            </a:pPr>
            <a:r>
              <a:rPr sz="2400" spc="-105" dirty="0">
                <a:solidFill>
                  <a:srgbClr val="273139"/>
                </a:solidFill>
                <a:latin typeface="Times New Roman"/>
                <a:cs typeface="Times New Roman"/>
              </a:rPr>
              <a:t>Durability</a:t>
            </a:r>
            <a:r>
              <a:rPr sz="2400" spc="-6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55" dirty="0">
                <a:solidFill>
                  <a:srgbClr val="273139"/>
                </a:solidFill>
                <a:latin typeface="Times New Roman"/>
                <a:cs typeface="Times New Roman"/>
              </a:rPr>
              <a:t> </a:t>
            </a:r>
            <a:r>
              <a:rPr sz="2400" spc="-25" dirty="0">
                <a:solidFill>
                  <a:srgbClr val="273139"/>
                </a:solidFill>
                <a:latin typeface="Times New Roman"/>
                <a:cs typeface="Times New Roman"/>
              </a:rPr>
              <a:t>of</a:t>
            </a:r>
            <a:r>
              <a:rPr sz="2400" dirty="0">
                <a:solidFill>
                  <a:srgbClr val="273139"/>
                </a:solidFill>
                <a:latin typeface="Times New Roman"/>
                <a:cs typeface="Times New Roman"/>
              </a:rPr>
              <a:t>	</a:t>
            </a:r>
            <a:r>
              <a:rPr sz="2400" spc="-10" dirty="0">
                <a:solidFill>
                  <a:srgbClr val="273139"/>
                </a:solidFill>
                <a:latin typeface="Times New Roman"/>
                <a:cs typeface="Times New Roman"/>
              </a:rPr>
              <a:t>99.999999999%.</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81</a:t>
            </a:fld>
            <a:endParaRPr spc="-2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4414520"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35" dirty="0"/>
              <a:t>Lambda</a:t>
            </a:r>
            <a:r>
              <a:rPr spc="-170" dirty="0"/>
              <a:t> </a:t>
            </a:r>
            <a:r>
              <a:rPr spc="-10" dirty="0"/>
              <a:t>Overview</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836803"/>
            <a:ext cx="8313420" cy="5212715"/>
          </a:xfrm>
          <a:prstGeom prst="rect">
            <a:avLst/>
          </a:prstGeom>
        </p:spPr>
        <p:txBody>
          <a:bodyPr vert="horz" wrap="square" lIns="0" tIns="12700" rIns="0" bIns="0" rtlCol="0">
            <a:spAutoFit/>
          </a:bodyPr>
          <a:lstStyle/>
          <a:p>
            <a:pPr marL="286385" marR="15240" indent="-274320" algn="just">
              <a:lnSpc>
                <a:spcPct val="100000"/>
              </a:lnSpc>
              <a:spcBef>
                <a:spcPts val="100"/>
              </a:spcBef>
              <a:buClr>
                <a:srgbClr val="D24717"/>
              </a:buClr>
              <a:buSzPct val="85416"/>
              <a:buFont typeface="Segoe UI Symbol"/>
              <a:buChar char="⚫"/>
              <a:tabLst>
                <a:tab pos="286385" algn="l"/>
              </a:tabLst>
            </a:pPr>
            <a:r>
              <a:rPr sz="2400" b="1" spc="-270" dirty="0">
                <a:latin typeface="Times New Roman"/>
                <a:cs typeface="Times New Roman"/>
              </a:rPr>
              <a:t>AWS</a:t>
            </a:r>
            <a:r>
              <a:rPr sz="2400" b="1" spc="120" dirty="0">
                <a:latin typeface="Times New Roman"/>
                <a:cs typeface="Times New Roman"/>
              </a:rPr>
              <a:t> </a:t>
            </a:r>
            <a:r>
              <a:rPr sz="2400" b="1" spc="-65" dirty="0">
                <a:latin typeface="Times New Roman"/>
                <a:cs typeface="Times New Roman"/>
              </a:rPr>
              <a:t>Lambda</a:t>
            </a:r>
            <a:r>
              <a:rPr sz="2400" b="1" spc="-85" dirty="0">
                <a:latin typeface="Times New Roman"/>
                <a:cs typeface="Times New Roman"/>
              </a:rPr>
              <a:t> </a:t>
            </a:r>
            <a:r>
              <a:rPr sz="2400" dirty="0">
                <a:latin typeface="Times New Roman"/>
                <a:cs typeface="Times New Roman"/>
              </a:rPr>
              <a:t>is</a:t>
            </a:r>
            <a:r>
              <a:rPr sz="2400" spc="-7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spc="-80" dirty="0">
                <a:latin typeface="Times New Roman"/>
                <a:cs typeface="Times New Roman"/>
              </a:rPr>
              <a:t>serverless</a:t>
            </a:r>
            <a:r>
              <a:rPr sz="2400" spc="-15" dirty="0">
                <a:latin typeface="Times New Roman"/>
                <a:cs typeface="Times New Roman"/>
              </a:rPr>
              <a:t> </a:t>
            </a:r>
            <a:r>
              <a:rPr sz="2400" spc="-90" dirty="0">
                <a:latin typeface="Times New Roman"/>
                <a:cs typeface="Times New Roman"/>
              </a:rPr>
              <a:t>computing</a:t>
            </a:r>
            <a:r>
              <a:rPr sz="2400" spc="-15" dirty="0">
                <a:latin typeface="Times New Roman"/>
                <a:cs typeface="Times New Roman"/>
              </a:rPr>
              <a:t> </a:t>
            </a:r>
            <a:r>
              <a:rPr sz="2400" spc="-60" dirty="0">
                <a:latin typeface="Times New Roman"/>
                <a:cs typeface="Times New Roman"/>
              </a:rPr>
              <a:t>service</a:t>
            </a:r>
            <a:r>
              <a:rPr sz="2400" spc="-20" dirty="0">
                <a:latin typeface="Times New Roman"/>
                <a:cs typeface="Times New Roman"/>
              </a:rPr>
              <a:t> </a:t>
            </a:r>
            <a:r>
              <a:rPr sz="2400" spc="-85" dirty="0">
                <a:latin typeface="Times New Roman"/>
                <a:cs typeface="Times New Roman"/>
              </a:rPr>
              <a:t>provided</a:t>
            </a:r>
            <a:r>
              <a:rPr sz="2400" spc="-10" dirty="0">
                <a:latin typeface="Times New Roman"/>
                <a:cs typeface="Times New Roman"/>
              </a:rPr>
              <a:t> </a:t>
            </a:r>
            <a:r>
              <a:rPr sz="2400" spc="-20" dirty="0">
                <a:latin typeface="Times New Roman"/>
                <a:cs typeface="Times New Roman"/>
              </a:rPr>
              <a:t>by</a:t>
            </a:r>
            <a:r>
              <a:rPr sz="2400" spc="-25" dirty="0">
                <a:latin typeface="Times New Roman"/>
                <a:cs typeface="Times New Roman"/>
              </a:rPr>
              <a:t> </a:t>
            </a:r>
            <a:r>
              <a:rPr sz="2400" spc="-120" dirty="0">
                <a:latin typeface="Times New Roman"/>
                <a:cs typeface="Times New Roman"/>
              </a:rPr>
              <a:t>Amazon </a:t>
            </a:r>
            <a:r>
              <a:rPr sz="2400" spc="-185" dirty="0">
                <a:latin typeface="Times New Roman"/>
                <a:cs typeface="Times New Roman"/>
              </a:rPr>
              <a:t>Web</a:t>
            </a:r>
            <a:r>
              <a:rPr sz="2400" spc="35" dirty="0">
                <a:latin typeface="Times New Roman"/>
                <a:cs typeface="Times New Roman"/>
              </a:rPr>
              <a:t> </a:t>
            </a:r>
            <a:r>
              <a:rPr sz="2400" spc="-130" dirty="0">
                <a:latin typeface="Times New Roman"/>
                <a:cs typeface="Times New Roman"/>
              </a:rPr>
              <a:t>Services</a:t>
            </a:r>
            <a:r>
              <a:rPr sz="2400" spc="-20" dirty="0">
                <a:latin typeface="Times New Roman"/>
                <a:cs typeface="Times New Roman"/>
              </a:rPr>
              <a:t> </a:t>
            </a:r>
            <a:r>
              <a:rPr sz="2400" spc="-180" dirty="0">
                <a:latin typeface="Times New Roman"/>
                <a:cs typeface="Times New Roman"/>
              </a:rPr>
              <a:t>(AWS).</a:t>
            </a:r>
            <a:r>
              <a:rPr sz="2400" spc="30" dirty="0">
                <a:latin typeface="Times New Roman"/>
                <a:cs typeface="Times New Roman"/>
              </a:rPr>
              <a:t> </a:t>
            </a:r>
            <a:r>
              <a:rPr sz="2400" dirty="0">
                <a:latin typeface="Times New Roman"/>
                <a:cs typeface="Times New Roman"/>
              </a:rPr>
              <a:t>It</a:t>
            </a:r>
            <a:r>
              <a:rPr sz="2400" spc="-150" dirty="0">
                <a:latin typeface="Times New Roman"/>
                <a:cs typeface="Times New Roman"/>
              </a:rPr>
              <a:t> </a:t>
            </a:r>
            <a:r>
              <a:rPr sz="2400" spc="-145" dirty="0">
                <a:latin typeface="Times New Roman"/>
                <a:cs typeface="Times New Roman"/>
              </a:rPr>
              <a:t>allows</a:t>
            </a:r>
            <a:r>
              <a:rPr sz="2400" dirty="0">
                <a:latin typeface="Times New Roman"/>
                <a:cs typeface="Times New Roman"/>
              </a:rPr>
              <a:t> </a:t>
            </a:r>
            <a:r>
              <a:rPr sz="2400" spc="-135" dirty="0">
                <a:latin typeface="Times New Roman"/>
                <a:cs typeface="Times New Roman"/>
              </a:rPr>
              <a:t>you</a:t>
            </a:r>
            <a:r>
              <a:rPr sz="2400" spc="-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run</a:t>
            </a:r>
            <a:r>
              <a:rPr sz="2400" spc="10" dirty="0">
                <a:latin typeface="Times New Roman"/>
                <a:cs typeface="Times New Roman"/>
              </a:rPr>
              <a:t> </a:t>
            </a:r>
            <a:r>
              <a:rPr sz="2400" spc="-85" dirty="0">
                <a:latin typeface="Times New Roman"/>
                <a:cs typeface="Times New Roman"/>
              </a:rPr>
              <a:t>code</a:t>
            </a:r>
            <a:r>
              <a:rPr sz="2400" spc="-10" dirty="0">
                <a:latin typeface="Times New Roman"/>
                <a:cs typeface="Times New Roman"/>
              </a:rPr>
              <a:t> </a:t>
            </a:r>
            <a:r>
              <a:rPr sz="2400" spc="-70" dirty="0">
                <a:latin typeface="Times New Roman"/>
                <a:cs typeface="Times New Roman"/>
              </a:rPr>
              <a:t>without</a:t>
            </a:r>
            <a:r>
              <a:rPr sz="2400" spc="-5" dirty="0">
                <a:latin typeface="Times New Roman"/>
                <a:cs typeface="Times New Roman"/>
              </a:rPr>
              <a:t> </a:t>
            </a:r>
            <a:r>
              <a:rPr sz="2400" spc="-130" dirty="0">
                <a:latin typeface="Times New Roman"/>
                <a:cs typeface="Times New Roman"/>
              </a:rPr>
              <a:t>provisioning</a:t>
            </a:r>
            <a:r>
              <a:rPr sz="2400" spc="5" dirty="0">
                <a:latin typeface="Times New Roman"/>
                <a:cs typeface="Times New Roman"/>
              </a:rPr>
              <a:t> </a:t>
            </a:r>
            <a:r>
              <a:rPr sz="2400" spc="-25" dirty="0">
                <a:latin typeface="Times New Roman"/>
                <a:cs typeface="Times New Roman"/>
              </a:rPr>
              <a:t>or </a:t>
            </a:r>
            <a:r>
              <a:rPr sz="2400" spc="-140" dirty="0">
                <a:latin typeface="Times New Roman"/>
                <a:cs typeface="Times New Roman"/>
              </a:rPr>
              <a:t>managing</a:t>
            </a:r>
            <a:r>
              <a:rPr sz="2400" spc="5" dirty="0">
                <a:latin typeface="Times New Roman"/>
                <a:cs typeface="Times New Roman"/>
              </a:rPr>
              <a:t> </a:t>
            </a:r>
            <a:r>
              <a:rPr sz="2400" spc="-65" dirty="0">
                <a:latin typeface="Times New Roman"/>
                <a:cs typeface="Times New Roman"/>
              </a:rPr>
              <a:t>servers.</a:t>
            </a:r>
            <a:r>
              <a:rPr sz="2400" spc="-75" dirty="0">
                <a:latin typeface="Times New Roman"/>
                <a:cs typeface="Times New Roman"/>
              </a:rPr>
              <a:t> </a:t>
            </a:r>
            <a:r>
              <a:rPr sz="2400" spc="-145" dirty="0">
                <a:latin typeface="Times New Roman"/>
                <a:cs typeface="Times New Roman"/>
              </a:rPr>
              <a:t>Lambda</a:t>
            </a:r>
            <a:r>
              <a:rPr sz="2400" spc="-5" dirty="0">
                <a:latin typeface="Times New Roman"/>
                <a:cs typeface="Times New Roman"/>
              </a:rPr>
              <a:t> </a:t>
            </a:r>
            <a:r>
              <a:rPr sz="2400" spc="-120" dirty="0">
                <a:latin typeface="Times New Roman"/>
                <a:cs typeface="Times New Roman"/>
              </a:rPr>
              <a:t>automatically</a:t>
            </a:r>
            <a:r>
              <a:rPr sz="2400" spc="-5" dirty="0">
                <a:latin typeface="Times New Roman"/>
                <a:cs typeface="Times New Roman"/>
              </a:rPr>
              <a:t> </a:t>
            </a:r>
            <a:r>
              <a:rPr sz="2400" spc="-120" dirty="0">
                <a:latin typeface="Times New Roman"/>
                <a:cs typeface="Times New Roman"/>
              </a:rPr>
              <a:t>scales</a:t>
            </a:r>
            <a:r>
              <a:rPr sz="2400" spc="10" dirty="0">
                <a:latin typeface="Times New Roman"/>
                <a:cs typeface="Times New Roman"/>
              </a:rPr>
              <a:t> </a:t>
            </a:r>
            <a:r>
              <a:rPr sz="2400" spc="-60" dirty="0">
                <a:latin typeface="Times New Roman"/>
                <a:cs typeface="Times New Roman"/>
              </a:rPr>
              <a:t>and</a:t>
            </a:r>
            <a:r>
              <a:rPr sz="2400" dirty="0">
                <a:latin typeface="Times New Roman"/>
                <a:cs typeface="Times New Roman"/>
              </a:rPr>
              <a:t> </a:t>
            </a:r>
            <a:r>
              <a:rPr sz="2400" spc="-85" dirty="0">
                <a:latin typeface="Times New Roman"/>
                <a:cs typeface="Times New Roman"/>
              </a:rPr>
              <a:t>executes</a:t>
            </a:r>
            <a:r>
              <a:rPr sz="2400" spc="5" dirty="0">
                <a:latin typeface="Times New Roman"/>
                <a:cs typeface="Times New Roman"/>
              </a:rPr>
              <a:t> </a:t>
            </a:r>
            <a:r>
              <a:rPr sz="2400" spc="-45" dirty="0">
                <a:latin typeface="Times New Roman"/>
                <a:cs typeface="Times New Roman"/>
              </a:rPr>
              <a:t>your</a:t>
            </a:r>
            <a:r>
              <a:rPr sz="2400" spc="5" dirty="0">
                <a:latin typeface="Times New Roman"/>
                <a:cs typeface="Times New Roman"/>
              </a:rPr>
              <a:t> </a:t>
            </a:r>
            <a:r>
              <a:rPr sz="2400" spc="-20" dirty="0">
                <a:latin typeface="Times New Roman"/>
                <a:cs typeface="Times New Roman"/>
              </a:rPr>
              <a:t>code </a:t>
            </a:r>
            <a:r>
              <a:rPr sz="2400" spc="-114" dirty="0">
                <a:latin typeface="Times New Roman"/>
                <a:cs typeface="Times New Roman"/>
              </a:rPr>
              <a:t>in</a:t>
            </a:r>
            <a:r>
              <a:rPr sz="2400" spc="-65" dirty="0">
                <a:latin typeface="Times New Roman"/>
                <a:cs typeface="Times New Roman"/>
              </a:rPr>
              <a:t> </a:t>
            </a:r>
            <a:r>
              <a:rPr sz="2400" spc="-110" dirty="0">
                <a:latin typeface="Times New Roman"/>
                <a:cs typeface="Times New Roman"/>
              </a:rPr>
              <a:t>response</a:t>
            </a:r>
            <a:r>
              <a:rPr sz="2400" spc="-90" dirty="0">
                <a:latin typeface="Times New Roman"/>
                <a:cs typeface="Times New Roman"/>
              </a:rPr>
              <a:t> </a:t>
            </a:r>
            <a:r>
              <a:rPr sz="2400" dirty="0">
                <a:latin typeface="Times New Roman"/>
                <a:cs typeface="Times New Roman"/>
              </a:rPr>
              <a:t>to</a:t>
            </a:r>
            <a:r>
              <a:rPr sz="2400" spc="-55" dirty="0">
                <a:latin typeface="Times New Roman"/>
                <a:cs typeface="Times New Roman"/>
              </a:rPr>
              <a:t> </a:t>
            </a:r>
            <a:r>
              <a:rPr sz="2400" spc="-100" dirty="0">
                <a:latin typeface="Times New Roman"/>
                <a:cs typeface="Times New Roman"/>
              </a:rPr>
              <a:t>events,</a:t>
            </a:r>
            <a:r>
              <a:rPr sz="2400" spc="-140" dirty="0">
                <a:latin typeface="Times New Roman"/>
                <a:cs typeface="Times New Roman"/>
              </a:rPr>
              <a:t> </a:t>
            </a:r>
            <a:r>
              <a:rPr sz="2400" spc="-145" dirty="0">
                <a:latin typeface="Times New Roman"/>
                <a:cs typeface="Times New Roman"/>
              </a:rPr>
              <a:t>and</a:t>
            </a:r>
            <a:r>
              <a:rPr sz="2400" spc="-60" dirty="0">
                <a:latin typeface="Times New Roman"/>
                <a:cs typeface="Times New Roman"/>
              </a:rPr>
              <a:t> </a:t>
            </a:r>
            <a:r>
              <a:rPr sz="2400" spc="-155" dirty="0">
                <a:latin typeface="Times New Roman"/>
                <a:cs typeface="Times New Roman"/>
              </a:rPr>
              <a:t>you</a:t>
            </a:r>
            <a:r>
              <a:rPr sz="2400" spc="-55" dirty="0">
                <a:latin typeface="Times New Roman"/>
                <a:cs typeface="Times New Roman"/>
              </a:rPr>
              <a:t> </a:t>
            </a:r>
            <a:r>
              <a:rPr sz="2400" spc="-145" dirty="0">
                <a:latin typeface="Times New Roman"/>
                <a:cs typeface="Times New Roman"/>
              </a:rPr>
              <a:t>only</a:t>
            </a:r>
            <a:r>
              <a:rPr sz="2400" spc="-70" dirty="0">
                <a:latin typeface="Times New Roman"/>
                <a:cs typeface="Times New Roman"/>
              </a:rPr>
              <a:t> </a:t>
            </a:r>
            <a:r>
              <a:rPr sz="2400" spc="-200" dirty="0">
                <a:latin typeface="Times New Roman"/>
                <a:cs typeface="Times New Roman"/>
              </a:rPr>
              <a:t>pay</a:t>
            </a:r>
            <a:r>
              <a:rPr sz="2400" spc="-60" dirty="0">
                <a:latin typeface="Times New Roman"/>
                <a:cs typeface="Times New Roman"/>
              </a:rPr>
              <a:t> </a:t>
            </a:r>
            <a:r>
              <a:rPr sz="2400" spc="-85" dirty="0">
                <a:latin typeface="Times New Roman"/>
                <a:cs typeface="Times New Roman"/>
              </a:rPr>
              <a:t>for</a:t>
            </a:r>
            <a:r>
              <a:rPr sz="2400" spc="-65" dirty="0">
                <a:latin typeface="Times New Roman"/>
                <a:cs typeface="Times New Roman"/>
              </a:rPr>
              <a:t> </a:t>
            </a:r>
            <a:r>
              <a:rPr sz="2400" spc="-60" dirty="0">
                <a:latin typeface="Times New Roman"/>
                <a:cs typeface="Times New Roman"/>
              </a:rPr>
              <a:t>the </a:t>
            </a:r>
            <a:r>
              <a:rPr sz="2400" spc="-105" dirty="0">
                <a:latin typeface="Times New Roman"/>
                <a:cs typeface="Times New Roman"/>
              </a:rPr>
              <a:t>compute</a:t>
            </a:r>
            <a:r>
              <a:rPr sz="2400" spc="-65" dirty="0">
                <a:latin typeface="Times New Roman"/>
                <a:cs typeface="Times New Roman"/>
              </a:rPr>
              <a:t> </a:t>
            </a:r>
            <a:r>
              <a:rPr sz="2400" spc="-85" dirty="0">
                <a:latin typeface="Times New Roman"/>
                <a:cs typeface="Times New Roman"/>
              </a:rPr>
              <a:t>time</a:t>
            </a:r>
            <a:r>
              <a:rPr sz="2400" spc="-60" dirty="0">
                <a:latin typeface="Times New Roman"/>
                <a:cs typeface="Times New Roman"/>
              </a:rPr>
              <a:t> </a:t>
            </a:r>
            <a:r>
              <a:rPr sz="2400" spc="-10" dirty="0">
                <a:latin typeface="Times New Roman"/>
                <a:cs typeface="Times New Roman"/>
              </a:rPr>
              <a:t>used.</a:t>
            </a:r>
            <a:endParaRPr sz="2400">
              <a:latin typeface="Times New Roman"/>
              <a:cs typeface="Times New Roman"/>
            </a:endParaRPr>
          </a:p>
          <a:p>
            <a:pPr marL="287020" indent="-274320" algn="just">
              <a:lnSpc>
                <a:spcPct val="100000"/>
              </a:lnSpc>
              <a:spcBef>
                <a:spcPts val="600"/>
              </a:spcBef>
              <a:buClr>
                <a:srgbClr val="D24717"/>
              </a:buClr>
              <a:buSzPct val="85416"/>
              <a:buFont typeface="Segoe UI Symbol"/>
              <a:buChar char="⚫"/>
              <a:tabLst>
                <a:tab pos="287020" algn="l"/>
              </a:tabLst>
            </a:pPr>
            <a:r>
              <a:rPr sz="2400" b="1" spc="-100" dirty="0">
                <a:latin typeface="Times New Roman"/>
                <a:cs typeface="Times New Roman"/>
              </a:rPr>
              <a:t>Key</a:t>
            </a:r>
            <a:r>
              <a:rPr sz="2400" b="1" spc="-40" dirty="0">
                <a:latin typeface="Times New Roman"/>
                <a:cs typeface="Times New Roman"/>
              </a:rPr>
              <a:t> </a:t>
            </a:r>
            <a:r>
              <a:rPr sz="2400" b="1" spc="-10" dirty="0">
                <a:latin typeface="Times New Roman"/>
                <a:cs typeface="Times New Roman"/>
              </a:rPr>
              <a:t>Features</a:t>
            </a:r>
            <a:endParaRPr sz="2400">
              <a:latin typeface="Times New Roman"/>
              <a:cs typeface="Times New Roman"/>
            </a:endParaRPr>
          </a:p>
          <a:p>
            <a:pPr marL="286385" indent="-273685" algn="just">
              <a:lnSpc>
                <a:spcPct val="100000"/>
              </a:lnSpc>
              <a:spcBef>
                <a:spcPts val="600"/>
              </a:spcBef>
              <a:buClr>
                <a:srgbClr val="D24717"/>
              </a:buClr>
              <a:buSzPct val="85416"/>
              <a:buAutoNum type="arabicPeriod"/>
              <a:tabLst>
                <a:tab pos="286385" algn="l"/>
              </a:tabLst>
            </a:pPr>
            <a:r>
              <a:rPr sz="2400" b="1" spc="-40" dirty="0">
                <a:latin typeface="Times New Roman"/>
                <a:cs typeface="Times New Roman"/>
              </a:rPr>
              <a:t>Serverless</a:t>
            </a:r>
            <a:r>
              <a:rPr sz="2400" b="1" spc="-120" dirty="0">
                <a:latin typeface="Times New Roman"/>
                <a:cs typeface="Times New Roman"/>
              </a:rPr>
              <a:t> </a:t>
            </a:r>
            <a:r>
              <a:rPr sz="2400" b="1" spc="-10" dirty="0">
                <a:latin typeface="Times New Roman"/>
                <a:cs typeface="Times New Roman"/>
              </a:rPr>
              <a:t>Architecture</a:t>
            </a:r>
            <a:r>
              <a:rPr sz="2400" spc="-10" dirty="0">
                <a:latin typeface="Times New Roman"/>
                <a:cs typeface="Times New Roman"/>
              </a:rPr>
              <a:t>:</a:t>
            </a:r>
            <a:endParaRPr sz="2400">
              <a:latin typeface="Times New Roman"/>
              <a:cs typeface="Times New Roman"/>
            </a:endParaRPr>
          </a:p>
          <a:p>
            <a:pPr marL="755650" lvl="1" indent="-285750" algn="just">
              <a:lnSpc>
                <a:spcPct val="100000"/>
              </a:lnSpc>
              <a:spcBef>
                <a:spcPts val="395"/>
              </a:spcBef>
              <a:buClr>
                <a:srgbClr val="9B2C1F"/>
              </a:buClr>
              <a:buSzPct val="85416"/>
              <a:buAutoNum type="arabicPeriod"/>
              <a:tabLst>
                <a:tab pos="755650" algn="l"/>
              </a:tabLst>
            </a:pPr>
            <a:r>
              <a:rPr sz="2400" dirty="0">
                <a:latin typeface="Times New Roman"/>
                <a:cs typeface="Times New Roman"/>
              </a:rPr>
              <a:t>No</a:t>
            </a:r>
            <a:r>
              <a:rPr sz="2400" spc="495" dirty="0">
                <a:latin typeface="Times New Roman"/>
                <a:cs typeface="Times New Roman"/>
              </a:rPr>
              <a:t> </a:t>
            </a:r>
            <a:r>
              <a:rPr sz="2400" dirty="0">
                <a:latin typeface="Times New Roman"/>
                <a:cs typeface="Times New Roman"/>
              </a:rPr>
              <a:t>need</a:t>
            </a:r>
            <a:r>
              <a:rPr sz="2400" spc="495" dirty="0">
                <a:latin typeface="Times New Roman"/>
                <a:cs typeface="Times New Roman"/>
              </a:rPr>
              <a:t> </a:t>
            </a:r>
            <a:r>
              <a:rPr sz="2400" dirty="0">
                <a:latin typeface="Times New Roman"/>
                <a:cs typeface="Times New Roman"/>
              </a:rPr>
              <a:t>to</a:t>
            </a:r>
            <a:r>
              <a:rPr sz="2400" spc="500" dirty="0">
                <a:latin typeface="Times New Roman"/>
                <a:cs typeface="Times New Roman"/>
              </a:rPr>
              <a:t> </a:t>
            </a:r>
            <a:r>
              <a:rPr sz="2400" spc="-75" dirty="0">
                <a:latin typeface="Times New Roman"/>
                <a:cs typeface="Times New Roman"/>
              </a:rPr>
              <a:t>manage</a:t>
            </a:r>
            <a:r>
              <a:rPr sz="2400" spc="490" dirty="0">
                <a:latin typeface="Times New Roman"/>
                <a:cs typeface="Times New Roman"/>
              </a:rPr>
              <a:t> </a:t>
            </a:r>
            <a:r>
              <a:rPr sz="2400" spc="-50" dirty="0">
                <a:latin typeface="Times New Roman"/>
                <a:cs typeface="Times New Roman"/>
              </a:rPr>
              <a:t>infrastructure;</a:t>
            </a:r>
            <a:r>
              <a:rPr sz="2400" spc="405" dirty="0">
                <a:latin typeface="Times New Roman"/>
                <a:cs typeface="Times New Roman"/>
              </a:rPr>
              <a:t> </a:t>
            </a:r>
            <a:r>
              <a:rPr sz="2400" spc="-325" dirty="0">
                <a:latin typeface="Times New Roman"/>
                <a:cs typeface="Times New Roman"/>
              </a:rPr>
              <a:t>AWS</a:t>
            </a:r>
            <a:r>
              <a:rPr sz="2400" spc="480" dirty="0">
                <a:latin typeface="Times New Roman"/>
                <a:cs typeface="Times New Roman"/>
              </a:rPr>
              <a:t> </a:t>
            </a:r>
            <a:r>
              <a:rPr sz="2400" spc="-70" dirty="0">
                <a:latin typeface="Times New Roman"/>
                <a:cs typeface="Times New Roman"/>
              </a:rPr>
              <a:t>handles</a:t>
            </a:r>
            <a:r>
              <a:rPr sz="2400" spc="490" dirty="0">
                <a:latin typeface="Times New Roman"/>
                <a:cs typeface="Times New Roman"/>
              </a:rPr>
              <a:t> </a:t>
            </a:r>
            <a:r>
              <a:rPr sz="2400" dirty="0">
                <a:latin typeface="Times New Roman"/>
                <a:cs typeface="Times New Roman"/>
              </a:rPr>
              <a:t>the</a:t>
            </a:r>
            <a:r>
              <a:rPr sz="2400" spc="490" dirty="0">
                <a:latin typeface="Times New Roman"/>
                <a:cs typeface="Times New Roman"/>
              </a:rPr>
              <a:t> </a:t>
            </a:r>
            <a:r>
              <a:rPr sz="2400" spc="-70" dirty="0">
                <a:latin typeface="Times New Roman"/>
                <a:cs typeface="Times New Roman"/>
              </a:rPr>
              <a:t>backend</a:t>
            </a:r>
            <a:endParaRPr sz="2400">
              <a:latin typeface="Times New Roman"/>
              <a:cs typeface="Times New Roman"/>
            </a:endParaRPr>
          </a:p>
          <a:p>
            <a:pPr marL="756285">
              <a:lnSpc>
                <a:spcPct val="100000"/>
              </a:lnSpc>
              <a:spcBef>
                <a:spcPts val="5"/>
              </a:spcBef>
            </a:pPr>
            <a:r>
              <a:rPr sz="2400" spc="-60" dirty="0">
                <a:latin typeface="Times New Roman"/>
                <a:cs typeface="Times New Roman"/>
              </a:rPr>
              <a:t>provisioning.</a:t>
            </a:r>
            <a:endParaRPr sz="2400">
              <a:latin typeface="Times New Roman"/>
              <a:cs typeface="Times New Roman"/>
            </a:endParaRPr>
          </a:p>
          <a:p>
            <a:pPr marL="755650" lvl="1" indent="-285750">
              <a:lnSpc>
                <a:spcPct val="100000"/>
              </a:lnSpc>
              <a:spcBef>
                <a:spcPts val="395"/>
              </a:spcBef>
              <a:buClr>
                <a:srgbClr val="9B2C1F"/>
              </a:buClr>
              <a:buSzPct val="85416"/>
              <a:buAutoNum type="arabicPeriod" startAt="2"/>
              <a:tabLst>
                <a:tab pos="755650" algn="l"/>
              </a:tabLst>
            </a:pPr>
            <a:r>
              <a:rPr sz="2400" spc="-175" dirty="0">
                <a:latin typeface="Times New Roman"/>
                <a:cs typeface="Times New Roman"/>
              </a:rPr>
              <a:t>Focus</a:t>
            </a:r>
            <a:r>
              <a:rPr sz="2400" spc="-70" dirty="0">
                <a:latin typeface="Times New Roman"/>
                <a:cs typeface="Times New Roman"/>
              </a:rPr>
              <a:t> </a:t>
            </a:r>
            <a:r>
              <a:rPr sz="2400" spc="-114" dirty="0">
                <a:latin typeface="Times New Roman"/>
                <a:cs typeface="Times New Roman"/>
              </a:rPr>
              <a:t>on</a:t>
            </a:r>
            <a:r>
              <a:rPr sz="2400" spc="-50" dirty="0">
                <a:latin typeface="Times New Roman"/>
                <a:cs typeface="Times New Roman"/>
              </a:rPr>
              <a:t> </a:t>
            </a:r>
            <a:r>
              <a:rPr sz="2400" spc="-95" dirty="0">
                <a:latin typeface="Times New Roman"/>
                <a:cs typeface="Times New Roman"/>
              </a:rPr>
              <a:t>writing</a:t>
            </a:r>
            <a:r>
              <a:rPr sz="2400" spc="-55" dirty="0">
                <a:latin typeface="Times New Roman"/>
                <a:cs typeface="Times New Roman"/>
              </a:rPr>
              <a:t> </a:t>
            </a:r>
            <a:r>
              <a:rPr sz="2400" spc="-114" dirty="0">
                <a:latin typeface="Times New Roman"/>
                <a:cs typeface="Times New Roman"/>
              </a:rPr>
              <a:t>code</a:t>
            </a:r>
            <a:r>
              <a:rPr sz="2400" spc="-50" dirty="0">
                <a:latin typeface="Times New Roman"/>
                <a:cs typeface="Times New Roman"/>
              </a:rPr>
              <a:t> </a:t>
            </a:r>
            <a:r>
              <a:rPr sz="2400" spc="-70" dirty="0">
                <a:latin typeface="Times New Roman"/>
                <a:cs typeface="Times New Roman"/>
              </a:rPr>
              <a:t>rather</a:t>
            </a:r>
            <a:r>
              <a:rPr sz="2400" spc="-60" dirty="0">
                <a:latin typeface="Times New Roman"/>
                <a:cs typeface="Times New Roman"/>
              </a:rPr>
              <a:t> </a:t>
            </a:r>
            <a:r>
              <a:rPr sz="2400" spc="-110" dirty="0">
                <a:latin typeface="Times New Roman"/>
                <a:cs typeface="Times New Roman"/>
              </a:rPr>
              <a:t>than</a:t>
            </a:r>
            <a:r>
              <a:rPr sz="2400" spc="-60" dirty="0">
                <a:latin typeface="Times New Roman"/>
                <a:cs typeface="Times New Roman"/>
              </a:rPr>
              <a:t> </a:t>
            </a:r>
            <a:r>
              <a:rPr sz="2400" spc="-85" dirty="0">
                <a:latin typeface="Times New Roman"/>
                <a:cs typeface="Times New Roman"/>
              </a:rPr>
              <a:t>server</a:t>
            </a:r>
            <a:r>
              <a:rPr sz="2400" spc="-40" dirty="0">
                <a:latin typeface="Times New Roman"/>
                <a:cs typeface="Times New Roman"/>
              </a:rPr>
              <a:t> </a:t>
            </a:r>
            <a:r>
              <a:rPr sz="2400" spc="-95" dirty="0">
                <a:latin typeface="Times New Roman"/>
                <a:cs typeface="Times New Roman"/>
              </a:rPr>
              <a:t>setup</a:t>
            </a:r>
            <a:r>
              <a:rPr sz="2400" spc="-55"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10" dirty="0">
                <a:latin typeface="Times New Roman"/>
                <a:cs typeface="Times New Roman"/>
              </a:rPr>
              <a:t>maintenance.</a:t>
            </a:r>
            <a:endParaRPr sz="2400">
              <a:latin typeface="Times New Roman"/>
              <a:cs typeface="Times New Roman"/>
            </a:endParaRPr>
          </a:p>
          <a:p>
            <a:pPr marL="286385" indent="-273685">
              <a:lnSpc>
                <a:spcPct val="100000"/>
              </a:lnSpc>
              <a:spcBef>
                <a:spcPts val="600"/>
              </a:spcBef>
              <a:buClr>
                <a:srgbClr val="D24717"/>
              </a:buClr>
              <a:buSzPct val="85416"/>
              <a:buAutoNum type="arabicPeriod"/>
              <a:tabLst>
                <a:tab pos="286385" algn="l"/>
              </a:tabLst>
            </a:pPr>
            <a:r>
              <a:rPr sz="2400" b="1" spc="-55" dirty="0">
                <a:latin typeface="Times New Roman"/>
                <a:cs typeface="Times New Roman"/>
              </a:rPr>
              <a:t>Event-</a:t>
            </a:r>
            <a:r>
              <a:rPr sz="2400" b="1" dirty="0">
                <a:latin typeface="Times New Roman"/>
                <a:cs typeface="Times New Roman"/>
              </a:rPr>
              <a:t>Driven</a:t>
            </a:r>
            <a:r>
              <a:rPr sz="2400" b="1" spc="-90" dirty="0">
                <a:latin typeface="Times New Roman"/>
                <a:cs typeface="Times New Roman"/>
              </a:rPr>
              <a:t> </a:t>
            </a:r>
            <a:r>
              <a:rPr sz="2400" b="1" spc="-10" dirty="0">
                <a:latin typeface="Times New Roman"/>
                <a:cs typeface="Times New Roman"/>
              </a:rPr>
              <a:t>Execution</a:t>
            </a:r>
            <a:r>
              <a:rPr sz="2400" spc="-10" dirty="0">
                <a:latin typeface="Times New Roman"/>
                <a:cs typeface="Times New Roman"/>
              </a:rPr>
              <a:t>:</a:t>
            </a:r>
            <a:endParaRPr sz="2400">
              <a:latin typeface="Times New Roman"/>
              <a:cs typeface="Times New Roman"/>
            </a:endParaRPr>
          </a:p>
          <a:p>
            <a:pPr marL="755650" lvl="1" indent="-285750">
              <a:lnSpc>
                <a:spcPct val="100000"/>
              </a:lnSpc>
              <a:spcBef>
                <a:spcPts val="409"/>
              </a:spcBef>
              <a:buClr>
                <a:srgbClr val="9B2C1F"/>
              </a:buClr>
              <a:buSzPct val="85416"/>
              <a:buAutoNum type="arabicPeriod"/>
              <a:tabLst>
                <a:tab pos="755650" algn="l"/>
              </a:tabLst>
            </a:pPr>
            <a:r>
              <a:rPr sz="2400" spc="-125" dirty="0">
                <a:latin typeface="Times New Roman"/>
                <a:cs typeface="Times New Roman"/>
              </a:rPr>
              <a:t>Triggers</a:t>
            </a:r>
            <a:r>
              <a:rPr sz="2400" spc="-5" dirty="0">
                <a:latin typeface="Times New Roman"/>
                <a:cs typeface="Times New Roman"/>
              </a:rPr>
              <a:t> </a:t>
            </a:r>
            <a:r>
              <a:rPr sz="2400" spc="-120" dirty="0">
                <a:latin typeface="Times New Roman"/>
                <a:cs typeface="Times New Roman"/>
              </a:rPr>
              <a:t>include</a:t>
            </a:r>
            <a:r>
              <a:rPr sz="2400" spc="-15" dirty="0">
                <a:latin typeface="Times New Roman"/>
                <a:cs typeface="Times New Roman"/>
              </a:rPr>
              <a:t> </a:t>
            </a:r>
            <a:r>
              <a:rPr sz="2400" spc="-325" dirty="0">
                <a:latin typeface="Times New Roman"/>
                <a:cs typeface="Times New Roman"/>
              </a:rPr>
              <a:t>AWS</a:t>
            </a:r>
            <a:r>
              <a:rPr sz="2400" spc="-20" dirty="0">
                <a:latin typeface="Times New Roman"/>
                <a:cs typeface="Times New Roman"/>
              </a:rPr>
              <a:t> </a:t>
            </a:r>
            <a:r>
              <a:rPr sz="2400" spc="-120" dirty="0">
                <a:latin typeface="Times New Roman"/>
                <a:cs typeface="Times New Roman"/>
              </a:rPr>
              <a:t>services</a:t>
            </a:r>
            <a:r>
              <a:rPr sz="2400" spc="-10" dirty="0">
                <a:latin typeface="Times New Roman"/>
                <a:cs typeface="Times New Roman"/>
              </a:rPr>
              <a:t> </a:t>
            </a:r>
            <a:r>
              <a:rPr sz="2400" spc="-65" dirty="0">
                <a:latin typeface="Times New Roman"/>
                <a:cs typeface="Times New Roman"/>
              </a:rPr>
              <a:t>(e.g.,</a:t>
            </a:r>
            <a:r>
              <a:rPr sz="2400" spc="-120" dirty="0">
                <a:latin typeface="Times New Roman"/>
                <a:cs typeface="Times New Roman"/>
              </a:rPr>
              <a:t> </a:t>
            </a:r>
            <a:r>
              <a:rPr sz="2400" spc="-125" dirty="0">
                <a:latin typeface="Times New Roman"/>
                <a:cs typeface="Times New Roman"/>
              </a:rPr>
              <a:t>S3,</a:t>
            </a:r>
            <a:r>
              <a:rPr sz="2400" spc="-105" dirty="0">
                <a:latin typeface="Times New Roman"/>
                <a:cs typeface="Times New Roman"/>
              </a:rPr>
              <a:t> </a:t>
            </a:r>
            <a:r>
              <a:rPr sz="2400" spc="-160" dirty="0">
                <a:latin typeface="Times New Roman"/>
                <a:cs typeface="Times New Roman"/>
              </a:rPr>
              <a:t>DynamoDB,</a:t>
            </a:r>
            <a:r>
              <a:rPr sz="2400" spc="-120" dirty="0">
                <a:latin typeface="Times New Roman"/>
                <a:cs typeface="Times New Roman"/>
              </a:rPr>
              <a:t> </a:t>
            </a:r>
            <a:r>
              <a:rPr sz="2400" spc="-225" dirty="0">
                <a:latin typeface="Times New Roman"/>
                <a:cs typeface="Times New Roman"/>
              </a:rPr>
              <a:t>API</a:t>
            </a:r>
            <a:r>
              <a:rPr sz="2400" spc="-5" dirty="0">
                <a:latin typeface="Times New Roman"/>
                <a:cs typeface="Times New Roman"/>
              </a:rPr>
              <a:t> </a:t>
            </a:r>
            <a:r>
              <a:rPr sz="2400" spc="-65" dirty="0">
                <a:latin typeface="Times New Roman"/>
                <a:cs typeface="Times New Roman"/>
              </a:rPr>
              <a:t>Gateway),</a:t>
            </a:r>
            <a:endParaRPr sz="2400">
              <a:latin typeface="Times New Roman"/>
              <a:cs typeface="Times New Roman"/>
            </a:endParaRPr>
          </a:p>
          <a:p>
            <a:pPr marL="756285">
              <a:lnSpc>
                <a:spcPct val="100000"/>
              </a:lnSpc>
            </a:pPr>
            <a:r>
              <a:rPr sz="2400" spc="-135" dirty="0">
                <a:latin typeface="Times New Roman"/>
                <a:cs typeface="Times New Roman"/>
              </a:rPr>
              <a:t>HTTP</a:t>
            </a:r>
            <a:r>
              <a:rPr sz="2400" spc="-60" dirty="0">
                <a:latin typeface="Times New Roman"/>
                <a:cs typeface="Times New Roman"/>
              </a:rPr>
              <a:t> </a:t>
            </a:r>
            <a:r>
              <a:rPr sz="2400" spc="-85" dirty="0">
                <a:latin typeface="Times New Roman"/>
                <a:cs typeface="Times New Roman"/>
              </a:rPr>
              <a:t>requests,</a:t>
            </a:r>
            <a:r>
              <a:rPr sz="2400" spc="-160"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120" dirty="0">
                <a:latin typeface="Times New Roman"/>
                <a:cs typeface="Times New Roman"/>
              </a:rPr>
              <a:t>custom</a:t>
            </a:r>
            <a:r>
              <a:rPr sz="2400" spc="-55" dirty="0">
                <a:latin typeface="Times New Roman"/>
                <a:cs typeface="Times New Roman"/>
              </a:rPr>
              <a:t> </a:t>
            </a:r>
            <a:r>
              <a:rPr sz="2400" spc="-10" dirty="0">
                <a:latin typeface="Times New Roman"/>
                <a:cs typeface="Times New Roman"/>
              </a:rPr>
              <a:t>events.</a:t>
            </a:r>
            <a:endParaRPr sz="2400">
              <a:latin typeface="Times New Roman"/>
              <a:cs typeface="Times New Roman"/>
            </a:endParaRPr>
          </a:p>
          <a:p>
            <a:pPr marL="755650" lvl="1" indent="-285750">
              <a:lnSpc>
                <a:spcPct val="100000"/>
              </a:lnSpc>
              <a:spcBef>
                <a:spcPts val="395"/>
              </a:spcBef>
              <a:buClr>
                <a:srgbClr val="9B2C1F"/>
              </a:buClr>
              <a:buSzPct val="85416"/>
              <a:buAutoNum type="arabicPeriod" startAt="2"/>
              <a:tabLst>
                <a:tab pos="755650" algn="l"/>
              </a:tabLst>
            </a:pPr>
            <a:r>
              <a:rPr sz="2400" spc="-125" dirty="0">
                <a:latin typeface="Times New Roman"/>
                <a:cs typeface="Times New Roman"/>
              </a:rPr>
              <a:t>Example:</a:t>
            </a:r>
            <a:r>
              <a:rPr sz="2400" spc="-165" dirty="0">
                <a:latin typeface="Times New Roman"/>
                <a:cs typeface="Times New Roman"/>
              </a:rPr>
              <a:t> </a:t>
            </a:r>
            <a:r>
              <a:rPr sz="2400" spc="-135" dirty="0">
                <a:latin typeface="Times New Roman"/>
                <a:cs typeface="Times New Roman"/>
              </a:rPr>
              <a:t>Run</a:t>
            </a:r>
            <a:r>
              <a:rPr sz="2400" spc="-55" dirty="0">
                <a:latin typeface="Times New Roman"/>
                <a:cs typeface="Times New Roman"/>
              </a:rPr>
              <a:t> </a:t>
            </a:r>
            <a:r>
              <a:rPr sz="2400" spc="-114" dirty="0">
                <a:latin typeface="Times New Roman"/>
                <a:cs typeface="Times New Roman"/>
              </a:rPr>
              <a:t>code</a:t>
            </a:r>
            <a:r>
              <a:rPr sz="2400" spc="-50" dirty="0">
                <a:latin typeface="Times New Roman"/>
                <a:cs typeface="Times New Roman"/>
              </a:rPr>
              <a:t> </a:t>
            </a:r>
            <a:r>
              <a:rPr sz="2400" spc="-130" dirty="0">
                <a:latin typeface="Times New Roman"/>
                <a:cs typeface="Times New Roman"/>
              </a:rPr>
              <a:t>when</a:t>
            </a:r>
            <a:r>
              <a:rPr sz="2400" spc="-55" dirty="0">
                <a:latin typeface="Times New Roman"/>
                <a:cs typeface="Times New Roman"/>
              </a:rPr>
              <a:t> </a:t>
            </a:r>
            <a:r>
              <a:rPr sz="2400" spc="-200" dirty="0">
                <a:latin typeface="Times New Roman"/>
                <a:cs typeface="Times New Roman"/>
              </a:rPr>
              <a:t>a</a:t>
            </a:r>
            <a:r>
              <a:rPr sz="2400" spc="-50" dirty="0">
                <a:latin typeface="Times New Roman"/>
                <a:cs typeface="Times New Roman"/>
              </a:rPr>
              <a:t> </a:t>
            </a:r>
            <a:r>
              <a:rPr sz="2400" spc="-125" dirty="0">
                <a:latin typeface="Times New Roman"/>
                <a:cs typeface="Times New Roman"/>
              </a:rPr>
              <a:t>file</a:t>
            </a:r>
            <a:r>
              <a:rPr sz="2400" spc="-50" dirty="0">
                <a:latin typeface="Times New Roman"/>
                <a:cs typeface="Times New Roman"/>
              </a:rPr>
              <a:t> </a:t>
            </a:r>
            <a:r>
              <a:rPr sz="2400" spc="-160" dirty="0">
                <a:latin typeface="Times New Roman"/>
                <a:cs typeface="Times New Roman"/>
              </a:rPr>
              <a:t>is</a:t>
            </a:r>
            <a:r>
              <a:rPr sz="2400" spc="-55" dirty="0">
                <a:latin typeface="Times New Roman"/>
                <a:cs typeface="Times New Roman"/>
              </a:rPr>
              <a:t> </a:t>
            </a:r>
            <a:r>
              <a:rPr sz="2400" spc="-120" dirty="0">
                <a:latin typeface="Times New Roman"/>
                <a:cs typeface="Times New Roman"/>
              </a:rPr>
              <a:t>uploaded</a:t>
            </a:r>
            <a:r>
              <a:rPr sz="2400" spc="-65" dirty="0">
                <a:latin typeface="Times New Roman"/>
                <a:cs typeface="Times New Roman"/>
              </a:rPr>
              <a:t> </a:t>
            </a:r>
            <a:r>
              <a:rPr sz="2400" dirty="0">
                <a:latin typeface="Times New Roman"/>
                <a:cs typeface="Times New Roman"/>
              </a:rPr>
              <a:t>to</a:t>
            </a:r>
            <a:r>
              <a:rPr sz="2400" spc="-50" dirty="0">
                <a:latin typeface="Times New Roman"/>
                <a:cs typeface="Times New Roman"/>
              </a:rPr>
              <a:t> </a:t>
            </a:r>
            <a:r>
              <a:rPr sz="2400" spc="-155" dirty="0">
                <a:latin typeface="Times New Roman"/>
                <a:cs typeface="Times New Roman"/>
              </a:rPr>
              <a:t>an</a:t>
            </a:r>
            <a:r>
              <a:rPr sz="2400" spc="-55" dirty="0">
                <a:latin typeface="Times New Roman"/>
                <a:cs typeface="Times New Roman"/>
              </a:rPr>
              <a:t> </a:t>
            </a:r>
            <a:r>
              <a:rPr sz="2400" spc="-240" dirty="0">
                <a:latin typeface="Times New Roman"/>
                <a:cs typeface="Times New Roman"/>
              </a:rPr>
              <a:t>S3</a:t>
            </a:r>
            <a:r>
              <a:rPr sz="2400" spc="-45" dirty="0">
                <a:latin typeface="Times New Roman"/>
                <a:cs typeface="Times New Roman"/>
              </a:rPr>
              <a:t> </a:t>
            </a:r>
            <a:r>
              <a:rPr sz="2400" spc="-10" dirty="0">
                <a:latin typeface="Times New Roman"/>
                <a:cs typeface="Times New Roman"/>
              </a:rPr>
              <a:t>bucket.</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82</a:t>
            </a:fld>
            <a:endParaRPr spc="-25"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4414520"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35" dirty="0"/>
              <a:t>Lambda</a:t>
            </a:r>
            <a:r>
              <a:rPr spc="-170" dirty="0"/>
              <a:t> </a:t>
            </a:r>
            <a:r>
              <a:rPr spc="-10" dirty="0"/>
              <a:t>Overview</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773365"/>
            <a:ext cx="8268970" cy="5393690"/>
          </a:xfrm>
          <a:prstGeom prst="rect">
            <a:avLst/>
          </a:prstGeom>
        </p:spPr>
        <p:txBody>
          <a:bodyPr vert="horz" wrap="square" lIns="0" tIns="71755" rIns="0" bIns="0" rtlCol="0">
            <a:spAutoFit/>
          </a:bodyPr>
          <a:lstStyle/>
          <a:p>
            <a:pPr marL="297180" indent="-284480">
              <a:lnSpc>
                <a:spcPct val="100000"/>
              </a:lnSpc>
              <a:spcBef>
                <a:spcPts val="565"/>
              </a:spcBef>
              <a:buAutoNum type="arabicPeriod" startAt="3"/>
              <a:tabLst>
                <a:tab pos="297180" algn="l"/>
              </a:tabLst>
            </a:pPr>
            <a:r>
              <a:rPr sz="2600" b="1" spc="-10" dirty="0">
                <a:latin typeface="Times New Roman"/>
                <a:cs typeface="Times New Roman"/>
              </a:rPr>
              <a:t>Automatic</a:t>
            </a:r>
            <a:r>
              <a:rPr sz="2600" b="1" spc="-85" dirty="0">
                <a:latin typeface="Times New Roman"/>
                <a:cs typeface="Times New Roman"/>
              </a:rPr>
              <a:t> </a:t>
            </a:r>
            <a:r>
              <a:rPr sz="2600" b="1" spc="-10" dirty="0">
                <a:latin typeface="Times New Roman"/>
                <a:cs typeface="Times New Roman"/>
              </a:rPr>
              <a:t>Scaling</a:t>
            </a:r>
            <a:r>
              <a:rPr sz="2600" spc="-10" dirty="0">
                <a:latin typeface="Times New Roman"/>
                <a:cs typeface="Times New Roman"/>
              </a:rPr>
              <a:t>:</a:t>
            </a:r>
            <a:endParaRPr sz="2600">
              <a:latin typeface="Times New Roman"/>
              <a:cs typeface="Times New Roman"/>
            </a:endParaRPr>
          </a:p>
          <a:p>
            <a:pPr marL="755015" marR="95250" lvl="1" indent="-285750">
              <a:lnSpc>
                <a:spcPct val="100000"/>
              </a:lnSpc>
              <a:spcBef>
                <a:spcPts val="430"/>
              </a:spcBef>
              <a:buClr>
                <a:srgbClr val="9B2C1F"/>
              </a:buClr>
              <a:buSzPct val="85416"/>
              <a:buAutoNum type="arabicPeriod"/>
              <a:tabLst>
                <a:tab pos="756285" algn="l"/>
              </a:tabLst>
            </a:pPr>
            <a:r>
              <a:rPr sz="2400" spc="-150" dirty="0">
                <a:latin typeface="Times New Roman"/>
                <a:cs typeface="Times New Roman"/>
              </a:rPr>
              <a:t>Automatically</a:t>
            </a:r>
            <a:r>
              <a:rPr sz="2400" spc="-50" dirty="0">
                <a:latin typeface="Times New Roman"/>
                <a:cs typeface="Times New Roman"/>
              </a:rPr>
              <a:t> </a:t>
            </a:r>
            <a:r>
              <a:rPr sz="2400" spc="-135" dirty="0">
                <a:latin typeface="Times New Roman"/>
                <a:cs typeface="Times New Roman"/>
              </a:rPr>
              <a:t>handles</a:t>
            </a:r>
            <a:r>
              <a:rPr sz="2400" spc="-35" dirty="0">
                <a:latin typeface="Times New Roman"/>
                <a:cs typeface="Times New Roman"/>
              </a:rPr>
              <a:t> </a:t>
            </a:r>
            <a:r>
              <a:rPr sz="2400" spc="-65" dirty="0">
                <a:latin typeface="Times New Roman"/>
                <a:cs typeface="Times New Roman"/>
              </a:rPr>
              <a:t>the</a:t>
            </a:r>
            <a:r>
              <a:rPr sz="2400" spc="-40" dirty="0">
                <a:latin typeface="Times New Roman"/>
                <a:cs typeface="Times New Roman"/>
              </a:rPr>
              <a:t> </a:t>
            </a:r>
            <a:r>
              <a:rPr sz="2400" spc="-100" dirty="0">
                <a:latin typeface="Times New Roman"/>
                <a:cs typeface="Times New Roman"/>
              </a:rPr>
              <a:t>number</a:t>
            </a:r>
            <a:r>
              <a:rPr sz="2400" spc="-30" dirty="0">
                <a:latin typeface="Times New Roman"/>
                <a:cs typeface="Times New Roman"/>
              </a:rPr>
              <a:t> </a:t>
            </a:r>
            <a:r>
              <a:rPr sz="2400" spc="-140" dirty="0">
                <a:latin typeface="Times New Roman"/>
                <a:cs typeface="Times New Roman"/>
              </a:rPr>
              <a:t>of</a:t>
            </a:r>
            <a:r>
              <a:rPr sz="2400" spc="-40" dirty="0">
                <a:latin typeface="Times New Roman"/>
                <a:cs typeface="Times New Roman"/>
              </a:rPr>
              <a:t> </a:t>
            </a:r>
            <a:r>
              <a:rPr sz="2400" spc="-135" dirty="0">
                <a:latin typeface="Times New Roman"/>
                <a:cs typeface="Times New Roman"/>
              </a:rPr>
              <a:t>instances</a:t>
            </a:r>
            <a:r>
              <a:rPr sz="2400" spc="-35" dirty="0">
                <a:latin typeface="Times New Roman"/>
                <a:cs typeface="Times New Roman"/>
              </a:rPr>
              <a:t> </a:t>
            </a:r>
            <a:r>
              <a:rPr sz="2400" spc="-150" dirty="0">
                <a:latin typeface="Times New Roman"/>
                <a:cs typeface="Times New Roman"/>
              </a:rPr>
              <a:t>based</a:t>
            </a:r>
            <a:r>
              <a:rPr sz="2400" spc="-35" dirty="0">
                <a:latin typeface="Times New Roman"/>
                <a:cs typeface="Times New Roman"/>
              </a:rPr>
              <a:t> </a:t>
            </a:r>
            <a:r>
              <a:rPr sz="2400" spc="-114" dirty="0">
                <a:latin typeface="Times New Roman"/>
                <a:cs typeface="Times New Roman"/>
              </a:rPr>
              <a:t>on</a:t>
            </a:r>
            <a:r>
              <a:rPr sz="2400" spc="-30" dirty="0">
                <a:latin typeface="Times New Roman"/>
                <a:cs typeface="Times New Roman"/>
              </a:rPr>
              <a:t> </a:t>
            </a:r>
            <a:r>
              <a:rPr sz="2400" spc="-65" dirty="0">
                <a:latin typeface="Times New Roman"/>
                <a:cs typeface="Times New Roman"/>
              </a:rPr>
              <a:t>the</a:t>
            </a:r>
            <a:r>
              <a:rPr sz="2400" spc="-25" dirty="0">
                <a:latin typeface="Times New Roman"/>
                <a:cs typeface="Times New Roman"/>
              </a:rPr>
              <a:t> </a:t>
            </a:r>
            <a:r>
              <a:rPr sz="2400" spc="-80" dirty="0">
                <a:latin typeface="Times New Roman"/>
                <a:cs typeface="Times New Roman"/>
              </a:rPr>
              <a:t>volume 	</a:t>
            </a:r>
            <a:r>
              <a:rPr sz="2400" spc="-140" dirty="0">
                <a:latin typeface="Times New Roman"/>
                <a:cs typeface="Times New Roman"/>
              </a:rPr>
              <a:t>of</a:t>
            </a:r>
            <a:r>
              <a:rPr sz="2400" spc="-55" dirty="0">
                <a:latin typeface="Times New Roman"/>
                <a:cs typeface="Times New Roman"/>
              </a:rPr>
              <a:t> </a:t>
            </a:r>
            <a:r>
              <a:rPr sz="2400" spc="-130" dirty="0">
                <a:latin typeface="Times New Roman"/>
                <a:cs typeface="Times New Roman"/>
              </a:rPr>
              <a:t>incoming</a:t>
            </a:r>
            <a:r>
              <a:rPr sz="2400" spc="-85" dirty="0">
                <a:latin typeface="Times New Roman"/>
                <a:cs typeface="Times New Roman"/>
              </a:rPr>
              <a:t> </a:t>
            </a:r>
            <a:r>
              <a:rPr sz="2400" spc="-10" dirty="0">
                <a:latin typeface="Times New Roman"/>
                <a:cs typeface="Times New Roman"/>
              </a:rPr>
              <a:t>requests.</a:t>
            </a:r>
            <a:endParaRPr sz="2400">
              <a:latin typeface="Times New Roman"/>
              <a:cs typeface="Times New Roman"/>
            </a:endParaRPr>
          </a:p>
          <a:p>
            <a:pPr marL="755650" lvl="1" indent="-285750">
              <a:lnSpc>
                <a:spcPct val="100000"/>
              </a:lnSpc>
              <a:spcBef>
                <a:spcPts val="395"/>
              </a:spcBef>
              <a:buClr>
                <a:srgbClr val="9B2C1F"/>
              </a:buClr>
              <a:buSzPct val="85416"/>
              <a:buAutoNum type="arabicPeriod"/>
              <a:tabLst>
                <a:tab pos="755650" algn="l"/>
              </a:tabLst>
            </a:pPr>
            <a:r>
              <a:rPr sz="2400" spc="-180" dirty="0">
                <a:latin typeface="Times New Roman"/>
                <a:cs typeface="Times New Roman"/>
              </a:rPr>
              <a:t>Each</a:t>
            </a:r>
            <a:r>
              <a:rPr sz="2400" spc="-25" dirty="0">
                <a:latin typeface="Times New Roman"/>
                <a:cs typeface="Times New Roman"/>
              </a:rPr>
              <a:t> </a:t>
            </a:r>
            <a:r>
              <a:rPr sz="2400" spc="-110" dirty="0">
                <a:latin typeface="Times New Roman"/>
                <a:cs typeface="Times New Roman"/>
              </a:rPr>
              <a:t>function</a:t>
            </a:r>
            <a:r>
              <a:rPr sz="2400" spc="-20" dirty="0">
                <a:latin typeface="Times New Roman"/>
                <a:cs typeface="Times New Roman"/>
              </a:rPr>
              <a:t> </a:t>
            </a:r>
            <a:r>
              <a:rPr sz="2400" spc="-130" dirty="0">
                <a:latin typeface="Times New Roman"/>
                <a:cs typeface="Times New Roman"/>
              </a:rPr>
              <a:t>invocation</a:t>
            </a:r>
            <a:r>
              <a:rPr sz="2400" spc="-20" dirty="0">
                <a:latin typeface="Times New Roman"/>
                <a:cs typeface="Times New Roman"/>
              </a:rPr>
              <a:t> </a:t>
            </a:r>
            <a:r>
              <a:rPr sz="2400" spc="-160" dirty="0">
                <a:latin typeface="Times New Roman"/>
                <a:cs typeface="Times New Roman"/>
              </a:rPr>
              <a:t>is</a:t>
            </a:r>
            <a:r>
              <a:rPr sz="2400" spc="-20" dirty="0">
                <a:latin typeface="Times New Roman"/>
                <a:cs typeface="Times New Roman"/>
              </a:rPr>
              <a:t> </a:t>
            </a:r>
            <a:r>
              <a:rPr sz="2400" spc="-85" dirty="0">
                <a:latin typeface="Times New Roman"/>
                <a:cs typeface="Times New Roman"/>
              </a:rPr>
              <a:t>independent,</a:t>
            </a:r>
            <a:r>
              <a:rPr sz="2400" spc="-145" dirty="0">
                <a:latin typeface="Times New Roman"/>
                <a:cs typeface="Times New Roman"/>
              </a:rPr>
              <a:t> </a:t>
            </a:r>
            <a:r>
              <a:rPr sz="2400" spc="-114" dirty="0">
                <a:latin typeface="Times New Roman"/>
                <a:cs typeface="Times New Roman"/>
              </a:rPr>
              <a:t>ensuring</a:t>
            </a:r>
            <a:r>
              <a:rPr sz="2400" spc="-20" dirty="0">
                <a:latin typeface="Times New Roman"/>
                <a:cs typeface="Times New Roman"/>
              </a:rPr>
              <a:t> </a:t>
            </a:r>
            <a:r>
              <a:rPr sz="2400" spc="-165" dirty="0">
                <a:latin typeface="Times New Roman"/>
                <a:cs typeface="Times New Roman"/>
              </a:rPr>
              <a:t>high</a:t>
            </a:r>
            <a:r>
              <a:rPr sz="2400" spc="-10" dirty="0">
                <a:latin typeface="Times New Roman"/>
                <a:cs typeface="Times New Roman"/>
              </a:rPr>
              <a:t> </a:t>
            </a:r>
            <a:r>
              <a:rPr sz="2400" spc="-75" dirty="0">
                <a:latin typeface="Times New Roman"/>
                <a:cs typeface="Times New Roman"/>
              </a:rPr>
              <a:t>concurrency.</a:t>
            </a:r>
            <a:endParaRPr sz="2400">
              <a:latin typeface="Times New Roman"/>
              <a:cs typeface="Times New Roman"/>
            </a:endParaRPr>
          </a:p>
          <a:p>
            <a:pPr marL="308610" indent="-295910">
              <a:lnSpc>
                <a:spcPct val="100000"/>
              </a:lnSpc>
              <a:spcBef>
                <a:spcPts val="580"/>
              </a:spcBef>
              <a:buAutoNum type="arabicPeriod" startAt="3"/>
              <a:tabLst>
                <a:tab pos="308610" algn="l"/>
              </a:tabLst>
            </a:pPr>
            <a:r>
              <a:rPr sz="2600" b="1" dirty="0">
                <a:latin typeface="Times New Roman"/>
                <a:cs typeface="Times New Roman"/>
              </a:rPr>
              <a:t>Support</a:t>
            </a:r>
            <a:r>
              <a:rPr sz="2600" b="1" spc="-55" dirty="0">
                <a:latin typeface="Times New Roman"/>
                <a:cs typeface="Times New Roman"/>
              </a:rPr>
              <a:t> </a:t>
            </a:r>
            <a:r>
              <a:rPr sz="2600" b="1" dirty="0">
                <a:latin typeface="Times New Roman"/>
                <a:cs typeface="Times New Roman"/>
              </a:rPr>
              <a:t>for</a:t>
            </a:r>
            <a:r>
              <a:rPr sz="2600" b="1" spc="-65" dirty="0">
                <a:latin typeface="Times New Roman"/>
                <a:cs typeface="Times New Roman"/>
              </a:rPr>
              <a:t> </a:t>
            </a:r>
            <a:r>
              <a:rPr sz="2600" b="1" dirty="0">
                <a:latin typeface="Times New Roman"/>
                <a:cs typeface="Times New Roman"/>
              </a:rPr>
              <a:t>Multiple</a:t>
            </a:r>
            <a:r>
              <a:rPr sz="2600" b="1" spc="-55" dirty="0">
                <a:latin typeface="Times New Roman"/>
                <a:cs typeface="Times New Roman"/>
              </a:rPr>
              <a:t> </a:t>
            </a:r>
            <a:r>
              <a:rPr sz="2600" b="1" spc="-10" dirty="0">
                <a:latin typeface="Times New Roman"/>
                <a:cs typeface="Times New Roman"/>
              </a:rPr>
              <a:t>Languages</a:t>
            </a:r>
            <a:r>
              <a:rPr sz="2600" spc="-10" dirty="0">
                <a:latin typeface="Times New Roman"/>
                <a:cs typeface="Times New Roman"/>
              </a:rPr>
              <a:t>:</a:t>
            </a:r>
            <a:endParaRPr sz="2600">
              <a:latin typeface="Times New Roman"/>
              <a:cs typeface="Times New Roman"/>
            </a:endParaRPr>
          </a:p>
          <a:p>
            <a:pPr marL="755015" marR="411480" lvl="1" indent="-285750">
              <a:lnSpc>
                <a:spcPct val="100000"/>
              </a:lnSpc>
              <a:spcBef>
                <a:spcPts val="430"/>
              </a:spcBef>
              <a:buClr>
                <a:srgbClr val="9B2C1F"/>
              </a:buClr>
              <a:buSzPct val="85416"/>
              <a:buAutoNum type="arabicPeriod"/>
              <a:tabLst>
                <a:tab pos="756285" algn="l"/>
              </a:tabLst>
            </a:pPr>
            <a:r>
              <a:rPr sz="2400" spc="-140" dirty="0">
                <a:latin typeface="Times New Roman"/>
                <a:cs typeface="Times New Roman"/>
              </a:rPr>
              <a:t>Native</a:t>
            </a:r>
            <a:r>
              <a:rPr sz="2400" spc="-20" dirty="0">
                <a:latin typeface="Times New Roman"/>
                <a:cs typeface="Times New Roman"/>
              </a:rPr>
              <a:t> </a:t>
            </a:r>
            <a:r>
              <a:rPr sz="2400" spc="-75" dirty="0">
                <a:latin typeface="Times New Roman"/>
                <a:cs typeface="Times New Roman"/>
              </a:rPr>
              <a:t>support</a:t>
            </a:r>
            <a:r>
              <a:rPr sz="2400" spc="-50" dirty="0">
                <a:latin typeface="Times New Roman"/>
                <a:cs typeface="Times New Roman"/>
              </a:rPr>
              <a:t> </a:t>
            </a:r>
            <a:r>
              <a:rPr sz="2400" spc="-90" dirty="0">
                <a:latin typeface="Times New Roman"/>
                <a:cs typeface="Times New Roman"/>
              </a:rPr>
              <a:t>for</a:t>
            </a:r>
            <a:r>
              <a:rPr sz="2400" spc="-30" dirty="0">
                <a:latin typeface="Times New Roman"/>
                <a:cs typeface="Times New Roman"/>
              </a:rPr>
              <a:t> </a:t>
            </a:r>
            <a:r>
              <a:rPr sz="2400" spc="-90" dirty="0">
                <a:latin typeface="Times New Roman"/>
                <a:cs typeface="Times New Roman"/>
              </a:rPr>
              <a:t>Python,</a:t>
            </a:r>
            <a:r>
              <a:rPr sz="2400" spc="-130" dirty="0">
                <a:latin typeface="Times New Roman"/>
                <a:cs typeface="Times New Roman"/>
              </a:rPr>
              <a:t> </a:t>
            </a:r>
            <a:r>
              <a:rPr sz="2400" spc="-175" dirty="0">
                <a:latin typeface="Times New Roman"/>
                <a:cs typeface="Times New Roman"/>
              </a:rPr>
              <a:t>Java,</a:t>
            </a:r>
            <a:r>
              <a:rPr sz="2400" spc="-135" dirty="0">
                <a:latin typeface="Times New Roman"/>
                <a:cs typeface="Times New Roman"/>
              </a:rPr>
              <a:t> </a:t>
            </a:r>
            <a:r>
              <a:rPr sz="2400" spc="-85" dirty="0">
                <a:latin typeface="Times New Roman"/>
                <a:cs typeface="Times New Roman"/>
              </a:rPr>
              <a:t>Node.js,</a:t>
            </a:r>
            <a:r>
              <a:rPr sz="2400" spc="-140" dirty="0">
                <a:latin typeface="Times New Roman"/>
                <a:cs typeface="Times New Roman"/>
              </a:rPr>
              <a:t> </a:t>
            </a:r>
            <a:r>
              <a:rPr sz="2400" spc="-170" dirty="0">
                <a:latin typeface="Times New Roman"/>
                <a:cs typeface="Times New Roman"/>
              </a:rPr>
              <a:t>Ruby,</a:t>
            </a:r>
            <a:r>
              <a:rPr sz="2400" spc="-135" dirty="0">
                <a:latin typeface="Times New Roman"/>
                <a:cs typeface="Times New Roman"/>
              </a:rPr>
              <a:t> </a:t>
            </a:r>
            <a:r>
              <a:rPr sz="2400" spc="-90" dirty="0">
                <a:latin typeface="Times New Roman"/>
                <a:cs typeface="Times New Roman"/>
              </a:rPr>
              <a:t>Go,</a:t>
            </a:r>
            <a:r>
              <a:rPr sz="2400" spc="-135" dirty="0">
                <a:latin typeface="Times New Roman"/>
                <a:cs typeface="Times New Roman"/>
              </a:rPr>
              <a:t> </a:t>
            </a:r>
            <a:r>
              <a:rPr sz="2400" spc="-105" dirty="0">
                <a:latin typeface="Times New Roman"/>
                <a:cs typeface="Times New Roman"/>
              </a:rPr>
              <a:t>.NET</a:t>
            </a:r>
            <a:r>
              <a:rPr sz="2400" spc="-20" dirty="0">
                <a:latin typeface="Times New Roman"/>
                <a:cs typeface="Times New Roman"/>
              </a:rPr>
              <a:t> </a:t>
            </a:r>
            <a:r>
              <a:rPr sz="2400" spc="-10" dirty="0">
                <a:latin typeface="Times New Roman"/>
                <a:cs typeface="Times New Roman"/>
              </a:rPr>
              <a:t>Core, 	</a:t>
            </a:r>
            <a:r>
              <a:rPr sz="2400" spc="-145" dirty="0">
                <a:latin typeface="Times New Roman"/>
                <a:cs typeface="Times New Roman"/>
              </a:rPr>
              <a:t>and</a:t>
            </a:r>
            <a:r>
              <a:rPr sz="2400" spc="-15" dirty="0">
                <a:latin typeface="Times New Roman"/>
                <a:cs typeface="Times New Roman"/>
              </a:rPr>
              <a:t> </a:t>
            </a:r>
            <a:r>
              <a:rPr sz="2400" spc="-114" dirty="0">
                <a:latin typeface="Times New Roman"/>
                <a:cs typeface="Times New Roman"/>
              </a:rPr>
              <a:t>custom</a:t>
            </a:r>
            <a:r>
              <a:rPr sz="2400" spc="-35" dirty="0">
                <a:latin typeface="Times New Roman"/>
                <a:cs typeface="Times New Roman"/>
              </a:rPr>
              <a:t> </a:t>
            </a:r>
            <a:r>
              <a:rPr sz="2400" spc="-90" dirty="0">
                <a:latin typeface="Times New Roman"/>
                <a:cs typeface="Times New Roman"/>
              </a:rPr>
              <a:t>runtimes</a:t>
            </a:r>
            <a:r>
              <a:rPr sz="2400" spc="-45" dirty="0">
                <a:latin typeface="Times New Roman"/>
                <a:cs typeface="Times New Roman"/>
              </a:rPr>
              <a:t> </a:t>
            </a:r>
            <a:r>
              <a:rPr sz="2400" spc="-150" dirty="0">
                <a:latin typeface="Times New Roman"/>
                <a:cs typeface="Times New Roman"/>
              </a:rPr>
              <a:t>(via</a:t>
            </a:r>
            <a:r>
              <a:rPr sz="2400" spc="-215" dirty="0">
                <a:latin typeface="Times New Roman"/>
                <a:cs typeface="Times New Roman"/>
              </a:rPr>
              <a:t> </a:t>
            </a:r>
            <a:r>
              <a:rPr sz="2400" spc="-185" dirty="0">
                <a:latin typeface="Times New Roman"/>
                <a:cs typeface="Times New Roman"/>
              </a:rPr>
              <a:t>Amazon</a:t>
            </a:r>
            <a:r>
              <a:rPr sz="2400" spc="-35" dirty="0">
                <a:latin typeface="Times New Roman"/>
                <a:cs typeface="Times New Roman"/>
              </a:rPr>
              <a:t> </a:t>
            </a:r>
            <a:r>
              <a:rPr sz="2400" spc="-10" dirty="0">
                <a:latin typeface="Times New Roman"/>
                <a:cs typeface="Times New Roman"/>
              </a:rPr>
              <a:t>Linux).</a:t>
            </a:r>
            <a:endParaRPr sz="2400">
              <a:latin typeface="Times New Roman"/>
              <a:cs typeface="Times New Roman"/>
            </a:endParaRPr>
          </a:p>
          <a:p>
            <a:pPr marL="755650" lvl="1" indent="-285750">
              <a:lnSpc>
                <a:spcPct val="100000"/>
              </a:lnSpc>
              <a:spcBef>
                <a:spcPts val="400"/>
              </a:spcBef>
              <a:buClr>
                <a:srgbClr val="9B2C1F"/>
              </a:buClr>
              <a:buSzPct val="85416"/>
              <a:buAutoNum type="arabicPeriod"/>
              <a:tabLst>
                <a:tab pos="755650" algn="l"/>
              </a:tabLst>
            </a:pPr>
            <a:r>
              <a:rPr sz="2400" spc="-190" dirty="0">
                <a:latin typeface="Times New Roman"/>
                <a:cs typeface="Times New Roman"/>
              </a:rPr>
              <a:t>Easily</a:t>
            </a:r>
            <a:r>
              <a:rPr sz="2400" spc="-55" dirty="0">
                <a:latin typeface="Times New Roman"/>
                <a:cs typeface="Times New Roman"/>
              </a:rPr>
              <a:t> </a:t>
            </a:r>
            <a:r>
              <a:rPr sz="2400" spc="-100" dirty="0">
                <a:latin typeface="Times New Roman"/>
                <a:cs typeface="Times New Roman"/>
              </a:rPr>
              <a:t>extendable</a:t>
            </a:r>
            <a:r>
              <a:rPr sz="2400" spc="-30" dirty="0">
                <a:latin typeface="Times New Roman"/>
                <a:cs typeface="Times New Roman"/>
              </a:rPr>
              <a:t> </a:t>
            </a:r>
            <a:r>
              <a:rPr sz="2400" spc="-155" dirty="0">
                <a:latin typeface="Times New Roman"/>
                <a:cs typeface="Times New Roman"/>
              </a:rPr>
              <a:t>using</a:t>
            </a:r>
            <a:r>
              <a:rPr sz="2400" spc="-55" dirty="0">
                <a:latin typeface="Times New Roman"/>
                <a:cs typeface="Times New Roman"/>
              </a:rPr>
              <a:t> </a:t>
            </a:r>
            <a:r>
              <a:rPr sz="2400" spc="-90" dirty="0">
                <a:latin typeface="Times New Roman"/>
                <a:cs typeface="Times New Roman"/>
              </a:rPr>
              <a:t>container</a:t>
            </a:r>
            <a:r>
              <a:rPr sz="2400" spc="-50" dirty="0">
                <a:latin typeface="Times New Roman"/>
                <a:cs typeface="Times New Roman"/>
              </a:rPr>
              <a:t> </a:t>
            </a:r>
            <a:r>
              <a:rPr sz="2400" spc="-10" dirty="0">
                <a:latin typeface="Times New Roman"/>
                <a:cs typeface="Times New Roman"/>
              </a:rPr>
              <a:t>images.</a:t>
            </a:r>
            <a:endParaRPr sz="2400">
              <a:latin typeface="Times New Roman"/>
              <a:cs typeface="Times New Roman"/>
            </a:endParaRPr>
          </a:p>
          <a:p>
            <a:pPr marL="308610" indent="-295910">
              <a:lnSpc>
                <a:spcPct val="100000"/>
              </a:lnSpc>
              <a:spcBef>
                <a:spcPts val="565"/>
              </a:spcBef>
              <a:buAutoNum type="arabicPeriod" startAt="3"/>
              <a:tabLst>
                <a:tab pos="308610" algn="l"/>
              </a:tabLst>
            </a:pPr>
            <a:r>
              <a:rPr sz="2600" b="1" spc="-105" dirty="0">
                <a:latin typeface="Times New Roman"/>
                <a:cs typeface="Times New Roman"/>
              </a:rPr>
              <a:t>Pay-</a:t>
            </a:r>
            <a:r>
              <a:rPr sz="2600" b="1" spc="-50" dirty="0">
                <a:latin typeface="Times New Roman"/>
                <a:cs typeface="Times New Roman"/>
              </a:rPr>
              <a:t>As-</a:t>
            </a:r>
            <a:r>
              <a:rPr sz="2600" b="1" spc="-100" dirty="0">
                <a:latin typeface="Times New Roman"/>
                <a:cs typeface="Times New Roman"/>
              </a:rPr>
              <a:t>You-</a:t>
            </a:r>
            <a:r>
              <a:rPr sz="2600" b="1" spc="-105" dirty="0">
                <a:latin typeface="Times New Roman"/>
                <a:cs typeface="Times New Roman"/>
              </a:rPr>
              <a:t>Go</a:t>
            </a:r>
            <a:r>
              <a:rPr sz="2600" b="1" spc="15" dirty="0">
                <a:latin typeface="Times New Roman"/>
                <a:cs typeface="Times New Roman"/>
              </a:rPr>
              <a:t> </a:t>
            </a:r>
            <a:r>
              <a:rPr sz="2600" b="1" spc="-10" dirty="0">
                <a:latin typeface="Times New Roman"/>
                <a:cs typeface="Times New Roman"/>
              </a:rPr>
              <a:t>Pricing</a:t>
            </a:r>
            <a:r>
              <a:rPr sz="2600" spc="-10" dirty="0">
                <a:latin typeface="Times New Roman"/>
                <a:cs typeface="Times New Roman"/>
              </a:rPr>
              <a:t>:</a:t>
            </a:r>
            <a:endParaRPr sz="2600">
              <a:latin typeface="Times New Roman"/>
              <a:cs typeface="Times New Roman"/>
            </a:endParaRPr>
          </a:p>
          <a:p>
            <a:pPr marL="755015" marR="636270" lvl="1" indent="-285750">
              <a:lnSpc>
                <a:spcPct val="100000"/>
              </a:lnSpc>
              <a:spcBef>
                <a:spcPts val="430"/>
              </a:spcBef>
              <a:buClr>
                <a:srgbClr val="9B2C1F"/>
              </a:buClr>
              <a:buSzPct val="85416"/>
              <a:buAutoNum type="arabicPeriod"/>
              <a:tabLst>
                <a:tab pos="756285" algn="l"/>
              </a:tabLst>
            </a:pPr>
            <a:r>
              <a:rPr sz="2400" spc="-155" dirty="0">
                <a:latin typeface="Times New Roman"/>
                <a:cs typeface="Times New Roman"/>
              </a:rPr>
              <a:t>Billed</a:t>
            </a:r>
            <a:r>
              <a:rPr sz="2400" spc="-30" dirty="0">
                <a:latin typeface="Times New Roman"/>
                <a:cs typeface="Times New Roman"/>
              </a:rPr>
              <a:t> </a:t>
            </a:r>
            <a:r>
              <a:rPr sz="2400" spc="-150" dirty="0">
                <a:latin typeface="Times New Roman"/>
                <a:cs typeface="Times New Roman"/>
              </a:rPr>
              <a:t>based</a:t>
            </a:r>
            <a:r>
              <a:rPr sz="2400" spc="-25" dirty="0">
                <a:latin typeface="Times New Roman"/>
                <a:cs typeface="Times New Roman"/>
              </a:rPr>
              <a:t> </a:t>
            </a:r>
            <a:r>
              <a:rPr sz="2400" spc="-110" dirty="0">
                <a:latin typeface="Times New Roman"/>
                <a:cs typeface="Times New Roman"/>
              </a:rPr>
              <a:t>on</a:t>
            </a:r>
            <a:r>
              <a:rPr sz="2400" spc="-40" dirty="0">
                <a:latin typeface="Times New Roman"/>
                <a:cs typeface="Times New Roman"/>
              </a:rPr>
              <a:t> </a:t>
            </a:r>
            <a:r>
              <a:rPr sz="2400" spc="-65" dirty="0">
                <a:latin typeface="Times New Roman"/>
                <a:cs typeface="Times New Roman"/>
              </a:rPr>
              <a:t>the</a:t>
            </a:r>
            <a:r>
              <a:rPr sz="2400" spc="-25" dirty="0">
                <a:latin typeface="Times New Roman"/>
                <a:cs typeface="Times New Roman"/>
              </a:rPr>
              <a:t> </a:t>
            </a:r>
            <a:r>
              <a:rPr sz="2400" spc="-105" dirty="0">
                <a:latin typeface="Times New Roman"/>
                <a:cs typeface="Times New Roman"/>
              </a:rPr>
              <a:t>number</a:t>
            </a:r>
            <a:r>
              <a:rPr sz="2400" spc="-35" dirty="0">
                <a:latin typeface="Times New Roman"/>
                <a:cs typeface="Times New Roman"/>
              </a:rPr>
              <a:t> </a:t>
            </a:r>
            <a:r>
              <a:rPr sz="2400" spc="-140" dirty="0">
                <a:latin typeface="Times New Roman"/>
                <a:cs typeface="Times New Roman"/>
              </a:rPr>
              <a:t>of</a:t>
            </a:r>
            <a:r>
              <a:rPr sz="2400" spc="-40" dirty="0">
                <a:latin typeface="Times New Roman"/>
                <a:cs typeface="Times New Roman"/>
              </a:rPr>
              <a:t> </a:t>
            </a:r>
            <a:r>
              <a:rPr sz="2400" spc="-105" dirty="0">
                <a:latin typeface="Times New Roman"/>
                <a:cs typeface="Times New Roman"/>
              </a:rPr>
              <a:t>requests</a:t>
            </a:r>
            <a:r>
              <a:rPr sz="2400" spc="-40" dirty="0">
                <a:latin typeface="Times New Roman"/>
                <a:cs typeface="Times New Roman"/>
              </a:rPr>
              <a:t> </a:t>
            </a:r>
            <a:r>
              <a:rPr sz="2400" spc="-145" dirty="0">
                <a:latin typeface="Times New Roman"/>
                <a:cs typeface="Times New Roman"/>
              </a:rPr>
              <a:t>and</a:t>
            </a:r>
            <a:r>
              <a:rPr sz="2400" spc="-30" dirty="0">
                <a:latin typeface="Times New Roman"/>
                <a:cs typeface="Times New Roman"/>
              </a:rPr>
              <a:t> </a:t>
            </a:r>
            <a:r>
              <a:rPr sz="2400" spc="-105" dirty="0">
                <a:latin typeface="Times New Roman"/>
                <a:cs typeface="Times New Roman"/>
              </a:rPr>
              <a:t>execution</a:t>
            </a:r>
            <a:r>
              <a:rPr sz="2400" spc="-35" dirty="0">
                <a:latin typeface="Times New Roman"/>
                <a:cs typeface="Times New Roman"/>
              </a:rPr>
              <a:t> </a:t>
            </a:r>
            <a:r>
              <a:rPr sz="2400" spc="-60" dirty="0">
                <a:latin typeface="Times New Roman"/>
                <a:cs typeface="Times New Roman"/>
              </a:rPr>
              <a:t>duration 	</a:t>
            </a:r>
            <a:r>
              <a:rPr sz="2400" spc="-95" dirty="0">
                <a:latin typeface="Times New Roman"/>
                <a:cs typeface="Times New Roman"/>
              </a:rPr>
              <a:t>(rounded</a:t>
            </a:r>
            <a:r>
              <a:rPr sz="2400" spc="-80" dirty="0">
                <a:latin typeface="Times New Roman"/>
                <a:cs typeface="Times New Roman"/>
              </a:rPr>
              <a:t> </a:t>
            </a:r>
            <a:r>
              <a:rPr sz="2400" dirty="0">
                <a:latin typeface="Times New Roman"/>
                <a:cs typeface="Times New Roman"/>
              </a:rPr>
              <a:t>to</a:t>
            </a:r>
            <a:r>
              <a:rPr sz="2400" spc="-70" dirty="0">
                <a:latin typeface="Times New Roman"/>
                <a:cs typeface="Times New Roman"/>
              </a:rPr>
              <a:t> </a:t>
            </a:r>
            <a:r>
              <a:rPr sz="2400" spc="-65" dirty="0">
                <a:latin typeface="Times New Roman"/>
                <a:cs typeface="Times New Roman"/>
              </a:rPr>
              <a:t>the</a:t>
            </a:r>
            <a:r>
              <a:rPr sz="2400" spc="-50" dirty="0">
                <a:latin typeface="Times New Roman"/>
                <a:cs typeface="Times New Roman"/>
              </a:rPr>
              <a:t> </a:t>
            </a:r>
            <a:r>
              <a:rPr sz="2400" spc="-100" dirty="0">
                <a:latin typeface="Times New Roman"/>
                <a:cs typeface="Times New Roman"/>
              </a:rPr>
              <a:t>nearest</a:t>
            </a:r>
            <a:r>
              <a:rPr sz="2400" spc="-55" dirty="0">
                <a:latin typeface="Times New Roman"/>
                <a:cs typeface="Times New Roman"/>
              </a:rPr>
              <a:t> </a:t>
            </a:r>
            <a:r>
              <a:rPr sz="2400" spc="-10" dirty="0">
                <a:latin typeface="Times New Roman"/>
                <a:cs typeface="Times New Roman"/>
              </a:rPr>
              <a:t>millisecond).</a:t>
            </a:r>
            <a:endParaRPr sz="2400">
              <a:latin typeface="Times New Roman"/>
              <a:cs typeface="Times New Roman"/>
            </a:endParaRPr>
          </a:p>
          <a:p>
            <a:pPr marL="755015" marR="294640" lvl="1" indent="-285750">
              <a:lnSpc>
                <a:spcPct val="100000"/>
              </a:lnSpc>
              <a:spcBef>
                <a:spcPts val="409"/>
              </a:spcBef>
              <a:buClr>
                <a:srgbClr val="9B2C1F"/>
              </a:buClr>
              <a:buSzPct val="85416"/>
              <a:buAutoNum type="arabicPeriod"/>
              <a:tabLst>
                <a:tab pos="756285" algn="l"/>
              </a:tabLst>
            </a:pPr>
            <a:r>
              <a:rPr sz="2400" spc="-114" dirty="0">
                <a:latin typeface="Times New Roman"/>
                <a:cs typeface="Times New Roman"/>
              </a:rPr>
              <a:t>Free</a:t>
            </a:r>
            <a:r>
              <a:rPr sz="2400" spc="-35" dirty="0">
                <a:latin typeface="Times New Roman"/>
                <a:cs typeface="Times New Roman"/>
              </a:rPr>
              <a:t> tier </a:t>
            </a:r>
            <a:r>
              <a:rPr sz="2400" spc="-120" dirty="0">
                <a:latin typeface="Times New Roman"/>
                <a:cs typeface="Times New Roman"/>
              </a:rPr>
              <a:t>includes</a:t>
            </a:r>
            <a:r>
              <a:rPr sz="2400" spc="-60" dirty="0">
                <a:latin typeface="Times New Roman"/>
                <a:cs typeface="Times New Roman"/>
              </a:rPr>
              <a:t> </a:t>
            </a:r>
            <a:r>
              <a:rPr sz="2400" spc="-114" dirty="0">
                <a:latin typeface="Times New Roman"/>
                <a:cs typeface="Times New Roman"/>
              </a:rPr>
              <a:t>1</a:t>
            </a:r>
            <a:r>
              <a:rPr sz="2400" spc="-30" dirty="0">
                <a:latin typeface="Times New Roman"/>
                <a:cs typeface="Times New Roman"/>
              </a:rPr>
              <a:t> </a:t>
            </a:r>
            <a:r>
              <a:rPr sz="2400" spc="-114" dirty="0">
                <a:latin typeface="Times New Roman"/>
                <a:cs typeface="Times New Roman"/>
              </a:rPr>
              <a:t>million</a:t>
            </a:r>
            <a:r>
              <a:rPr sz="2400" spc="-55" dirty="0">
                <a:latin typeface="Times New Roman"/>
                <a:cs typeface="Times New Roman"/>
              </a:rPr>
              <a:t> </a:t>
            </a:r>
            <a:r>
              <a:rPr sz="2400" spc="-105" dirty="0">
                <a:latin typeface="Times New Roman"/>
                <a:cs typeface="Times New Roman"/>
              </a:rPr>
              <a:t>requests</a:t>
            </a:r>
            <a:r>
              <a:rPr sz="2400" spc="-40" dirty="0">
                <a:latin typeface="Times New Roman"/>
                <a:cs typeface="Times New Roman"/>
              </a:rPr>
              <a:t> </a:t>
            </a:r>
            <a:r>
              <a:rPr sz="2400" spc="-145" dirty="0">
                <a:latin typeface="Times New Roman"/>
                <a:cs typeface="Times New Roman"/>
              </a:rPr>
              <a:t>and</a:t>
            </a:r>
            <a:r>
              <a:rPr sz="2400" spc="-40" dirty="0">
                <a:latin typeface="Times New Roman"/>
                <a:cs typeface="Times New Roman"/>
              </a:rPr>
              <a:t> </a:t>
            </a:r>
            <a:r>
              <a:rPr sz="2400" spc="-80" dirty="0">
                <a:latin typeface="Times New Roman"/>
                <a:cs typeface="Times New Roman"/>
              </a:rPr>
              <a:t>400,000</a:t>
            </a:r>
            <a:r>
              <a:rPr sz="2400" spc="-50" dirty="0">
                <a:latin typeface="Times New Roman"/>
                <a:cs typeface="Times New Roman"/>
              </a:rPr>
              <a:t> </a:t>
            </a:r>
            <a:r>
              <a:rPr sz="2400" spc="-204" dirty="0">
                <a:latin typeface="Times New Roman"/>
                <a:cs typeface="Times New Roman"/>
              </a:rPr>
              <a:t>GB-</a:t>
            </a:r>
            <a:r>
              <a:rPr sz="2400" spc="-135" dirty="0">
                <a:latin typeface="Times New Roman"/>
                <a:cs typeface="Times New Roman"/>
              </a:rPr>
              <a:t>seconds</a:t>
            </a:r>
            <a:r>
              <a:rPr sz="2400" spc="-55" dirty="0">
                <a:latin typeface="Times New Roman"/>
                <a:cs typeface="Times New Roman"/>
              </a:rPr>
              <a:t> </a:t>
            </a:r>
            <a:r>
              <a:rPr sz="2400" spc="-25" dirty="0">
                <a:latin typeface="Times New Roman"/>
                <a:cs typeface="Times New Roman"/>
              </a:rPr>
              <a:t>per 	</a:t>
            </a:r>
            <a:r>
              <a:rPr sz="2400" spc="-10" dirty="0">
                <a:latin typeface="Times New Roman"/>
                <a:cs typeface="Times New Roman"/>
              </a:rPr>
              <a:t>month.</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83</a:t>
            </a:fld>
            <a:endParaRPr spc="-25"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4414520"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35" dirty="0"/>
              <a:t>Lambda</a:t>
            </a:r>
            <a:r>
              <a:rPr spc="-170" dirty="0"/>
              <a:t> </a:t>
            </a:r>
            <a:r>
              <a:rPr spc="-10" dirty="0"/>
              <a:t>Overview</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773365"/>
            <a:ext cx="8142605" cy="4610100"/>
          </a:xfrm>
          <a:prstGeom prst="rect">
            <a:avLst/>
          </a:prstGeom>
        </p:spPr>
        <p:txBody>
          <a:bodyPr vert="horz" wrap="square" lIns="0" tIns="71755" rIns="0" bIns="0" rtlCol="0">
            <a:spAutoFit/>
          </a:bodyPr>
          <a:lstStyle/>
          <a:p>
            <a:pPr marL="308610" indent="-295910">
              <a:lnSpc>
                <a:spcPct val="100000"/>
              </a:lnSpc>
              <a:spcBef>
                <a:spcPts val="565"/>
              </a:spcBef>
              <a:buAutoNum type="arabicPeriod" startAt="6"/>
              <a:tabLst>
                <a:tab pos="308610" algn="l"/>
              </a:tabLst>
            </a:pPr>
            <a:r>
              <a:rPr sz="2600" b="1" dirty="0">
                <a:latin typeface="Times New Roman"/>
                <a:cs typeface="Times New Roman"/>
              </a:rPr>
              <a:t>Integration with</a:t>
            </a:r>
            <a:r>
              <a:rPr sz="2600" b="1" spc="-120" dirty="0">
                <a:latin typeface="Times New Roman"/>
                <a:cs typeface="Times New Roman"/>
              </a:rPr>
              <a:t> </a:t>
            </a:r>
            <a:r>
              <a:rPr sz="2600" b="1" spc="-290" dirty="0">
                <a:latin typeface="Times New Roman"/>
                <a:cs typeface="Times New Roman"/>
              </a:rPr>
              <a:t>AWS</a:t>
            </a:r>
            <a:r>
              <a:rPr sz="2600" b="1" dirty="0">
                <a:latin typeface="Times New Roman"/>
                <a:cs typeface="Times New Roman"/>
              </a:rPr>
              <a:t> </a:t>
            </a:r>
            <a:r>
              <a:rPr sz="2600" b="1" spc="-10" dirty="0">
                <a:latin typeface="Times New Roman"/>
                <a:cs typeface="Times New Roman"/>
              </a:rPr>
              <a:t>Ecosystem</a:t>
            </a:r>
            <a:r>
              <a:rPr sz="2600" spc="-10" dirty="0">
                <a:latin typeface="Times New Roman"/>
                <a:cs typeface="Times New Roman"/>
              </a:rPr>
              <a:t>:</a:t>
            </a:r>
            <a:endParaRPr sz="2600">
              <a:latin typeface="Times New Roman"/>
              <a:cs typeface="Times New Roman"/>
            </a:endParaRPr>
          </a:p>
          <a:p>
            <a:pPr marL="755015" marR="85725" lvl="1" indent="-285750">
              <a:lnSpc>
                <a:spcPct val="100000"/>
              </a:lnSpc>
              <a:spcBef>
                <a:spcPts val="430"/>
              </a:spcBef>
              <a:buClr>
                <a:srgbClr val="9B2C1F"/>
              </a:buClr>
              <a:buSzPct val="85416"/>
              <a:buAutoNum type="arabicPeriod"/>
              <a:tabLst>
                <a:tab pos="756285" algn="l"/>
              </a:tabLst>
            </a:pPr>
            <a:r>
              <a:rPr sz="2400" spc="-175" dirty="0">
                <a:latin typeface="Times New Roman"/>
                <a:cs typeface="Times New Roman"/>
              </a:rPr>
              <a:t>Seamless</a:t>
            </a:r>
            <a:r>
              <a:rPr sz="2400" spc="-30" dirty="0">
                <a:latin typeface="Times New Roman"/>
                <a:cs typeface="Times New Roman"/>
              </a:rPr>
              <a:t> </a:t>
            </a:r>
            <a:r>
              <a:rPr sz="2400" spc="-85" dirty="0">
                <a:latin typeface="Times New Roman"/>
                <a:cs typeface="Times New Roman"/>
              </a:rPr>
              <a:t>integration</a:t>
            </a:r>
            <a:r>
              <a:rPr sz="2400" spc="-25" dirty="0">
                <a:latin typeface="Times New Roman"/>
                <a:cs typeface="Times New Roman"/>
              </a:rPr>
              <a:t> </a:t>
            </a:r>
            <a:r>
              <a:rPr sz="2400" spc="-105" dirty="0">
                <a:latin typeface="Times New Roman"/>
                <a:cs typeface="Times New Roman"/>
              </a:rPr>
              <a:t>with</a:t>
            </a:r>
            <a:r>
              <a:rPr sz="2400" spc="-40" dirty="0">
                <a:latin typeface="Times New Roman"/>
                <a:cs typeface="Times New Roman"/>
              </a:rPr>
              <a:t> </a:t>
            </a:r>
            <a:r>
              <a:rPr sz="2400" spc="-120" dirty="0">
                <a:latin typeface="Times New Roman"/>
                <a:cs typeface="Times New Roman"/>
              </a:rPr>
              <a:t>services</a:t>
            </a:r>
            <a:r>
              <a:rPr sz="2400" spc="-20" dirty="0">
                <a:latin typeface="Times New Roman"/>
                <a:cs typeface="Times New Roman"/>
              </a:rPr>
              <a:t> </a:t>
            </a:r>
            <a:r>
              <a:rPr sz="2400" spc="-125" dirty="0">
                <a:latin typeface="Times New Roman"/>
                <a:cs typeface="Times New Roman"/>
              </a:rPr>
              <a:t>like</a:t>
            </a:r>
            <a:r>
              <a:rPr sz="2400" spc="-40" dirty="0">
                <a:latin typeface="Times New Roman"/>
                <a:cs typeface="Times New Roman"/>
              </a:rPr>
              <a:t> </a:t>
            </a:r>
            <a:r>
              <a:rPr sz="2400" spc="-125" dirty="0">
                <a:latin typeface="Times New Roman"/>
                <a:cs typeface="Times New Roman"/>
              </a:rPr>
              <a:t>S3,</a:t>
            </a:r>
            <a:r>
              <a:rPr sz="2400" spc="-135" dirty="0">
                <a:latin typeface="Times New Roman"/>
                <a:cs typeface="Times New Roman"/>
              </a:rPr>
              <a:t> </a:t>
            </a:r>
            <a:r>
              <a:rPr sz="2400" spc="-155" dirty="0">
                <a:latin typeface="Times New Roman"/>
                <a:cs typeface="Times New Roman"/>
              </a:rPr>
              <a:t>DynamoDB,</a:t>
            </a:r>
            <a:r>
              <a:rPr sz="2400" spc="-140" dirty="0">
                <a:latin typeface="Times New Roman"/>
                <a:cs typeface="Times New Roman"/>
              </a:rPr>
              <a:t> </a:t>
            </a:r>
            <a:r>
              <a:rPr sz="2400" spc="-195" dirty="0">
                <a:latin typeface="Times New Roman"/>
                <a:cs typeface="Times New Roman"/>
              </a:rPr>
              <a:t>SNS,</a:t>
            </a:r>
            <a:r>
              <a:rPr sz="2400" spc="-130" dirty="0">
                <a:latin typeface="Times New Roman"/>
                <a:cs typeface="Times New Roman"/>
              </a:rPr>
              <a:t> </a:t>
            </a:r>
            <a:r>
              <a:rPr sz="2400" spc="-90" dirty="0">
                <a:latin typeface="Times New Roman"/>
                <a:cs typeface="Times New Roman"/>
              </a:rPr>
              <a:t>SQS, 	</a:t>
            </a:r>
            <a:r>
              <a:rPr sz="2400" spc="-114" dirty="0">
                <a:latin typeface="Times New Roman"/>
                <a:cs typeface="Times New Roman"/>
              </a:rPr>
              <a:t>CloudWatch,</a:t>
            </a:r>
            <a:r>
              <a:rPr sz="2400" spc="-125" dirty="0">
                <a:latin typeface="Times New Roman"/>
                <a:cs typeface="Times New Roman"/>
              </a:rPr>
              <a:t> </a:t>
            </a:r>
            <a:r>
              <a:rPr sz="2400" spc="-145" dirty="0">
                <a:latin typeface="Times New Roman"/>
                <a:cs typeface="Times New Roman"/>
              </a:rPr>
              <a:t>and</a:t>
            </a:r>
            <a:r>
              <a:rPr sz="2400" dirty="0">
                <a:latin typeface="Times New Roman"/>
                <a:cs typeface="Times New Roman"/>
              </a:rPr>
              <a:t> </a:t>
            </a:r>
            <a:r>
              <a:rPr sz="2400" spc="-10" dirty="0">
                <a:latin typeface="Times New Roman"/>
                <a:cs typeface="Times New Roman"/>
              </a:rPr>
              <a:t>more.</a:t>
            </a:r>
            <a:endParaRPr sz="2400">
              <a:latin typeface="Times New Roman"/>
              <a:cs typeface="Times New Roman"/>
            </a:endParaRPr>
          </a:p>
          <a:p>
            <a:pPr marL="755015" marR="5080" lvl="1" indent="-285750">
              <a:lnSpc>
                <a:spcPct val="100000"/>
              </a:lnSpc>
              <a:spcBef>
                <a:spcPts val="395"/>
              </a:spcBef>
              <a:buClr>
                <a:srgbClr val="9B2C1F"/>
              </a:buClr>
              <a:buSzPct val="85416"/>
              <a:buAutoNum type="arabicPeriod"/>
              <a:tabLst>
                <a:tab pos="756285" algn="l"/>
              </a:tabLst>
            </a:pPr>
            <a:r>
              <a:rPr sz="2400" spc="-155" dirty="0">
                <a:latin typeface="Times New Roman"/>
                <a:cs typeface="Times New Roman"/>
              </a:rPr>
              <a:t>Use</a:t>
            </a:r>
            <a:r>
              <a:rPr sz="2400" spc="-45" dirty="0">
                <a:latin typeface="Times New Roman"/>
                <a:cs typeface="Times New Roman"/>
              </a:rPr>
              <a:t> </a:t>
            </a:r>
            <a:r>
              <a:rPr sz="2400" spc="-190" dirty="0">
                <a:latin typeface="Times New Roman"/>
                <a:cs typeface="Times New Roman"/>
              </a:rPr>
              <a:t>as</a:t>
            </a:r>
            <a:r>
              <a:rPr sz="2400" spc="-55" dirty="0">
                <a:latin typeface="Times New Roman"/>
                <a:cs typeface="Times New Roman"/>
              </a:rPr>
              <a:t> </a:t>
            </a:r>
            <a:r>
              <a:rPr sz="2400" spc="-35" dirty="0">
                <a:latin typeface="Times New Roman"/>
                <a:cs typeface="Times New Roman"/>
              </a:rPr>
              <a:t>part</a:t>
            </a:r>
            <a:r>
              <a:rPr sz="2400" spc="-45" dirty="0">
                <a:latin typeface="Times New Roman"/>
                <a:cs typeface="Times New Roman"/>
              </a:rPr>
              <a:t> </a:t>
            </a:r>
            <a:r>
              <a:rPr sz="2400" spc="-140" dirty="0">
                <a:latin typeface="Times New Roman"/>
                <a:cs typeface="Times New Roman"/>
              </a:rPr>
              <a:t>of</a:t>
            </a:r>
            <a:r>
              <a:rPr sz="2400" spc="-60" dirty="0">
                <a:latin typeface="Times New Roman"/>
                <a:cs typeface="Times New Roman"/>
              </a:rPr>
              <a:t> </a:t>
            </a:r>
            <a:r>
              <a:rPr sz="2400" spc="-145" dirty="0">
                <a:latin typeface="Times New Roman"/>
                <a:cs typeface="Times New Roman"/>
              </a:rPr>
              <a:t>workflows</a:t>
            </a:r>
            <a:r>
              <a:rPr sz="2400" spc="-60" dirty="0">
                <a:latin typeface="Times New Roman"/>
                <a:cs typeface="Times New Roman"/>
              </a:rPr>
              <a:t> </a:t>
            </a:r>
            <a:r>
              <a:rPr sz="2400" spc="-120" dirty="0">
                <a:latin typeface="Times New Roman"/>
                <a:cs typeface="Times New Roman"/>
              </a:rPr>
              <a:t>in</a:t>
            </a:r>
            <a:r>
              <a:rPr sz="2400" spc="-45" dirty="0">
                <a:latin typeface="Times New Roman"/>
                <a:cs typeface="Times New Roman"/>
              </a:rPr>
              <a:t> </a:t>
            </a:r>
            <a:r>
              <a:rPr sz="2400" spc="-140" dirty="0">
                <a:latin typeface="Times New Roman"/>
                <a:cs typeface="Times New Roman"/>
              </a:rPr>
              <a:t>Step</a:t>
            </a:r>
            <a:r>
              <a:rPr sz="2400" spc="-45" dirty="0">
                <a:latin typeface="Times New Roman"/>
                <a:cs typeface="Times New Roman"/>
              </a:rPr>
              <a:t> </a:t>
            </a:r>
            <a:r>
              <a:rPr sz="2400" spc="-130" dirty="0">
                <a:latin typeface="Times New Roman"/>
                <a:cs typeface="Times New Roman"/>
              </a:rPr>
              <a:t>Functions</a:t>
            </a:r>
            <a:r>
              <a:rPr sz="2400" spc="-65" dirty="0">
                <a:latin typeface="Times New Roman"/>
                <a:cs typeface="Times New Roman"/>
              </a:rPr>
              <a:t> </a:t>
            </a:r>
            <a:r>
              <a:rPr sz="2400" dirty="0">
                <a:latin typeface="Times New Roman"/>
                <a:cs typeface="Times New Roman"/>
              </a:rPr>
              <a:t>or</a:t>
            </a:r>
            <a:r>
              <a:rPr sz="2400" spc="-50" dirty="0">
                <a:latin typeface="Times New Roman"/>
                <a:cs typeface="Times New Roman"/>
              </a:rPr>
              <a:t> </a:t>
            </a:r>
            <a:r>
              <a:rPr sz="2400" spc="-190" dirty="0">
                <a:latin typeface="Times New Roman"/>
                <a:cs typeface="Times New Roman"/>
              </a:rPr>
              <a:t>as</a:t>
            </a:r>
            <a:r>
              <a:rPr sz="2400" spc="-45" dirty="0">
                <a:latin typeface="Times New Roman"/>
                <a:cs typeface="Times New Roman"/>
              </a:rPr>
              <a:t> </a:t>
            </a:r>
            <a:r>
              <a:rPr sz="2400" spc="-200" dirty="0">
                <a:latin typeface="Times New Roman"/>
                <a:cs typeface="Times New Roman"/>
              </a:rPr>
              <a:t>a</a:t>
            </a:r>
            <a:r>
              <a:rPr sz="2400" spc="-60" dirty="0">
                <a:latin typeface="Times New Roman"/>
                <a:cs typeface="Times New Roman"/>
              </a:rPr>
              <a:t> </a:t>
            </a:r>
            <a:r>
              <a:rPr sz="2400" spc="-140" dirty="0">
                <a:latin typeface="Times New Roman"/>
                <a:cs typeface="Times New Roman"/>
              </a:rPr>
              <a:t>backend</a:t>
            </a:r>
            <a:r>
              <a:rPr sz="2400" spc="-55" dirty="0">
                <a:latin typeface="Times New Roman"/>
                <a:cs typeface="Times New Roman"/>
              </a:rPr>
              <a:t> </a:t>
            </a:r>
            <a:r>
              <a:rPr sz="2400" spc="-95" dirty="0">
                <a:latin typeface="Times New Roman"/>
                <a:cs typeface="Times New Roman"/>
              </a:rPr>
              <a:t>for</a:t>
            </a:r>
            <a:r>
              <a:rPr sz="2400" spc="-240" dirty="0">
                <a:latin typeface="Times New Roman"/>
                <a:cs typeface="Times New Roman"/>
              </a:rPr>
              <a:t> </a:t>
            </a:r>
            <a:r>
              <a:rPr sz="2400" spc="-135" dirty="0">
                <a:latin typeface="Times New Roman"/>
                <a:cs typeface="Times New Roman"/>
              </a:rPr>
              <a:t>APIs 	</a:t>
            </a:r>
            <a:r>
              <a:rPr sz="2400" spc="-150" dirty="0">
                <a:latin typeface="Times New Roman"/>
                <a:cs typeface="Times New Roman"/>
              </a:rPr>
              <a:t>using</a:t>
            </a:r>
            <a:r>
              <a:rPr sz="2400" spc="-235" dirty="0">
                <a:latin typeface="Times New Roman"/>
                <a:cs typeface="Times New Roman"/>
              </a:rPr>
              <a:t> </a:t>
            </a:r>
            <a:r>
              <a:rPr sz="2400" spc="-225" dirty="0">
                <a:latin typeface="Times New Roman"/>
                <a:cs typeface="Times New Roman"/>
              </a:rPr>
              <a:t>API</a:t>
            </a:r>
            <a:r>
              <a:rPr sz="2400" spc="-45" dirty="0">
                <a:latin typeface="Times New Roman"/>
                <a:cs typeface="Times New Roman"/>
              </a:rPr>
              <a:t> </a:t>
            </a:r>
            <a:r>
              <a:rPr sz="2400" spc="-40" dirty="0">
                <a:latin typeface="Times New Roman"/>
                <a:cs typeface="Times New Roman"/>
              </a:rPr>
              <a:t>Gateway.</a:t>
            </a:r>
            <a:endParaRPr sz="2400">
              <a:latin typeface="Times New Roman"/>
              <a:cs typeface="Times New Roman"/>
            </a:endParaRPr>
          </a:p>
          <a:p>
            <a:pPr marL="308610" indent="-295910">
              <a:lnSpc>
                <a:spcPct val="100000"/>
              </a:lnSpc>
              <a:spcBef>
                <a:spcPts val="580"/>
              </a:spcBef>
              <a:buAutoNum type="arabicPeriod" startAt="6"/>
              <a:tabLst>
                <a:tab pos="308610" algn="l"/>
              </a:tabLst>
            </a:pPr>
            <a:r>
              <a:rPr sz="2600" b="1" spc="-10" dirty="0">
                <a:latin typeface="Times New Roman"/>
                <a:cs typeface="Times New Roman"/>
              </a:rPr>
              <a:t>Security</a:t>
            </a:r>
            <a:r>
              <a:rPr sz="2600" spc="-10" dirty="0">
                <a:latin typeface="Times New Roman"/>
                <a:cs typeface="Times New Roman"/>
              </a:rPr>
              <a:t>:</a:t>
            </a:r>
            <a:endParaRPr sz="2600">
              <a:latin typeface="Times New Roman"/>
              <a:cs typeface="Times New Roman"/>
            </a:endParaRPr>
          </a:p>
          <a:p>
            <a:pPr marL="755650" lvl="1" indent="-285750">
              <a:lnSpc>
                <a:spcPct val="100000"/>
              </a:lnSpc>
              <a:spcBef>
                <a:spcPts val="430"/>
              </a:spcBef>
              <a:buClr>
                <a:srgbClr val="9B2C1F"/>
              </a:buClr>
              <a:buSzPct val="85416"/>
              <a:buAutoNum type="arabicPeriod"/>
              <a:tabLst>
                <a:tab pos="755650" algn="l"/>
              </a:tabLst>
            </a:pPr>
            <a:r>
              <a:rPr sz="2400" spc="-180" dirty="0">
                <a:latin typeface="Times New Roman"/>
                <a:cs typeface="Times New Roman"/>
              </a:rPr>
              <a:t>Managed</a:t>
            </a:r>
            <a:r>
              <a:rPr sz="2400" spc="-25" dirty="0">
                <a:latin typeface="Times New Roman"/>
                <a:cs typeface="Times New Roman"/>
              </a:rPr>
              <a:t> </a:t>
            </a:r>
            <a:r>
              <a:rPr sz="2400" spc="-110" dirty="0">
                <a:latin typeface="Times New Roman"/>
                <a:cs typeface="Times New Roman"/>
              </a:rPr>
              <a:t>through</a:t>
            </a:r>
            <a:r>
              <a:rPr sz="2400" spc="-245" dirty="0">
                <a:latin typeface="Times New Roman"/>
                <a:cs typeface="Times New Roman"/>
              </a:rPr>
              <a:t> </a:t>
            </a:r>
            <a:r>
              <a:rPr sz="2400" spc="-325" dirty="0">
                <a:latin typeface="Times New Roman"/>
                <a:cs typeface="Times New Roman"/>
              </a:rPr>
              <a:t>AWS</a:t>
            </a:r>
            <a:r>
              <a:rPr sz="2400" spc="-40" dirty="0">
                <a:latin typeface="Times New Roman"/>
                <a:cs typeface="Times New Roman"/>
              </a:rPr>
              <a:t> </a:t>
            </a:r>
            <a:r>
              <a:rPr sz="2400" spc="-265" dirty="0">
                <a:latin typeface="Times New Roman"/>
                <a:cs typeface="Times New Roman"/>
              </a:rPr>
              <a:t>IAM</a:t>
            </a:r>
            <a:r>
              <a:rPr sz="2400" spc="-20" dirty="0">
                <a:latin typeface="Times New Roman"/>
                <a:cs typeface="Times New Roman"/>
              </a:rPr>
              <a:t> </a:t>
            </a:r>
            <a:r>
              <a:rPr sz="2400" spc="-95" dirty="0">
                <a:latin typeface="Times New Roman"/>
                <a:cs typeface="Times New Roman"/>
              </a:rPr>
              <a:t>for</a:t>
            </a:r>
            <a:r>
              <a:rPr sz="2400" spc="-25" dirty="0">
                <a:latin typeface="Times New Roman"/>
                <a:cs typeface="Times New Roman"/>
              </a:rPr>
              <a:t> </a:t>
            </a:r>
            <a:r>
              <a:rPr sz="2400" spc="-114" dirty="0">
                <a:latin typeface="Times New Roman"/>
                <a:cs typeface="Times New Roman"/>
              </a:rPr>
              <a:t>fine-grained</a:t>
            </a:r>
            <a:r>
              <a:rPr sz="2400" spc="-40" dirty="0">
                <a:latin typeface="Times New Roman"/>
                <a:cs typeface="Times New Roman"/>
              </a:rPr>
              <a:t> </a:t>
            </a:r>
            <a:r>
              <a:rPr sz="2400" spc="-10" dirty="0">
                <a:latin typeface="Times New Roman"/>
                <a:cs typeface="Times New Roman"/>
              </a:rPr>
              <a:t>permissions.</a:t>
            </a:r>
            <a:endParaRPr sz="2400">
              <a:latin typeface="Times New Roman"/>
              <a:cs typeface="Times New Roman"/>
            </a:endParaRPr>
          </a:p>
          <a:p>
            <a:pPr marL="755650" lvl="1" indent="-285750">
              <a:lnSpc>
                <a:spcPct val="100000"/>
              </a:lnSpc>
              <a:spcBef>
                <a:spcPts val="400"/>
              </a:spcBef>
              <a:buClr>
                <a:srgbClr val="9B2C1F"/>
              </a:buClr>
              <a:buSzPct val="85416"/>
              <a:buAutoNum type="arabicPeriod"/>
              <a:tabLst>
                <a:tab pos="755650" algn="l"/>
              </a:tabLst>
            </a:pPr>
            <a:r>
              <a:rPr sz="2400" spc="-105" dirty="0">
                <a:latin typeface="Times New Roman"/>
                <a:cs typeface="Times New Roman"/>
              </a:rPr>
              <a:t>Supports</a:t>
            </a:r>
            <a:r>
              <a:rPr sz="2400" spc="-375" dirty="0">
                <a:latin typeface="Times New Roman"/>
                <a:cs typeface="Times New Roman"/>
              </a:rPr>
              <a:t> </a:t>
            </a:r>
            <a:r>
              <a:rPr sz="2400" spc="-215" dirty="0">
                <a:latin typeface="Times New Roman"/>
                <a:cs typeface="Times New Roman"/>
              </a:rPr>
              <a:t>VPC</a:t>
            </a:r>
            <a:r>
              <a:rPr sz="2400" spc="-25" dirty="0">
                <a:latin typeface="Times New Roman"/>
                <a:cs typeface="Times New Roman"/>
              </a:rPr>
              <a:t> </a:t>
            </a:r>
            <a:r>
              <a:rPr sz="2400" spc="-170" dirty="0">
                <a:latin typeface="Times New Roman"/>
                <a:cs typeface="Times New Roman"/>
              </a:rPr>
              <a:t>access</a:t>
            </a:r>
            <a:r>
              <a:rPr sz="2400" spc="-30" dirty="0">
                <a:latin typeface="Times New Roman"/>
                <a:cs typeface="Times New Roman"/>
              </a:rPr>
              <a:t> </a:t>
            </a:r>
            <a:r>
              <a:rPr sz="2400" spc="-90" dirty="0">
                <a:latin typeface="Times New Roman"/>
                <a:cs typeface="Times New Roman"/>
              </a:rPr>
              <a:t>for</a:t>
            </a:r>
            <a:r>
              <a:rPr sz="2400" spc="-35" dirty="0">
                <a:latin typeface="Times New Roman"/>
                <a:cs typeface="Times New Roman"/>
              </a:rPr>
              <a:t> </a:t>
            </a:r>
            <a:r>
              <a:rPr sz="2400" spc="-100" dirty="0">
                <a:latin typeface="Times New Roman"/>
                <a:cs typeface="Times New Roman"/>
              </a:rPr>
              <a:t>private</a:t>
            </a:r>
            <a:r>
              <a:rPr sz="2400" spc="-25" dirty="0">
                <a:latin typeface="Times New Roman"/>
                <a:cs typeface="Times New Roman"/>
              </a:rPr>
              <a:t> </a:t>
            </a:r>
            <a:r>
              <a:rPr sz="2400" spc="-10" dirty="0">
                <a:latin typeface="Times New Roman"/>
                <a:cs typeface="Times New Roman"/>
              </a:rPr>
              <a:t>networking.</a:t>
            </a:r>
            <a:endParaRPr sz="2400">
              <a:latin typeface="Times New Roman"/>
              <a:cs typeface="Times New Roman"/>
            </a:endParaRPr>
          </a:p>
          <a:p>
            <a:pPr marL="308610" indent="-295910">
              <a:lnSpc>
                <a:spcPct val="100000"/>
              </a:lnSpc>
              <a:spcBef>
                <a:spcPts val="565"/>
              </a:spcBef>
              <a:buAutoNum type="arabicPeriod" startAt="6"/>
              <a:tabLst>
                <a:tab pos="308610" algn="l"/>
              </a:tabLst>
            </a:pPr>
            <a:r>
              <a:rPr sz="2600" b="1" dirty="0">
                <a:latin typeface="Times New Roman"/>
                <a:cs typeface="Times New Roman"/>
              </a:rPr>
              <a:t>High</a:t>
            </a:r>
            <a:r>
              <a:rPr sz="2600" b="1" spc="-120" dirty="0">
                <a:latin typeface="Times New Roman"/>
                <a:cs typeface="Times New Roman"/>
              </a:rPr>
              <a:t> </a:t>
            </a:r>
            <a:r>
              <a:rPr sz="2600" b="1" spc="-10" dirty="0">
                <a:latin typeface="Times New Roman"/>
                <a:cs typeface="Times New Roman"/>
              </a:rPr>
              <a:t>Availability</a:t>
            </a:r>
            <a:r>
              <a:rPr sz="2600" spc="-10" dirty="0">
                <a:latin typeface="Times New Roman"/>
                <a:cs typeface="Times New Roman"/>
              </a:rPr>
              <a:t>:</a:t>
            </a:r>
            <a:endParaRPr sz="2600">
              <a:latin typeface="Times New Roman"/>
              <a:cs typeface="Times New Roman"/>
            </a:endParaRPr>
          </a:p>
          <a:p>
            <a:pPr marL="755015" marR="789940" lvl="1" indent="-285750">
              <a:lnSpc>
                <a:spcPct val="100000"/>
              </a:lnSpc>
              <a:spcBef>
                <a:spcPts val="430"/>
              </a:spcBef>
              <a:buClr>
                <a:srgbClr val="9B2C1F"/>
              </a:buClr>
              <a:buSzPct val="85416"/>
              <a:buAutoNum type="arabicPeriod"/>
              <a:tabLst>
                <a:tab pos="756285" algn="l"/>
              </a:tabLst>
            </a:pPr>
            <a:r>
              <a:rPr sz="2400" spc="-150" dirty="0">
                <a:latin typeface="Times New Roman"/>
                <a:cs typeface="Times New Roman"/>
              </a:rPr>
              <a:t>Runs</a:t>
            </a:r>
            <a:r>
              <a:rPr sz="2400" spc="-50" dirty="0">
                <a:latin typeface="Times New Roman"/>
                <a:cs typeface="Times New Roman"/>
              </a:rPr>
              <a:t> </a:t>
            </a:r>
            <a:r>
              <a:rPr sz="2400" spc="-120" dirty="0">
                <a:latin typeface="Times New Roman"/>
                <a:cs typeface="Times New Roman"/>
              </a:rPr>
              <a:t>in</a:t>
            </a:r>
            <a:r>
              <a:rPr sz="2400" spc="-30" dirty="0">
                <a:latin typeface="Times New Roman"/>
                <a:cs typeface="Times New Roman"/>
              </a:rPr>
              <a:t> </a:t>
            </a:r>
            <a:r>
              <a:rPr sz="2400" spc="-100" dirty="0">
                <a:latin typeface="Times New Roman"/>
                <a:cs typeface="Times New Roman"/>
              </a:rPr>
              <a:t>multiple</a:t>
            </a:r>
            <a:r>
              <a:rPr sz="2400" spc="-235" dirty="0">
                <a:latin typeface="Times New Roman"/>
                <a:cs typeface="Times New Roman"/>
              </a:rPr>
              <a:t> </a:t>
            </a:r>
            <a:r>
              <a:rPr sz="2400" spc="-160" dirty="0">
                <a:latin typeface="Times New Roman"/>
                <a:cs typeface="Times New Roman"/>
              </a:rPr>
              <a:t>Availability</a:t>
            </a:r>
            <a:r>
              <a:rPr sz="2400" spc="-50" dirty="0">
                <a:latin typeface="Times New Roman"/>
                <a:cs typeface="Times New Roman"/>
              </a:rPr>
              <a:t> </a:t>
            </a:r>
            <a:r>
              <a:rPr sz="2400" spc="-125" dirty="0">
                <a:latin typeface="Times New Roman"/>
                <a:cs typeface="Times New Roman"/>
              </a:rPr>
              <a:t>Zones</a:t>
            </a:r>
            <a:r>
              <a:rPr sz="2400" spc="-50" dirty="0">
                <a:latin typeface="Times New Roman"/>
                <a:cs typeface="Times New Roman"/>
              </a:rPr>
              <a:t> </a:t>
            </a:r>
            <a:r>
              <a:rPr sz="2400" spc="-95" dirty="0">
                <a:latin typeface="Times New Roman"/>
                <a:cs typeface="Times New Roman"/>
              </a:rPr>
              <a:t>for</a:t>
            </a:r>
            <a:r>
              <a:rPr sz="2400" spc="-30" dirty="0">
                <a:latin typeface="Times New Roman"/>
                <a:cs typeface="Times New Roman"/>
              </a:rPr>
              <a:t> </a:t>
            </a:r>
            <a:r>
              <a:rPr sz="2400" spc="-114" dirty="0">
                <a:latin typeface="Times New Roman"/>
                <a:cs typeface="Times New Roman"/>
              </a:rPr>
              <a:t>redundancy</a:t>
            </a:r>
            <a:r>
              <a:rPr sz="2400" spc="-60" dirty="0">
                <a:latin typeface="Times New Roman"/>
                <a:cs typeface="Times New Roman"/>
              </a:rPr>
              <a:t> </a:t>
            </a:r>
            <a:r>
              <a:rPr sz="2400" spc="-145" dirty="0">
                <a:latin typeface="Times New Roman"/>
                <a:cs typeface="Times New Roman"/>
              </a:rPr>
              <a:t>and</a:t>
            </a:r>
            <a:r>
              <a:rPr sz="2400" spc="-35" dirty="0">
                <a:latin typeface="Times New Roman"/>
                <a:cs typeface="Times New Roman"/>
              </a:rPr>
              <a:t> </a:t>
            </a:r>
            <a:r>
              <a:rPr sz="2400" spc="-60" dirty="0">
                <a:latin typeface="Times New Roman"/>
                <a:cs typeface="Times New Roman"/>
              </a:rPr>
              <a:t>fault 	</a:t>
            </a:r>
            <a:r>
              <a:rPr sz="2400" spc="-10" dirty="0">
                <a:latin typeface="Times New Roman"/>
                <a:cs typeface="Times New Roman"/>
              </a:rPr>
              <a:t>tolerance.</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84</a:t>
            </a:fld>
            <a:endParaRPr spc="-25"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4820920"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35" dirty="0"/>
              <a:t>Lambda:</a:t>
            </a:r>
            <a:r>
              <a:rPr spc="-160" dirty="0"/>
              <a:t> </a:t>
            </a:r>
            <a:r>
              <a:rPr spc="-45" dirty="0"/>
              <a:t>Advantage</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660019"/>
            <a:ext cx="8312150" cy="5379085"/>
          </a:xfrm>
          <a:prstGeom prst="rect">
            <a:avLst/>
          </a:prstGeom>
        </p:spPr>
        <p:txBody>
          <a:bodyPr vert="horz" wrap="square" lIns="0" tIns="189230" rIns="0" bIns="0" rtlCol="0">
            <a:spAutoFit/>
          </a:bodyPr>
          <a:lstStyle/>
          <a:p>
            <a:pPr marL="287020" indent="-274320" algn="just">
              <a:lnSpc>
                <a:spcPct val="100000"/>
              </a:lnSpc>
              <a:spcBef>
                <a:spcPts val="1490"/>
              </a:spcBef>
              <a:buClr>
                <a:srgbClr val="D24717"/>
              </a:buClr>
              <a:buSzPct val="85416"/>
              <a:buFont typeface="Segoe UI Symbol"/>
              <a:buChar char="⚫"/>
              <a:tabLst>
                <a:tab pos="287020" algn="l"/>
              </a:tabLst>
            </a:pPr>
            <a:r>
              <a:rPr sz="2400" spc="-130" dirty="0">
                <a:solidFill>
                  <a:srgbClr val="273139"/>
                </a:solidFill>
                <a:latin typeface="Times New Roman"/>
                <a:cs typeface="Times New Roman"/>
              </a:rPr>
              <a:t>The</a:t>
            </a:r>
            <a:r>
              <a:rPr sz="2400" spc="-50" dirty="0">
                <a:solidFill>
                  <a:srgbClr val="273139"/>
                </a:solidFill>
                <a:latin typeface="Times New Roman"/>
                <a:cs typeface="Times New Roman"/>
              </a:rPr>
              <a:t> </a:t>
            </a:r>
            <a:r>
              <a:rPr sz="2400" spc="-145" dirty="0">
                <a:solidFill>
                  <a:srgbClr val="273139"/>
                </a:solidFill>
                <a:latin typeface="Times New Roman"/>
                <a:cs typeface="Times New Roman"/>
              </a:rPr>
              <a:t>following</a:t>
            </a:r>
            <a:r>
              <a:rPr sz="2400" spc="-55" dirty="0">
                <a:solidFill>
                  <a:srgbClr val="273139"/>
                </a:solidFill>
                <a:latin typeface="Times New Roman"/>
                <a:cs typeface="Times New Roman"/>
              </a:rPr>
              <a:t> </a:t>
            </a:r>
            <a:r>
              <a:rPr sz="2400" spc="-100" dirty="0">
                <a:solidFill>
                  <a:srgbClr val="273139"/>
                </a:solidFill>
                <a:latin typeface="Times New Roman"/>
                <a:cs typeface="Times New Roman"/>
              </a:rPr>
              <a:t>are</a:t>
            </a:r>
            <a:r>
              <a:rPr sz="2400" spc="-3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35" dirty="0">
                <a:solidFill>
                  <a:srgbClr val="273139"/>
                </a:solidFill>
                <a:latin typeface="Times New Roman"/>
                <a:cs typeface="Times New Roman"/>
              </a:rPr>
              <a:t> </a:t>
            </a:r>
            <a:r>
              <a:rPr sz="2400" spc="-155" dirty="0">
                <a:solidFill>
                  <a:srgbClr val="273139"/>
                </a:solidFill>
                <a:latin typeface="Times New Roman"/>
                <a:cs typeface="Times New Roman"/>
              </a:rPr>
              <a:t>advantages</a:t>
            </a:r>
            <a:r>
              <a:rPr sz="2400" spc="-50" dirty="0">
                <a:solidFill>
                  <a:srgbClr val="273139"/>
                </a:solidFill>
                <a:latin typeface="Times New Roman"/>
                <a:cs typeface="Times New Roman"/>
              </a:rPr>
              <a:t> </a:t>
            </a:r>
            <a:r>
              <a:rPr sz="2400" spc="-145" dirty="0">
                <a:solidFill>
                  <a:srgbClr val="273139"/>
                </a:solidFill>
                <a:latin typeface="Times New Roman"/>
                <a:cs typeface="Times New Roman"/>
              </a:rPr>
              <a:t>of</a:t>
            </a:r>
            <a:r>
              <a:rPr sz="2400" spc="-220"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45" dirty="0">
                <a:solidFill>
                  <a:srgbClr val="273139"/>
                </a:solidFill>
                <a:latin typeface="Times New Roman"/>
                <a:cs typeface="Times New Roman"/>
              </a:rPr>
              <a:t> </a:t>
            </a:r>
            <a:r>
              <a:rPr sz="2400" spc="-180" dirty="0">
                <a:solidFill>
                  <a:srgbClr val="273139"/>
                </a:solidFill>
                <a:latin typeface="Times New Roman"/>
                <a:cs typeface="Times New Roman"/>
              </a:rPr>
              <a:t>Lambda</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function</a:t>
            </a:r>
            <a:endParaRPr sz="2400">
              <a:latin typeface="Times New Roman"/>
              <a:cs typeface="Times New Roman"/>
            </a:endParaRPr>
          </a:p>
          <a:p>
            <a:pPr marL="286385" marR="5080" indent="-274320" algn="just">
              <a:lnSpc>
                <a:spcPct val="100000"/>
              </a:lnSpc>
              <a:spcBef>
                <a:spcPts val="1390"/>
              </a:spcBef>
              <a:buClr>
                <a:srgbClr val="D24717"/>
              </a:buClr>
              <a:buSzPct val="85416"/>
              <a:buAutoNum type="arabicPeriod"/>
              <a:tabLst>
                <a:tab pos="286385" algn="l"/>
              </a:tabLst>
            </a:pPr>
            <a:r>
              <a:rPr sz="2400" b="1" dirty="0">
                <a:solidFill>
                  <a:srgbClr val="273139"/>
                </a:solidFill>
                <a:latin typeface="Times New Roman"/>
                <a:cs typeface="Times New Roman"/>
              </a:rPr>
              <a:t>Zero</a:t>
            </a:r>
            <a:r>
              <a:rPr sz="2400" b="1" spc="-25" dirty="0">
                <a:solidFill>
                  <a:srgbClr val="273139"/>
                </a:solidFill>
                <a:latin typeface="Times New Roman"/>
                <a:cs typeface="Times New Roman"/>
              </a:rPr>
              <a:t> </a:t>
            </a:r>
            <a:r>
              <a:rPr sz="2400" b="1" dirty="0">
                <a:solidFill>
                  <a:srgbClr val="273139"/>
                </a:solidFill>
                <a:latin typeface="Times New Roman"/>
                <a:cs typeface="Times New Roman"/>
              </a:rPr>
              <a:t>Server</a:t>
            </a:r>
            <a:r>
              <a:rPr sz="2400" b="1" spc="80" dirty="0">
                <a:solidFill>
                  <a:srgbClr val="273139"/>
                </a:solidFill>
                <a:latin typeface="Times New Roman"/>
                <a:cs typeface="Times New Roman"/>
              </a:rPr>
              <a:t> </a:t>
            </a:r>
            <a:r>
              <a:rPr sz="2400" b="1" spc="-10" dirty="0">
                <a:solidFill>
                  <a:srgbClr val="273139"/>
                </a:solidFill>
                <a:latin typeface="Times New Roman"/>
                <a:cs typeface="Times New Roman"/>
              </a:rPr>
              <a:t>Management:</a:t>
            </a:r>
            <a:r>
              <a:rPr sz="2400" b="1" spc="10" dirty="0">
                <a:solidFill>
                  <a:srgbClr val="273139"/>
                </a:solidFill>
                <a:latin typeface="Times New Roman"/>
                <a:cs typeface="Times New Roman"/>
              </a:rPr>
              <a:t> </a:t>
            </a:r>
            <a:r>
              <a:rPr sz="2400" spc="-80" dirty="0">
                <a:solidFill>
                  <a:srgbClr val="273139"/>
                </a:solidFill>
                <a:latin typeface="Times New Roman"/>
                <a:cs typeface="Times New Roman"/>
              </a:rPr>
              <a:t>Since</a:t>
            </a:r>
            <a:r>
              <a:rPr sz="2400" spc="85" dirty="0">
                <a:solidFill>
                  <a:srgbClr val="273139"/>
                </a:solidFill>
                <a:latin typeface="Times New Roman"/>
                <a:cs typeface="Times New Roman"/>
              </a:rPr>
              <a:t> </a:t>
            </a:r>
            <a:r>
              <a:rPr sz="2400" spc="-330" dirty="0">
                <a:solidFill>
                  <a:srgbClr val="273139"/>
                </a:solidFill>
                <a:latin typeface="Times New Roman"/>
                <a:cs typeface="Times New Roman"/>
              </a:rPr>
              <a:t>AWS</a:t>
            </a:r>
            <a:r>
              <a:rPr sz="2400" spc="180" dirty="0">
                <a:solidFill>
                  <a:srgbClr val="273139"/>
                </a:solidFill>
                <a:latin typeface="Times New Roman"/>
                <a:cs typeface="Times New Roman"/>
              </a:rPr>
              <a:t> </a:t>
            </a:r>
            <a:r>
              <a:rPr sz="2400" spc="-110" dirty="0">
                <a:solidFill>
                  <a:srgbClr val="273139"/>
                </a:solidFill>
                <a:latin typeface="Times New Roman"/>
                <a:cs typeface="Times New Roman"/>
              </a:rPr>
              <a:t>Lambda</a:t>
            </a:r>
            <a:r>
              <a:rPr sz="2400" spc="85" dirty="0">
                <a:solidFill>
                  <a:srgbClr val="273139"/>
                </a:solidFill>
                <a:latin typeface="Times New Roman"/>
                <a:cs typeface="Times New Roman"/>
              </a:rPr>
              <a:t> </a:t>
            </a:r>
            <a:r>
              <a:rPr sz="2400" spc="-95" dirty="0">
                <a:solidFill>
                  <a:srgbClr val="273139"/>
                </a:solidFill>
                <a:latin typeface="Times New Roman"/>
                <a:cs typeface="Times New Roman"/>
              </a:rPr>
              <a:t>automatically</a:t>
            </a:r>
            <a:r>
              <a:rPr sz="2400" spc="85" dirty="0">
                <a:solidFill>
                  <a:srgbClr val="273139"/>
                </a:solidFill>
                <a:latin typeface="Times New Roman"/>
                <a:cs typeface="Times New Roman"/>
              </a:rPr>
              <a:t> </a:t>
            </a:r>
            <a:r>
              <a:rPr sz="2400" spc="-20" dirty="0">
                <a:solidFill>
                  <a:srgbClr val="273139"/>
                </a:solidFill>
                <a:latin typeface="Times New Roman"/>
                <a:cs typeface="Times New Roman"/>
              </a:rPr>
              <a:t>runs </a:t>
            </a:r>
            <a:r>
              <a:rPr sz="2400" dirty="0">
                <a:solidFill>
                  <a:srgbClr val="273139"/>
                </a:solidFill>
                <a:latin typeface="Times New Roman"/>
                <a:cs typeface="Times New Roman"/>
              </a:rPr>
              <a:t>the</a:t>
            </a:r>
            <a:r>
              <a:rPr sz="2400" spc="120" dirty="0">
                <a:solidFill>
                  <a:srgbClr val="273139"/>
                </a:solidFill>
                <a:latin typeface="Times New Roman"/>
                <a:cs typeface="Times New Roman"/>
              </a:rPr>
              <a:t> </a:t>
            </a:r>
            <a:r>
              <a:rPr sz="2400" spc="-55" dirty="0">
                <a:solidFill>
                  <a:srgbClr val="273139"/>
                </a:solidFill>
                <a:latin typeface="Times New Roman"/>
                <a:cs typeface="Times New Roman"/>
              </a:rPr>
              <a:t>user’s</a:t>
            </a:r>
            <a:r>
              <a:rPr sz="2400" spc="135" dirty="0">
                <a:solidFill>
                  <a:srgbClr val="273139"/>
                </a:solidFill>
                <a:latin typeface="Times New Roman"/>
                <a:cs typeface="Times New Roman"/>
              </a:rPr>
              <a:t> </a:t>
            </a:r>
            <a:r>
              <a:rPr sz="2400" dirty="0">
                <a:solidFill>
                  <a:srgbClr val="273139"/>
                </a:solidFill>
                <a:latin typeface="Times New Roman"/>
                <a:cs typeface="Times New Roman"/>
              </a:rPr>
              <a:t>code,</a:t>
            </a:r>
            <a:r>
              <a:rPr sz="2400" spc="60" dirty="0">
                <a:solidFill>
                  <a:srgbClr val="273139"/>
                </a:solidFill>
                <a:latin typeface="Times New Roman"/>
                <a:cs typeface="Times New Roman"/>
              </a:rPr>
              <a:t> </a:t>
            </a:r>
            <a:r>
              <a:rPr sz="2400" spc="-40" dirty="0">
                <a:solidFill>
                  <a:srgbClr val="273139"/>
                </a:solidFill>
                <a:latin typeface="Times New Roman"/>
                <a:cs typeface="Times New Roman"/>
              </a:rPr>
              <a:t>there’s</a:t>
            </a:r>
            <a:r>
              <a:rPr sz="2400" spc="135" dirty="0">
                <a:solidFill>
                  <a:srgbClr val="273139"/>
                </a:solidFill>
                <a:latin typeface="Times New Roman"/>
                <a:cs typeface="Times New Roman"/>
              </a:rPr>
              <a:t> </a:t>
            </a:r>
            <a:r>
              <a:rPr sz="2400" dirty="0">
                <a:solidFill>
                  <a:srgbClr val="273139"/>
                </a:solidFill>
                <a:latin typeface="Times New Roman"/>
                <a:cs typeface="Times New Roman"/>
              </a:rPr>
              <a:t>no</a:t>
            </a:r>
            <a:r>
              <a:rPr sz="2400" spc="130" dirty="0">
                <a:solidFill>
                  <a:srgbClr val="273139"/>
                </a:solidFill>
                <a:latin typeface="Times New Roman"/>
                <a:cs typeface="Times New Roman"/>
              </a:rPr>
              <a:t> </a:t>
            </a:r>
            <a:r>
              <a:rPr sz="2400" dirty="0">
                <a:solidFill>
                  <a:srgbClr val="273139"/>
                </a:solidFill>
                <a:latin typeface="Times New Roman"/>
                <a:cs typeface="Times New Roman"/>
              </a:rPr>
              <a:t>need</a:t>
            </a:r>
            <a:r>
              <a:rPr sz="2400" spc="130" dirty="0">
                <a:solidFill>
                  <a:srgbClr val="273139"/>
                </a:solidFill>
                <a:latin typeface="Times New Roman"/>
                <a:cs typeface="Times New Roman"/>
              </a:rPr>
              <a:t> </a:t>
            </a:r>
            <a:r>
              <a:rPr sz="2400" dirty="0">
                <a:solidFill>
                  <a:srgbClr val="273139"/>
                </a:solidFill>
                <a:latin typeface="Times New Roman"/>
                <a:cs typeface="Times New Roman"/>
              </a:rPr>
              <a:t>for</a:t>
            </a:r>
            <a:r>
              <a:rPr sz="2400" spc="130" dirty="0">
                <a:solidFill>
                  <a:srgbClr val="273139"/>
                </a:solidFill>
                <a:latin typeface="Times New Roman"/>
                <a:cs typeface="Times New Roman"/>
              </a:rPr>
              <a:t> </a:t>
            </a:r>
            <a:r>
              <a:rPr sz="2400" dirty="0">
                <a:solidFill>
                  <a:srgbClr val="273139"/>
                </a:solidFill>
                <a:latin typeface="Times New Roman"/>
                <a:cs typeface="Times New Roman"/>
              </a:rPr>
              <a:t>the</a:t>
            </a:r>
            <a:r>
              <a:rPr sz="2400" spc="125" dirty="0">
                <a:solidFill>
                  <a:srgbClr val="273139"/>
                </a:solidFill>
                <a:latin typeface="Times New Roman"/>
                <a:cs typeface="Times New Roman"/>
              </a:rPr>
              <a:t> </a:t>
            </a:r>
            <a:r>
              <a:rPr sz="2400" dirty="0">
                <a:solidFill>
                  <a:srgbClr val="273139"/>
                </a:solidFill>
                <a:latin typeface="Times New Roman"/>
                <a:cs typeface="Times New Roman"/>
              </a:rPr>
              <a:t>user</a:t>
            </a:r>
            <a:r>
              <a:rPr sz="2400" spc="130" dirty="0">
                <a:solidFill>
                  <a:srgbClr val="273139"/>
                </a:solidFill>
                <a:latin typeface="Times New Roman"/>
                <a:cs typeface="Times New Roman"/>
              </a:rPr>
              <a:t> </a:t>
            </a:r>
            <a:r>
              <a:rPr sz="2400" dirty="0">
                <a:solidFill>
                  <a:srgbClr val="273139"/>
                </a:solidFill>
                <a:latin typeface="Times New Roman"/>
                <a:cs typeface="Times New Roman"/>
              </a:rPr>
              <a:t>to</a:t>
            </a:r>
            <a:r>
              <a:rPr sz="2400" spc="130" dirty="0">
                <a:solidFill>
                  <a:srgbClr val="273139"/>
                </a:solidFill>
                <a:latin typeface="Times New Roman"/>
                <a:cs typeface="Times New Roman"/>
              </a:rPr>
              <a:t> </a:t>
            </a:r>
            <a:r>
              <a:rPr sz="2400" spc="-65" dirty="0">
                <a:solidFill>
                  <a:srgbClr val="273139"/>
                </a:solidFill>
                <a:latin typeface="Times New Roman"/>
                <a:cs typeface="Times New Roman"/>
              </a:rPr>
              <a:t>manage</a:t>
            </a:r>
            <a:r>
              <a:rPr sz="2400" spc="125" dirty="0">
                <a:solidFill>
                  <a:srgbClr val="273139"/>
                </a:solidFill>
                <a:latin typeface="Times New Roman"/>
                <a:cs typeface="Times New Roman"/>
              </a:rPr>
              <a:t> </a:t>
            </a:r>
            <a:r>
              <a:rPr sz="2400" dirty="0">
                <a:solidFill>
                  <a:srgbClr val="273139"/>
                </a:solidFill>
                <a:latin typeface="Times New Roman"/>
                <a:cs typeface="Times New Roman"/>
              </a:rPr>
              <a:t>the</a:t>
            </a:r>
            <a:r>
              <a:rPr sz="2400" spc="125" dirty="0">
                <a:solidFill>
                  <a:srgbClr val="273139"/>
                </a:solidFill>
                <a:latin typeface="Times New Roman"/>
                <a:cs typeface="Times New Roman"/>
              </a:rPr>
              <a:t> </a:t>
            </a:r>
            <a:r>
              <a:rPr sz="2400" spc="-50" dirty="0">
                <a:solidFill>
                  <a:srgbClr val="273139"/>
                </a:solidFill>
                <a:latin typeface="Times New Roman"/>
                <a:cs typeface="Times New Roman"/>
              </a:rPr>
              <a:t>server. </a:t>
            </a:r>
            <a:r>
              <a:rPr sz="2400" spc="-185" dirty="0">
                <a:solidFill>
                  <a:srgbClr val="273139"/>
                </a:solidFill>
                <a:latin typeface="Times New Roman"/>
                <a:cs typeface="Times New Roman"/>
              </a:rPr>
              <a:t>Simply</a:t>
            </a:r>
            <a:r>
              <a:rPr sz="2400" spc="-65" dirty="0">
                <a:solidFill>
                  <a:srgbClr val="273139"/>
                </a:solidFill>
                <a:latin typeface="Times New Roman"/>
                <a:cs typeface="Times New Roman"/>
              </a:rPr>
              <a:t> </a:t>
            </a:r>
            <a:r>
              <a:rPr sz="2400" spc="-50" dirty="0">
                <a:solidFill>
                  <a:srgbClr val="273139"/>
                </a:solidFill>
                <a:latin typeface="Times New Roman"/>
                <a:cs typeface="Times New Roman"/>
              </a:rPr>
              <a:t>write</a:t>
            </a:r>
            <a:r>
              <a:rPr sz="2400" spc="-100" dirty="0">
                <a:solidFill>
                  <a:srgbClr val="273139"/>
                </a:solidFill>
                <a:latin typeface="Times New Roman"/>
                <a:cs typeface="Times New Roman"/>
              </a:rPr>
              <a:t> </a:t>
            </a:r>
            <a:r>
              <a:rPr sz="2400" spc="-60" dirty="0">
                <a:solidFill>
                  <a:srgbClr val="273139"/>
                </a:solidFill>
                <a:latin typeface="Times New Roman"/>
                <a:cs typeface="Times New Roman"/>
              </a:rPr>
              <a:t>the</a:t>
            </a:r>
            <a:r>
              <a:rPr sz="2400" spc="-80" dirty="0">
                <a:solidFill>
                  <a:srgbClr val="273139"/>
                </a:solidFill>
                <a:latin typeface="Times New Roman"/>
                <a:cs typeface="Times New Roman"/>
              </a:rPr>
              <a:t> </a:t>
            </a:r>
            <a:r>
              <a:rPr sz="2400" spc="-114" dirty="0">
                <a:solidFill>
                  <a:srgbClr val="273139"/>
                </a:solidFill>
                <a:latin typeface="Times New Roman"/>
                <a:cs typeface="Times New Roman"/>
              </a:rPr>
              <a:t>code</a:t>
            </a:r>
            <a:r>
              <a:rPr sz="2400" spc="-70"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65" dirty="0">
                <a:solidFill>
                  <a:srgbClr val="273139"/>
                </a:solidFill>
                <a:latin typeface="Times New Roman"/>
                <a:cs typeface="Times New Roman"/>
              </a:rPr>
              <a:t> </a:t>
            </a:r>
            <a:r>
              <a:rPr sz="2400" spc="-125" dirty="0">
                <a:solidFill>
                  <a:srgbClr val="273139"/>
                </a:solidFill>
                <a:latin typeface="Times New Roman"/>
                <a:cs typeface="Times New Roman"/>
              </a:rPr>
              <a:t>upload</a:t>
            </a:r>
            <a:r>
              <a:rPr sz="2400" spc="-65" dirty="0">
                <a:solidFill>
                  <a:srgbClr val="273139"/>
                </a:solidFill>
                <a:latin typeface="Times New Roman"/>
                <a:cs typeface="Times New Roman"/>
              </a:rPr>
              <a:t> </a:t>
            </a:r>
            <a:r>
              <a:rPr sz="2400" dirty="0">
                <a:solidFill>
                  <a:srgbClr val="273139"/>
                </a:solidFill>
                <a:latin typeface="Times New Roman"/>
                <a:cs typeface="Times New Roman"/>
              </a:rPr>
              <a:t>it</a:t>
            </a:r>
            <a:r>
              <a:rPr sz="2400" spc="-75" dirty="0">
                <a:solidFill>
                  <a:srgbClr val="273139"/>
                </a:solidFill>
                <a:latin typeface="Times New Roman"/>
                <a:cs typeface="Times New Roman"/>
              </a:rPr>
              <a:t> </a:t>
            </a:r>
            <a:r>
              <a:rPr sz="2400" dirty="0">
                <a:solidFill>
                  <a:srgbClr val="273139"/>
                </a:solidFill>
                <a:latin typeface="Times New Roman"/>
                <a:cs typeface="Times New Roman"/>
              </a:rPr>
              <a:t>to</a:t>
            </a:r>
            <a:r>
              <a:rPr sz="2400" spc="-80" dirty="0">
                <a:solidFill>
                  <a:srgbClr val="273139"/>
                </a:solidFill>
                <a:latin typeface="Times New Roman"/>
                <a:cs typeface="Times New Roman"/>
              </a:rPr>
              <a:t> </a:t>
            </a:r>
            <a:r>
              <a:rPr sz="2400" spc="-10" dirty="0">
                <a:solidFill>
                  <a:srgbClr val="273139"/>
                </a:solidFill>
                <a:latin typeface="Times New Roman"/>
                <a:cs typeface="Times New Roman"/>
              </a:rPr>
              <a:t>Lambda.</a:t>
            </a:r>
            <a:endParaRPr sz="2400">
              <a:latin typeface="Times New Roman"/>
              <a:cs typeface="Times New Roman"/>
            </a:endParaRPr>
          </a:p>
          <a:p>
            <a:pPr marL="286385" marR="14604" indent="-274320" algn="just">
              <a:lnSpc>
                <a:spcPct val="100000"/>
              </a:lnSpc>
              <a:spcBef>
                <a:spcPts val="2405"/>
              </a:spcBef>
              <a:buClr>
                <a:srgbClr val="D24717"/>
              </a:buClr>
              <a:buSzPct val="85416"/>
              <a:buAutoNum type="arabicPeriod"/>
              <a:tabLst>
                <a:tab pos="286385" algn="l"/>
              </a:tabLst>
            </a:pPr>
            <a:r>
              <a:rPr sz="2400" b="1" spc="-40" dirty="0">
                <a:solidFill>
                  <a:srgbClr val="273139"/>
                </a:solidFill>
                <a:latin typeface="Times New Roman"/>
                <a:cs typeface="Times New Roman"/>
              </a:rPr>
              <a:t>Scalability:</a:t>
            </a:r>
            <a:r>
              <a:rPr sz="2400" b="1" spc="-110" dirty="0">
                <a:solidFill>
                  <a:srgbClr val="273139"/>
                </a:solidFill>
                <a:latin typeface="Times New Roman"/>
                <a:cs typeface="Times New Roman"/>
              </a:rPr>
              <a:t> </a:t>
            </a:r>
            <a:r>
              <a:rPr sz="2400" spc="-405" dirty="0">
                <a:solidFill>
                  <a:srgbClr val="273139"/>
                </a:solidFill>
                <a:latin typeface="Times New Roman"/>
                <a:cs typeface="Times New Roman"/>
              </a:rPr>
              <a:t>AWS</a:t>
            </a:r>
            <a:r>
              <a:rPr sz="2400" spc="254" dirty="0">
                <a:solidFill>
                  <a:srgbClr val="273139"/>
                </a:solidFill>
                <a:latin typeface="Times New Roman"/>
                <a:cs typeface="Times New Roman"/>
              </a:rPr>
              <a:t> </a:t>
            </a:r>
            <a:r>
              <a:rPr sz="2400" spc="-170" dirty="0">
                <a:solidFill>
                  <a:srgbClr val="273139"/>
                </a:solidFill>
                <a:latin typeface="Times New Roman"/>
                <a:cs typeface="Times New Roman"/>
              </a:rPr>
              <a:t>Lambda</a:t>
            </a:r>
            <a:r>
              <a:rPr sz="2400" spc="20" dirty="0">
                <a:solidFill>
                  <a:srgbClr val="273139"/>
                </a:solidFill>
                <a:latin typeface="Times New Roman"/>
                <a:cs typeface="Times New Roman"/>
              </a:rPr>
              <a:t> </a:t>
            </a:r>
            <a:r>
              <a:rPr sz="2400" spc="-50" dirty="0">
                <a:solidFill>
                  <a:srgbClr val="273139"/>
                </a:solidFill>
                <a:latin typeface="Times New Roman"/>
                <a:cs typeface="Times New Roman"/>
              </a:rPr>
              <a:t>runs</a:t>
            </a:r>
            <a:r>
              <a:rPr sz="2400" spc="-100" dirty="0">
                <a:solidFill>
                  <a:srgbClr val="273139"/>
                </a:solidFill>
                <a:latin typeface="Times New Roman"/>
                <a:cs typeface="Times New Roman"/>
              </a:rPr>
              <a:t> </a:t>
            </a:r>
            <a:r>
              <a:rPr sz="2400" spc="-85" dirty="0">
                <a:solidFill>
                  <a:srgbClr val="273139"/>
                </a:solidFill>
                <a:latin typeface="Times New Roman"/>
                <a:cs typeface="Times New Roman"/>
              </a:rPr>
              <a:t>code</a:t>
            </a:r>
            <a:r>
              <a:rPr sz="2400" spc="-65" dirty="0">
                <a:solidFill>
                  <a:srgbClr val="273139"/>
                </a:solidFill>
                <a:latin typeface="Times New Roman"/>
                <a:cs typeface="Times New Roman"/>
              </a:rPr>
              <a:t> </a:t>
            </a:r>
            <a:r>
              <a:rPr sz="2400" spc="-50" dirty="0">
                <a:solidFill>
                  <a:srgbClr val="273139"/>
                </a:solidFill>
                <a:latin typeface="Times New Roman"/>
                <a:cs typeface="Times New Roman"/>
              </a:rPr>
              <a:t>in</a:t>
            </a:r>
            <a:r>
              <a:rPr sz="2400" spc="-100" dirty="0">
                <a:solidFill>
                  <a:srgbClr val="273139"/>
                </a:solidFill>
                <a:latin typeface="Times New Roman"/>
                <a:cs typeface="Times New Roman"/>
              </a:rPr>
              <a:t> </a:t>
            </a:r>
            <a:r>
              <a:rPr sz="2400" spc="-105" dirty="0">
                <a:solidFill>
                  <a:srgbClr val="273139"/>
                </a:solidFill>
                <a:latin typeface="Times New Roman"/>
                <a:cs typeface="Times New Roman"/>
              </a:rPr>
              <a:t>response</a:t>
            </a:r>
            <a:r>
              <a:rPr sz="2400" spc="10" dirty="0">
                <a:solidFill>
                  <a:srgbClr val="273139"/>
                </a:solidFill>
                <a:latin typeface="Times New Roman"/>
                <a:cs typeface="Times New Roman"/>
              </a:rPr>
              <a:t> </a:t>
            </a:r>
            <a:r>
              <a:rPr sz="2400" dirty="0">
                <a:solidFill>
                  <a:srgbClr val="273139"/>
                </a:solidFill>
                <a:latin typeface="Times New Roman"/>
                <a:cs typeface="Times New Roman"/>
              </a:rPr>
              <a:t>to</a:t>
            </a:r>
            <a:r>
              <a:rPr sz="2400" spc="15" dirty="0">
                <a:solidFill>
                  <a:srgbClr val="273139"/>
                </a:solidFill>
                <a:latin typeface="Times New Roman"/>
                <a:cs typeface="Times New Roman"/>
              </a:rPr>
              <a:t> </a:t>
            </a:r>
            <a:r>
              <a:rPr sz="2400" spc="-125" dirty="0">
                <a:solidFill>
                  <a:srgbClr val="273139"/>
                </a:solidFill>
                <a:latin typeface="Times New Roman"/>
                <a:cs typeface="Times New Roman"/>
              </a:rPr>
              <a:t>each</a:t>
            </a:r>
            <a:r>
              <a:rPr sz="2400" spc="15" dirty="0">
                <a:solidFill>
                  <a:srgbClr val="273139"/>
                </a:solidFill>
                <a:latin typeface="Times New Roman"/>
                <a:cs typeface="Times New Roman"/>
              </a:rPr>
              <a:t> </a:t>
            </a:r>
            <a:r>
              <a:rPr sz="2400" spc="-90" dirty="0">
                <a:solidFill>
                  <a:srgbClr val="273139"/>
                </a:solidFill>
                <a:latin typeface="Times New Roman"/>
                <a:cs typeface="Times New Roman"/>
              </a:rPr>
              <a:t>trigger,</a:t>
            </a:r>
            <a:r>
              <a:rPr sz="2400" spc="-60" dirty="0">
                <a:solidFill>
                  <a:srgbClr val="273139"/>
                </a:solidFill>
                <a:latin typeface="Times New Roman"/>
                <a:cs typeface="Times New Roman"/>
              </a:rPr>
              <a:t> </a:t>
            </a:r>
            <a:r>
              <a:rPr sz="2400" spc="-110" dirty="0">
                <a:solidFill>
                  <a:srgbClr val="273139"/>
                </a:solidFill>
                <a:latin typeface="Times New Roman"/>
                <a:cs typeface="Times New Roman"/>
              </a:rPr>
              <a:t>so</a:t>
            </a:r>
            <a:r>
              <a:rPr sz="2400" spc="15" dirty="0">
                <a:solidFill>
                  <a:srgbClr val="273139"/>
                </a:solidFill>
                <a:latin typeface="Times New Roman"/>
                <a:cs typeface="Times New Roman"/>
              </a:rPr>
              <a:t> </a:t>
            </a:r>
            <a:r>
              <a:rPr sz="2400" spc="-25" dirty="0">
                <a:solidFill>
                  <a:srgbClr val="273139"/>
                </a:solidFill>
                <a:latin typeface="Times New Roman"/>
                <a:cs typeface="Times New Roman"/>
              </a:rPr>
              <a:t>the </a:t>
            </a:r>
            <a:r>
              <a:rPr sz="2400" spc="-120" dirty="0">
                <a:solidFill>
                  <a:srgbClr val="273139"/>
                </a:solidFill>
                <a:latin typeface="Times New Roman"/>
                <a:cs typeface="Times New Roman"/>
              </a:rPr>
              <a:t>user’s</a:t>
            </a:r>
            <a:r>
              <a:rPr sz="2400" spc="-30" dirty="0">
                <a:solidFill>
                  <a:srgbClr val="273139"/>
                </a:solidFill>
                <a:latin typeface="Times New Roman"/>
                <a:cs typeface="Times New Roman"/>
              </a:rPr>
              <a:t> </a:t>
            </a:r>
            <a:r>
              <a:rPr sz="2400" spc="-110" dirty="0">
                <a:solidFill>
                  <a:srgbClr val="273139"/>
                </a:solidFill>
                <a:latin typeface="Times New Roman"/>
                <a:cs typeface="Times New Roman"/>
              </a:rPr>
              <a:t>application</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is</a:t>
            </a:r>
            <a:r>
              <a:rPr sz="2400" spc="-140" dirty="0">
                <a:solidFill>
                  <a:srgbClr val="273139"/>
                </a:solidFill>
                <a:latin typeface="Times New Roman"/>
                <a:cs typeface="Times New Roman"/>
              </a:rPr>
              <a:t> </a:t>
            </a:r>
            <a:r>
              <a:rPr sz="2400" spc="-120" dirty="0">
                <a:solidFill>
                  <a:srgbClr val="273139"/>
                </a:solidFill>
                <a:latin typeface="Times New Roman"/>
                <a:cs typeface="Times New Roman"/>
              </a:rPr>
              <a:t>automatically</a:t>
            </a:r>
            <a:r>
              <a:rPr sz="2400" spc="-30" dirty="0">
                <a:solidFill>
                  <a:srgbClr val="273139"/>
                </a:solidFill>
                <a:latin typeface="Times New Roman"/>
                <a:cs typeface="Times New Roman"/>
              </a:rPr>
              <a:t> </a:t>
            </a:r>
            <a:r>
              <a:rPr sz="2400" spc="-95" dirty="0">
                <a:solidFill>
                  <a:srgbClr val="273139"/>
                </a:solidFill>
                <a:latin typeface="Times New Roman"/>
                <a:cs typeface="Times New Roman"/>
              </a:rPr>
              <a:t>scaled.</a:t>
            </a:r>
            <a:r>
              <a:rPr sz="2400" spc="-55" dirty="0">
                <a:solidFill>
                  <a:srgbClr val="273139"/>
                </a:solidFill>
                <a:latin typeface="Times New Roman"/>
                <a:cs typeface="Times New Roman"/>
              </a:rPr>
              <a:t> </a:t>
            </a:r>
            <a:r>
              <a:rPr sz="2400" spc="-40" dirty="0">
                <a:solidFill>
                  <a:srgbClr val="273139"/>
                </a:solidFill>
                <a:latin typeface="Times New Roman"/>
                <a:cs typeface="Times New Roman"/>
              </a:rPr>
              <a:t>The</a:t>
            </a:r>
            <a:r>
              <a:rPr sz="2400" spc="-80" dirty="0">
                <a:solidFill>
                  <a:srgbClr val="273139"/>
                </a:solidFill>
                <a:latin typeface="Times New Roman"/>
                <a:cs typeface="Times New Roman"/>
              </a:rPr>
              <a:t> </a:t>
            </a:r>
            <a:r>
              <a:rPr sz="2400" spc="-55" dirty="0">
                <a:solidFill>
                  <a:srgbClr val="273139"/>
                </a:solidFill>
                <a:latin typeface="Times New Roman"/>
                <a:cs typeface="Times New Roman"/>
              </a:rPr>
              <a:t>code</a:t>
            </a:r>
            <a:r>
              <a:rPr sz="2400" spc="-45" dirty="0">
                <a:solidFill>
                  <a:srgbClr val="273139"/>
                </a:solidFill>
                <a:latin typeface="Times New Roman"/>
                <a:cs typeface="Times New Roman"/>
              </a:rPr>
              <a:t> </a:t>
            </a:r>
            <a:r>
              <a:rPr sz="2400" spc="-100" dirty="0">
                <a:solidFill>
                  <a:srgbClr val="273139"/>
                </a:solidFill>
                <a:latin typeface="Times New Roman"/>
                <a:cs typeface="Times New Roman"/>
              </a:rPr>
              <a:t>also</a:t>
            </a:r>
            <a:r>
              <a:rPr sz="2400" spc="-40" dirty="0">
                <a:solidFill>
                  <a:srgbClr val="273139"/>
                </a:solidFill>
                <a:latin typeface="Times New Roman"/>
                <a:cs typeface="Times New Roman"/>
              </a:rPr>
              <a:t> </a:t>
            </a:r>
            <a:r>
              <a:rPr sz="2400" spc="-10" dirty="0">
                <a:solidFill>
                  <a:srgbClr val="273139"/>
                </a:solidFill>
                <a:latin typeface="Times New Roman"/>
                <a:cs typeface="Times New Roman"/>
              </a:rPr>
              <a:t>runs</a:t>
            </a:r>
            <a:r>
              <a:rPr sz="2400" spc="-45" dirty="0">
                <a:solidFill>
                  <a:srgbClr val="273139"/>
                </a:solidFill>
                <a:latin typeface="Times New Roman"/>
                <a:cs typeface="Times New Roman"/>
              </a:rPr>
              <a:t> </a:t>
            </a:r>
            <a:r>
              <a:rPr sz="2400" dirty="0">
                <a:solidFill>
                  <a:srgbClr val="273139"/>
                </a:solidFill>
                <a:latin typeface="Times New Roman"/>
                <a:cs typeface="Times New Roman"/>
              </a:rPr>
              <a:t>in</a:t>
            </a:r>
            <a:r>
              <a:rPr sz="2400" spc="-45" dirty="0">
                <a:solidFill>
                  <a:srgbClr val="273139"/>
                </a:solidFill>
                <a:latin typeface="Times New Roman"/>
                <a:cs typeface="Times New Roman"/>
              </a:rPr>
              <a:t> </a:t>
            </a:r>
            <a:r>
              <a:rPr sz="2400" spc="-55" dirty="0">
                <a:solidFill>
                  <a:srgbClr val="273139"/>
                </a:solidFill>
                <a:latin typeface="Times New Roman"/>
                <a:cs typeface="Times New Roman"/>
              </a:rPr>
              <a:t>parallel </a:t>
            </a:r>
            <a:r>
              <a:rPr sz="2400" spc="-95" dirty="0">
                <a:solidFill>
                  <a:srgbClr val="273139"/>
                </a:solidFill>
                <a:latin typeface="Times New Roman"/>
                <a:cs typeface="Times New Roman"/>
              </a:rPr>
              <a:t>processes,</a:t>
            </a:r>
            <a:r>
              <a:rPr sz="2400" spc="-55" dirty="0">
                <a:solidFill>
                  <a:srgbClr val="273139"/>
                </a:solidFill>
                <a:latin typeface="Times New Roman"/>
                <a:cs typeface="Times New Roman"/>
              </a:rPr>
              <a:t> </a:t>
            </a:r>
            <a:r>
              <a:rPr sz="2400" spc="-65" dirty="0">
                <a:solidFill>
                  <a:srgbClr val="273139"/>
                </a:solidFill>
                <a:latin typeface="Times New Roman"/>
                <a:cs typeface="Times New Roman"/>
              </a:rPr>
              <a:t>each</a:t>
            </a:r>
            <a:r>
              <a:rPr sz="2400" spc="-85" dirty="0">
                <a:solidFill>
                  <a:srgbClr val="273139"/>
                </a:solidFill>
                <a:latin typeface="Times New Roman"/>
                <a:cs typeface="Times New Roman"/>
              </a:rPr>
              <a:t> </a:t>
            </a:r>
            <a:r>
              <a:rPr sz="2400" spc="-50" dirty="0">
                <a:solidFill>
                  <a:srgbClr val="273139"/>
                </a:solidFill>
                <a:latin typeface="Times New Roman"/>
                <a:cs typeface="Times New Roman"/>
              </a:rPr>
              <a:t>triggered</a:t>
            </a:r>
            <a:r>
              <a:rPr sz="2400" spc="-65" dirty="0">
                <a:solidFill>
                  <a:srgbClr val="273139"/>
                </a:solidFill>
                <a:latin typeface="Times New Roman"/>
                <a:cs typeface="Times New Roman"/>
              </a:rPr>
              <a:t> </a:t>
            </a:r>
            <a:r>
              <a:rPr sz="2400" spc="-130" dirty="0">
                <a:solidFill>
                  <a:srgbClr val="273139"/>
                </a:solidFill>
                <a:latin typeface="Times New Roman"/>
                <a:cs typeface="Times New Roman"/>
              </a:rPr>
              <a:t>individually,</a:t>
            </a:r>
            <a:r>
              <a:rPr sz="2400" spc="-20" dirty="0">
                <a:solidFill>
                  <a:srgbClr val="273139"/>
                </a:solidFill>
                <a:latin typeface="Times New Roman"/>
                <a:cs typeface="Times New Roman"/>
              </a:rPr>
              <a:t> </a:t>
            </a:r>
            <a:r>
              <a:rPr sz="2400" dirty="0">
                <a:solidFill>
                  <a:srgbClr val="273139"/>
                </a:solidFill>
                <a:latin typeface="Times New Roman"/>
                <a:cs typeface="Times New Roman"/>
              </a:rPr>
              <a:t>so</a:t>
            </a:r>
            <a:r>
              <a:rPr sz="2400" spc="-20" dirty="0">
                <a:solidFill>
                  <a:srgbClr val="273139"/>
                </a:solidFill>
                <a:latin typeface="Times New Roman"/>
                <a:cs typeface="Times New Roman"/>
              </a:rPr>
              <a:t> </a:t>
            </a:r>
            <a:r>
              <a:rPr sz="2400" spc="-114" dirty="0">
                <a:solidFill>
                  <a:srgbClr val="273139"/>
                </a:solidFill>
                <a:latin typeface="Times New Roman"/>
                <a:cs typeface="Times New Roman"/>
              </a:rPr>
              <a:t>scaling</a:t>
            </a:r>
            <a:r>
              <a:rPr sz="2400" spc="-30" dirty="0">
                <a:solidFill>
                  <a:srgbClr val="273139"/>
                </a:solidFill>
                <a:latin typeface="Times New Roman"/>
                <a:cs typeface="Times New Roman"/>
              </a:rPr>
              <a:t> </a:t>
            </a:r>
            <a:r>
              <a:rPr sz="2400" dirty="0">
                <a:solidFill>
                  <a:srgbClr val="273139"/>
                </a:solidFill>
                <a:latin typeface="Times New Roman"/>
                <a:cs typeface="Times New Roman"/>
              </a:rPr>
              <a:t>is</a:t>
            </a:r>
            <a:r>
              <a:rPr sz="2400" spc="-30" dirty="0">
                <a:solidFill>
                  <a:srgbClr val="273139"/>
                </a:solidFill>
                <a:latin typeface="Times New Roman"/>
                <a:cs typeface="Times New Roman"/>
              </a:rPr>
              <a:t> </a:t>
            </a:r>
            <a:r>
              <a:rPr sz="2400" spc="-20" dirty="0">
                <a:solidFill>
                  <a:srgbClr val="273139"/>
                </a:solidFill>
                <a:latin typeface="Times New Roman"/>
                <a:cs typeface="Times New Roman"/>
              </a:rPr>
              <a:t>done</a:t>
            </a:r>
            <a:r>
              <a:rPr sz="2400" spc="-30" dirty="0">
                <a:solidFill>
                  <a:srgbClr val="273139"/>
                </a:solidFill>
                <a:latin typeface="Times New Roman"/>
                <a:cs typeface="Times New Roman"/>
              </a:rPr>
              <a:t> </a:t>
            </a:r>
            <a:r>
              <a:rPr sz="2400" spc="-100" dirty="0">
                <a:solidFill>
                  <a:srgbClr val="273139"/>
                </a:solidFill>
                <a:latin typeface="Times New Roman"/>
                <a:cs typeface="Times New Roman"/>
              </a:rPr>
              <a:t>precisely</a:t>
            </a:r>
            <a:r>
              <a:rPr sz="2400" spc="-35" dirty="0">
                <a:solidFill>
                  <a:srgbClr val="273139"/>
                </a:solidFill>
                <a:latin typeface="Times New Roman"/>
                <a:cs typeface="Times New Roman"/>
              </a:rPr>
              <a:t> </a:t>
            </a:r>
            <a:r>
              <a:rPr sz="2400" spc="-20" dirty="0">
                <a:solidFill>
                  <a:srgbClr val="273139"/>
                </a:solidFill>
                <a:latin typeface="Times New Roman"/>
                <a:cs typeface="Times New Roman"/>
              </a:rPr>
              <a:t>with </a:t>
            </a:r>
            <a:r>
              <a:rPr sz="2400" spc="-60" dirty="0">
                <a:solidFill>
                  <a:srgbClr val="273139"/>
                </a:solidFill>
                <a:latin typeface="Times New Roman"/>
                <a:cs typeface="Times New Roman"/>
              </a:rPr>
              <a:t>the</a:t>
            </a:r>
            <a:r>
              <a:rPr sz="2400" spc="-65" dirty="0">
                <a:solidFill>
                  <a:srgbClr val="273139"/>
                </a:solidFill>
                <a:latin typeface="Times New Roman"/>
                <a:cs typeface="Times New Roman"/>
              </a:rPr>
              <a:t> </a:t>
            </a:r>
            <a:r>
              <a:rPr sz="2400" spc="-155" dirty="0">
                <a:solidFill>
                  <a:srgbClr val="273139"/>
                </a:solidFill>
                <a:latin typeface="Times New Roman"/>
                <a:cs typeface="Times New Roman"/>
              </a:rPr>
              <a:t>size</a:t>
            </a:r>
            <a:r>
              <a:rPr sz="2400" spc="-75" dirty="0">
                <a:solidFill>
                  <a:srgbClr val="273139"/>
                </a:solidFill>
                <a:latin typeface="Times New Roman"/>
                <a:cs typeface="Times New Roman"/>
              </a:rPr>
              <a:t> </a:t>
            </a:r>
            <a:r>
              <a:rPr sz="2400" spc="-145" dirty="0">
                <a:solidFill>
                  <a:srgbClr val="273139"/>
                </a:solidFill>
                <a:latin typeface="Times New Roman"/>
                <a:cs typeface="Times New Roman"/>
              </a:rPr>
              <a:t>of</a:t>
            </a:r>
            <a:r>
              <a:rPr sz="2400" spc="-60" dirty="0">
                <a:solidFill>
                  <a:srgbClr val="273139"/>
                </a:solidFill>
                <a:latin typeface="Times New Roman"/>
                <a:cs typeface="Times New Roman"/>
              </a:rPr>
              <a:t> the </a:t>
            </a:r>
            <a:r>
              <a:rPr sz="2400" spc="-10" dirty="0">
                <a:solidFill>
                  <a:srgbClr val="273139"/>
                </a:solidFill>
                <a:latin typeface="Times New Roman"/>
                <a:cs typeface="Times New Roman"/>
              </a:rPr>
              <a:t>workload.</a:t>
            </a:r>
            <a:endParaRPr sz="2400">
              <a:latin typeface="Times New Roman"/>
              <a:cs typeface="Times New Roman"/>
            </a:endParaRPr>
          </a:p>
          <a:p>
            <a:pPr marL="286385" marR="14604" indent="-274320" algn="just">
              <a:lnSpc>
                <a:spcPct val="100000"/>
              </a:lnSpc>
              <a:spcBef>
                <a:spcPts val="2400"/>
              </a:spcBef>
              <a:buClr>
                <a:srgbClr val="D24717"/>
              </a:buClr>
              <a:buSzPct val="85416"/>
              <a:buAutoNum type="arabicPeriod"/>
              <a:tabLst>
                <a:tab pos="286385" algn="l"/>
              </a:tabLst>
            </a:pPr>
            <a:r>
              <a:rPr sz="2400" b="1" spc="-55" dirty="0">
                <a:solidFill>
                  <a:srgbClr val="273139"/>
                </a:solidFill>
                <a:latin typeface="Times New Roman"/>
                <a:cs typeface="Times New Roman"/>
              </a:rPr>
              <a:t>Event-</a:t>
            </a:r>
            <a:r>
              <a:rPr sz="2400" b="1" dirty="0">
                <a:solidFill>
                  <a:srgbClr val="273139"/>
                </a:solidFill>
                <a:latin typeface="Times New Roman"/>
                <a:cs typeface="Times New Roman"/>
              </a:rPr>
              <a:t>Driven</a:t>
            </a:r>
            <a:r>
              <a:rPr sz="2400" b="1" spc="-150" dirty="0">
                <a:solidFill>
                  <a:srgbClr val="273139"/>
                </a:solidFill>
                <a:latin typeface="Times New Roman"/>
                <a:cs typeface="Times New Roman"/>
              </a:rPr>
              <a:t> </a:t>
            </a:r>
            <a:r>
              <a:rPr sz="2400" b="1" spc="-20" dirty="0">
                <a:solidFill>
                  <a:srgbClr val="273139"/>
                </a:solidFill>
                <a:latin typeface="Times New Roman"/>
                <a:cs typeface="Times New Roman"/>
              </a:rPr>
              <a:t>Architecture:</a:t>
            </a:r>
            <a:r>
              <a:rPr sz="2400" b="1" spc="-110" dirty="0">
                <a:solidFill>
                  <a:srgbClr val="273139"/>
                </a:solidFill>
                <a:latin typeface="Times New Roman"/>
                <a:cs typeface="Times New Roman"/>
              </a:rPr>
              <a:t> </a:t>
            </a:r>
            <a:r>
              <a:rPr sz="2400" spc="-405" dirty="0">
                <a:solidFill>
                  <a:srgbClr val="273139"/>
                </a:solidFill>
                <a:latin typeface="Times New Roman"/>
                <a:cs typeface="Times New Roman"/>
              </a:rPr>
              <a:t>AWS</a:t>
            </a:r>
            <a:r>
              <a:rPr sz="2400" spc="254" dirty="0">
                <a:solidFill>
                  <a:srgbClr val="273139"/>
                </a:solidFill>
                <a:latin typeface="Times New Roman"/>
                <a:cs typeface="Times New Roman"/>
              </a:rPr>
              <a:t> </a:t>
            </a:r>
            <a:r>
              <a:rPr sz="2400" spc="-175" dirty="0">
                <a:solidFill>
                  <a:srgbClr val="273139"/>
                </a:solidFill>
                <a:latin typeface="Times New Roman"/>
                <a:cs typeface="Times New Roman"/>
              </a:rPr>
              <a:t>Lambda</a:t>
            </a:r>
            <a:r>
              <a:rPr sz="2400" spc="25" dirty="0">
                <a:solidFill>
                  <a:srgbClr val="273139"/>
                </a:solidFill>
                <a:latin typeface="Times New Roman"/>
                <a:cs typeface="Times New Roman"/>
              </a:rPr>
              <a:t> </a:t>
            </a:r>
            <a:r>
              <a:rPr sz="2400" spc="-95" dirty="0">
                <a:solidFill>
                  <a:srgbClr val="273139"/>
                </a:solidFill>
                <a:latin typeface="Times New Roman"/>
                <a:cs typeface="Times New Roman"/>
              </a:rPr>
              <a:t>function</a:t>
            </a:r>
            <a:r>
              <a:rPr sz="2400" spc="40" dirty="0">
                <a:solidFill>
                  <a:srgbClr val="273139"/>
                </a:solidFill>
                <a:latin typeface="Times New Roman"/>
                <a:cs typeface="Times New Roman"/>
              </a:rPr>
              <a:t> </a:t>
            </a:r>
            <a:r>
              <a:rPr sz="2400" spc="-130" dirty="0">
                <a:solidFill>
                  <a:srgbClr val="273139"/>
                </a:solidFill>
                <a:latin typeface="Times New Roman"/>
                <a:cs typeface="Times New Roman"/>
              </a:rPr>
              <a:t>can</a:t>
            </a:r>
            <a:r>
              <a:rPr sz="2400" spc="25" dirty="0">
                <a:solidFill>
                  <a:srgbClr val="273139"/>
                </a:solidFill>
                <a:latin typeface="Times New Roman"/>
                <a:cs typeface="Times New Roman"/>
              </a:rPr>
              <a:t> </a:t>
            </a:r>
            <a:r>
              <a:rPr sz="2400" spc="-50" dirty="0">
                <a:solidFill>
                  <a:srgbClr val="273139"/>
                </a:solidFill>
                <a:latin typeface="Times New Roman"/>
                <a:cs typeface="Times New Roman"/>
              </a:rPr>
              <a:t>be</a:t>
            </a:r>
            <a:r>
              <a:rPr sz="2400" spc="30" dirty="0">
                <a:solidFill>
                  <a:srgbClr val="273139"/>
                </a:solidFill>
                <a:latin typeface="Times New Roman"/>
                <a:cs typeface="Times New Roman"/>
              </a:rPr>
              <a:t> </a:t>
            </a:r>
            <a:r>
              <a:rPr sz="2400" spc="-45" dirty="0">
                <a:solidFill>
                  <a:srgbClr val="273139"/>
                </a:solidFill>
                <a:latin typeface="Times New Roman"/>
                <a:cs typeface="Times New Roman"/>
              </a:rPr>
              <a:t>triggered </a:t>
            </a:r>
            <a:r>
              <a:rPr sz="2400" spc="-155" dirty="0">
                <a:solidFill>
                  <a:srgbClr val="273139"/>
                </a:solidFill>
                <a:latin typeface="Times New Roman"/>
                <a:cs typeface="Times New Roman"/>
              </a:rPr>
              <a:t>based</a:t>
            </a:r>
            <a:r>
              <a:rPr sz="2400" spc="5" dirty="0">
                <a:solidFill>
                  <a:srgbClr val="273139"/>
                </a:solidFill>
                <a:latin typeface="Times New Roman"/>
                <a:cs typeface="Times New Roman"/>
              </a:rPr>
              <a:t> </a:t>
            </a:r>
            <a:r>
              <a:rPr sz="2400" spc="-135" dirty="0">
                <a:solidFill>
                  <a:srgbClr val="273139"/>
                </a:solidFill>
                <a:latin typeface="Times New Roman"/>
                <a:cs typeface="Times New Roman"/>
              </a:rPr>
              <a:t>on</a:t>
            </a:r>
            <a:r>
              <a:rPr sz="2400" spc="-15"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80" dirty="0">
                <a:solidFill>
                  <a:srgbClr val="273139"/>
                </a:solidFill>
                <a:latin typeface="Times New Roman"/>
                <a:cs typeface="Times New Roman"/>
              </a:rPr>
              <a:t> </a:t>
            </a:r>
            <a:r>
              <a:rPr sz="2400" spc="-135" dirty="0">
                <a:solidFill>
                  <a:srgbClr val="273139"/>
                </a:solidFill>
                <a:latin typeface="Times New Roman"/>
                <a:cs typeface="Times New Roman"/>
              </a:rPr>
              <a:t>events</a:t>
            </a:r>
            <a:r>
              <a:rPr sz="2400" spc="-15" dirty="0">
                <a:solidFill>
                  <a:srgbClr val="273139"/>
                </a:solidFill>
                <a:latin typeface="Times New Roman"/>
                <a:cs typeface="Times New Roman"/>
              </a:rPr>
              <a:t> </a:t>
            </a:r>
            <a:r>
              <a:rPr sz="2400" spc="-155" dirty="0">
                <a:solidFill>
                  <a:srgbClr val="273139"/>
                </a:solidFill>
                <a:latin typeface="Times New Roman"/>
                <a:cs typeface="Times New Roman"/>
              </a:rPr>
              <a:t>happing</a:t>
            </a:r>
            <a:r>
              <a:rPr sz="2400" spc="5" dirty="0">
                <a:solidFill>
                  <a:srgbClr val="273139"/>
                </a:solidFill>
                <a:latin typeface="Times New Roman"/>
                <a:cs typeface="Times New Roman"/>
              </a:rPr>
              <a:t> </a:t>
            </a:r>
            <a:r>
              <a:rPr sz="2400" spc="-140" dirty="0">
                <a:solidFill>
                  <a:srgbClr val="273139"/>
                </a:solidFill>
                <a:latin typeface="Times New Roman"/>
                <a:cs typeface="Times New Roman"/>
              </a:rPr>
              <a:t>in</a:t>
            </a:r>
            <a:r>
              <a:rPr sz="2400" spc="-10" dirty="0">
                <a:solidFill>
                  <a:srgbClr val="273139"/>
                </a:solidFill>
                <a:latin typeface="Times New Roman"/>
                <a:cs typeface="Times New Roman"/>
              </a:rPr>
              <a:t> </a:t>
            </a:r>
            <a:r>
              <a:rPr sz="2400" spc="-55" dirty="0">
                <a:solidFill>
                  <a:srgbClr val="273139"/>
                </a:solidFill>
                <a:latin typeface="Times New Roman"/>
                <a:cs typeface="Times New Roman"/>
              </a:rPr>
              <a:t>the</a:t>
            </a:r>
            <a:r>
              <a:rPr sz="2400" spc="-90" dirty="0">
                <a:solidFill>
                  <a:srgbClr val="273139"/>
                </a:solidFill>
                <a:latin typeface="Times New Roman"/>
                <a:cs typeface="Times New Roman"/>
              </a:rPr>
              <a:t> </a:t>
            </a:r>
            <a:r>
              <a:rPr sz="2400" spc="-275" dirty="0">
                <a:solidFill>
                  <a:srgbClr val="273139"/>
                </a:solidFill>
                <a:latin typeface="Times New Roman"/>
                <a:cs typeface="Times New Roman"/>
              </a:rPr>
              <a:t>aws</a:t>
            </a:r>
            <a:r>
              <a:rPr sz="2400" spc="125" dirty="0">
                <a:solidFill>
                  <a:srgbClr val="273139"/>
                </a:solidFill>
                <a:latin typeface="Times New Roman"/>
                <a:cs typeface="Times New Roman"/>
              </a:rPr>
              <a:t> </a:t>
            </a:r>
            <a:r>
              <a:rPr sz="2400" spc="-60" dirty="0">
                <a:solidFill>
                  <a:srgbClr val="273139"/>
                </a:solidFill>
                <a:latin typeface="Times New Roman"/>
                <a:cs typeface="Times New Roman"/>
              </a:rPr>
              <a:t>other</a:t>
            </a:r>
            <a:r>
              <a:rPr sz="2400" spc="-15" dirty="0">
                <a:solidFill>
                  <a:srgbClr val="273139"/>
                </a:solidFill>
                <a:latin typeface="Times New Roman"/>
                <a:cs typeface="Times New Roman"/>
              </a:rPr>
              <a:t> </a:t>
            </a:r>
            <a:r>
              <a:rPr sz="2400" spc="-110" dirty="0">
                <a:solidFill>
                  <a:srgbClr val="273139"/>
                </a:solidFill>
                <a:latin typeface="Times New Roman"/>
                <a:cs typeface="Times New Roman"/>
              </a:rPr>
              <a:t>service</a:t>
            </a:r>
            <a:r>
              <a:rPr sz="2400" spc="-5" dirty="0">
                <a:solidFill>
                  <a:srgbClr val="273139"/>
                </a:solidFill>
                <a:latin typeface="Times New Roman"/>
                <a:cs typeface="Times New Roman"/>
              </a:rPr>
              <a:t> </a:t>
            </a:r>
            <a:r>
              <a:rPr sz="2400" spc="-145" dirty="0">
                <a:solidFill>
                  <a:srgbClr val="273139"/>
                </a:solidFill>
                <a:latin typeface="Times New Roman"/>
                <a:cs typeface="Times New Roman"/>
              </a:rPr>
              <a:t>like</a:t>
            </a:r>
            <a:r>
              <a:rPr sz="2400" spc="-5" dirty="0">
                <a:solidFill>
                  <a:srgbClr val="273139"/>
                </a:solidFill>
                <a:latin typeface="Times New Roman"/>
                <a:cs typeface="Times New Roman"/>
              </a:rPr>
              <a:t> </a:t>
            </a:r>
            <a:r>
              <a:rPr sz="2400" spc="-140" dirty="0">
                <a:solidFill>
                  <a:srgbClr val="273139"/>
                </a:solidFill>
                <a:latin typeface="Times New Roman"/>
                <a:cs typeface="Times New Roman"/>
              </a:rPr>
              <a:t>when</a:t>
            </a:r>
            <a:r>
              <a:rPr sz="2400" dirty="0">
                <a:solidFill>
                  <a:srgbClr val="273139"/>
                </a:solidFill>
                <a:latin typeface="Times New Roman"/>
                <a:cs typeface="Times New Roman"/>
              </a:rPr>
              <a:t> </a:t>
            </a:r>
            <a:r>
              <a:rPr sz="2400" spc="-70" dirty="0">
                <a:solidFill>
                  <a:srgbClr val="273139"/>
                </a:solidFill>
                <a:latin typeface="Times New Roman"/>
                <a:cs typeface="Times New Roman"/>
              </a:rPr>
              <a:t>the</a:t>
            </a:r>
            <a:r>
              <a:rPr sz="2400" spc="-20" dirty="0">
                <a:solidFill>
                  <a:srgbClr val="273139"/>
                </a:solidFill>
                <a:latin typeface="Times New Roman"/>
                <a:cs typeface="Times New Roman"/>
              </a:rPr>
              <a:t> </a:t>
            </a:r>
            <a:r>
              <a:rPr sz="2400" spc="-135" dirty="0">
                <a:solidFill>
                  <a:srgbClr val="273139"/>
                </a:solidFill>
                <a:latin typeface="Times New Roman"/>
                <a:cs typeface="Times New Roman"/>
              </a:rPr>
              <a:t>file</a:t>
            </a:r>
            <a:r>
              <a:rPr sz="2400" dirty="0">
                <a:solidFill>
                  <a:srgbClr val="273139"/>
                </a:solidFill>
                <a:latin typeface="Times New Roman"/>
                <a:cs typeface="Times New Roman"/>
              </a:rPr>
              <a:t> </a:t>
            </a:r>
            <a:r>
              <a:rPr sz="2400" spc="-25" dirty="0">
                <a:solidFill>
                  <a:srgbClr val="273139"/>
                </a:solidFill>
                <a:latin typeface="Times New Roman"/>
                <a:cs typeface="Times New Roman"/>
              </a:rPr>
              <a:t>or </a:t>
            </a:r>
            <a:r>
              <a:rPr sz="2400" dirty="0">
                <a:solidFill>
                  <a:srgbClr val="273139"/>
                </a:solidFill>
                <a:latin typeface="Times New Roman"/>
                <a:cs typeface="Times New Roman"/>
              </a:rPr>
              <a:t>video</a:t>
            </a:r>
            <a:r>
              <a:rPr sz="2400" spc="100" dirty="0">
                <a:solidFill>
                  <a:srgbClr val="273139"/>
                </a:solidFill>
                <a:latin typeface="Times New Roman"/>
                <a:cs typeface="Times New Roman"/>
              </a:rPr>
              <a:t> </a:t>
            </a:r>
            <a:r>
              <a:rPr sz="2400" dirty="0">
                <a:solidFill>
                  <a:srgbClr val="273139"/>
                </a:solidFill>
                <a:latin typeface="Times New Roman"/>
                <a:cs typeface="Times New Roman"/>
              </a:rPr>
              <a:t>is</a:t>
            </a:r>
            <a:r>
              <a:rPr sz="2400" spc="140" dirty="0">
                <a:solidFill>
                  <a:srgbClr val="273139"/>
                </a:solidFill>
                <a:latin typeface="Times New Roman"/>
                <a:cs typeface="Times New Roman"/>
              </a:rPr>
              <a:t> </a:t>
            </a:r>
            <a:r>
              <a:rPr sz="2400" dirty="0">
                <a:solidFill>
                  <a:srgbClr val="273139"/>
                </a:solidFill>
                <a:latin typeface="Times New Roman"/>
                <a:cs typeface="Times New Roman"/>
              </a:rPr>
              <a:t>added</a:t>
            </a:r>
            <a:r>
              <a:rPr sz="2400" spc="140" dirty="0">
                <a:solidFill>
                  <a:srgbClr val="273139"/>
                </a:solidFill>
                <a:latin typeface="Times New Roman"/>
                <a:cs typeface="Times New Roman"/>
              </a:rPr>
              <a:t> </a:t>
            </a:r>
            <a:r>
              <a:rPr sz="2400" dirty="0">
                <a:solidFill>
                  <a:srgbClr val="273139"/>
                </a:solidFill>
                <a:latin typeface="Times New Roman"/>
                <a:cs typeface="Times New Roman"/>
              </a:rPr>
              <a:t>to</a:t>
            </a:r>
            <a:r>
              <a:rPr sz="2400" spc="140" dirty="0">
                <a:solidFill>
                  <a:srgbClr val="273139"/>
                </a:solidFill>
                <a:latin typeface="Times New Roman"/>
                <a:cs typeface="Times New Roman"/>
              </a:rPr>
              <a:t> </a:t>
            </a:r>
            <a:r>
              <a:rPr sz="2400" dirty="0">
                <a:solidFill>
                  <a:srgbClr val="273139"/>
                </a:solidFill>
                <a:latin typeface="Times New Roman"/>
                <a:cs typeface="Times New Roman"/>
              </a:rPr>
              <a:t>the</a:t>
            </a:r>
            <a:r>
              <a:rPr sz="2400" spc="140" dirty="0">
                <a:solidFill>
                  <a:srgbClr val="273139"/>
                </a:solidFill>
                <a:latin typeface="Times New Roman"/>
                <a:cs typeface="Times New Roman"/>
              </a:rPr>
              <a:t> </a:t>
            </a:r>
            <a:r>
              <a:rPr sz="2400" dirty="0">
                <a:solidFill>
                  <a:srgbClr val="273139"/>
                </a:solidFill>
                <a:latin typeface="Times New Roman"/>
                <a:cs typeface="Times New Roman"/>
              </a:rPr>
              <a:t>S3</a:t>
            </a:r>
            <a:r>
              <a:rPr sz="2400" spc="150" dirty="0">
                <a:solidFill>
                  <a:srgbClr val="273139"/>
                </a:solidFill>
                <a:latin typeface="Times New Roman"/>
                <a:cs typeface="Times New Roman"/>
              </a:rPr>
              <a:t> </a:t>
            </a:r>
            <a:r>
              <a:rPr sz="2400" dirty="0">
                <a:solidFill>
                  <a:srgbClr val="273139"/>
                </a:solidFill>
                <a:latin typeface="Times New Roman"/>
                <a:cs typeface="Times New Roman"/>
              </a:rPr>
              <a:t>bucket</a:t>
            </a:r>
            <a:r>
              <a:rPr sz="2400" spc="135" dirty="0">
                <a:solidFill>
                  <a:srgbClr val="273139"/>
                </a:solidFill>
                <a:latin typeface="Times New Roman"/>
                <a:cs typeface="Times New Roman"/>
              </a:rPr>
              <a:t> </a:t>
            </a:r>
            <a:r>
              <a:rPr sz="2400" dirty="0">
                <a:solidFill>
                  <a:srgbClr val="273139"/>
                </a:solidFill>
                <a:latin typeface="Times New Roman"/>
                <a:cs typeface="Times New Roman"/>
              </a:rPr>
              <a:t>you</a:t>
            </a:r>
            <a:r>
              <a:rPr sz="2400" spc="145" dirty="0">
                <a:solidFill>
                  <a:srgbClr val="273139"/>
                </a:solidFill>
                <a:latin typeface="Times New Roman"/>
                <a:cs typeface="Times New Roman"/>
              </a:rPr>
              <a:t> </a:t>
            </a:r>
            <a:r>
              <a:rPr sz="2400" dirty="0">
                <a:solidFill>
                  <a:srgbClr val="273139"/>
                </a:solidFill>
                <a:latin typeface="Times New Roman"/>
                <a:cs typeface="Times New Roman"/>
              </a:rPr>
              <a:t>can</a:t>
            </a:r>
            <a:r>
              <a:rPr sz="2400" spc="145" dirty="0">
                <a:solidFill>
                  <a:srgbClr val="273139"/>
                </a:solidFill>
                <a:latin typeface="Times New Roman"/>
                <a:cs typeface="Times New Roman"/>
              </a:rPr>
              <a:t> </a:t>
            </a:r>
            <a:r>
              <a:rPr sz="2400" dirty="0">
                <a:solidFill>
                  <a:srgbClr val="273139"/>
                </a:solidFill>
                <a:latin typeface="Times New Roman"/>
                <a:cs typeface="Times New Roman"/>
              </a:rPr>
              <a:t>trigger</a:t>
            </a:r>
            <a:r>
              <a:rPr sz="2400" spc="150" dirty="0">
                <a:solidFill>
                  <a:srgbClr val="273139"/>
                </a:solidFill>
                <a:latin typeface="Times New Roman"/>
                <a:cs typeface="Times New Roman"/>
              </a:rPr>
              <a:t> </a:t>
            </a:r>
            <a:r>
              <a:rPr sz="2400" dirty="0">
                <a:solidFill>
                  <a:srgbClr val="273139"/>
                </a:solidFill>
                <a:latin typeface="Times New Roman"/>
                <a:cs typeface="Times New Roman"/>
              </a:rPr>
              <a:t>the</a:t>
            </a:r>
            <a:r>
              <a:rPr sz="2400" spc="13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175" dirty="0">
                <a:solidFill>
                  <a:srgbClr val="273139"/>
                </a:solidFill>
                <a:latin typeface="Times New Roman"/>
                <a:cs typeface="Times New Roman"/>
              </a:rPr>
              <a:t> </a:t>
            </a:r>
            <a:r>
              <a:rPr sz="2400" spc="-130" dirty="0">
                <a:solidFill>
                  <a:srgbClr val="273139"/>
                </a:solidFill>
                <a:latin typeface="Times New Roman"/>
                <a:cs typeface="Times New Roman"/>
              </a:rPr>
              <a:t>Lambda </a:t>
            </a:r>
            <a:r>
              <a:rPr sz="2400" spc="-10" dirty="0">
                <a:solidFill>
                  <a:srgbClr val="273139"/>
                </a:solidFill>
                <a:latin typeface="Times New Roman"/>
                <a:cs typeface="Times New Roman"/>
              </a:rPr>
              <a:t>function.</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85</a:t>
            </a:fld>
            <a:endParaRPr spc="-25"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240" dirty="0"/>
              <a:t>AWS</a:t>
            </a:r>
            <a:r>
              <a:rPr spc="-5" dirty="0"/>
              <a:t> </a:t>
            </a:r>
            <a:r>
              <a:rPr spc="-35" dirty="0"/>
              <a:t>Lambda:</a:t>
            </a:r>
            <a:r>
              <a:rPr spc="-160" dirty="0"/>
              <a:t> </a:t>
            </a:r>
            <a:r>
              <a:rPr spc="-45" dirty="0"/>
              <a:t>Advantage</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836803"/>
            <a:ext cx="8302625" cy="2525395"/>
          </a:xfrm>
          <a:prstGeom prst="rect">
            <a:avLst/>
          </a:prstGeom>
        </p:spPr>
        <p:txBody>
          <a:bodyPr vert="horz" wrap="square" lIns="0" tIns="12700" rIns="0" bIns="0" rtlCol="0">
            <a:spAutoFit/>
          </a:bodyPr>
          <a:lstStyle/>
          <a:p>
            <a:pPr marL="286385" marR="5715" indent="-274320" algn="just">
              <a:lnSpc>
                <a:spcPct val="100000"/>
              </a:lnSpc>
              <a:spcBef>
                <a:spcPts val="100"/>
              </a:spcBef>
              <a:buClr>
                <a:srgbClr val="D24717"/>
              </a:buClr>
              <a:buSzPct val="85416"/>
              <a:buAutoNum type="arabicPeriod" startAt="4"/>
              <a:tabLst>
                <a:tab pos="286385" algn="l"/>
              </a:tabLst>
            </a:pPr>
            <a:r>
              <a:rPr sz="2400" b="1" dirty="0">
                <a:solidFill>
                  <a:srgbClr val="273139"/>
                </a:solidFill>
                <a:latin typeface="Times New Roman"/>
                <a:cs typeface="Times New Roman"/>
              </a:rPr>
              <a:t>Automatic</a:t>
            </a:r>
            <a:r>
              <a:rPr sz="2400" b="1" spc="25" dirty="0">
                <a:solidFill>
                  <a:srgbClr val="273139"/>
                </a:solidFill>
                <a:latin typeface="Times New Roman"/>
                <a:cs typeface="Times New Roman"/>
              </a:rPr>
              <a:t> </a:t>
            </a:r>
            <a:r>
              <a:rPr sz="2400" b="1" dirty="0">
                <a:solidFill>
                  <a:srgbClr val="273139"/>
                </a:solidFill>
                <a:latin typeface="Times New Roman"/>
                <a:cs typeface="Times New Roman"/>
              </a:rPr>
              <a:t>High</a:t>
            </a:r>
            <a:r>
              <a:rPr sz="2400" b="1" spc="35" dirty="0">
                <a:solidFill>
                  <a:srgbClr val="273139"/>
                </a:solidFill>
                <a:latin typeface="Times New Roman"/>
                <a:cs typeface="Times New Roman"/>
              </a:rPr>
              <a:t> </a:t>
            </a:r>
            <a:r>
              <a:rPr sz="2400" b="1" spc="-30" dirty="0">
                <a:solidFill>
                  <a:srgbClr val="273139"/>
                </a:solidFill>
                <a:latin typeface="Times New Roman"/>
                <a:cs typeface="Times New Roman"/>
              </a:rPr>
              <a:t>Availability:</a:t>
            </a:r>
            <a:r>
              <a:rPr sz="2400" b="1" spc="-40" dirty="0">
                <a:solidFill>
                  <a:srgbClr val="273139"/>
                </a:solidFill>
                <a:latin typeface="Times New Roman"/>
                <a:cs typeface="Times New Roman"/>
              </a:rPr>
              <a:t> </a:t>
            </a:r>
            <a:r>
              <a:rPr sz="2400" dirty="0">
                <a:solidFill>
                  <a:srgbClr val="273139"/>
                </a:solidFill>
                <a:latin typeface="Times New Roman"/>
                <a:cs typeface="Times New Roman"/>
              </a:rPr>
              <a:t>When</a:t>
            </a:r>
            <a:r>
              <a:rPr sz="2400" spc="45" dirty="0">
                <a:solidFill>
                  <a:srgbClr val="273139"/>
                </a:solidFill>
                <a:latin typeface="Times New Roman"/>
                <a:cs typeface="Times New Roman"/>
              </a:rPr>
              <a:t> </a:t>
            </a:r>
            <a:r>
              <a:rPr sz="2400" dirty="0">
                <a:solidFill>
                  <a:srgbClr val="273139"/>
                </a:solidFill>
                <a:latin typeface="Times New Roman"/>
                <a:cs typeface="Times New Roman"/>
              </a:rPr>
              <a:t>there</a:t>
            </a:r>
            <a:r>
              <a:rPr sz="2400" spc="30" dirty="0">
                <a:solidFill>
                  <a:srgbClr val="273139"/>
                </a:solidFill>
                <a:latin typeface="Times New Roman"/>
                <a:cs typeface="Times New Roman"/>
              </a:rPr>
              <a:t> </a:t>
            </a:r>
            <a:r>
              <a:rPr sz="2400" dirty="0">
                <a:solidFill>
                  <a:srgbClr val="273139"/>
                </a:solidFill>
                <a:latin typeface="Times New Roman"/>
                <a:cs typeface="Times New Roman"/>
              </a:rPr>
              <a:t>is</a:t>
            </a:r>
            <a:r>
              <a:rPr sz="2400" spc="25" dirty="0">
                <a:solidFill>
                  <a:srgbClr val="273139"/>
                </a:solidFill>
                <a:latin typeface="Times New Roman"/>
                <a:cs typeface="Times New Roman"/>
              </a:rPr>
              <a:t> </a:t>
            </a:r>
            <a:r>
              <a:rPr sz="2400" spc="-80" dirty="0">
                <a:solidFill>
                  <a:srgbClr val="273139"/>
                </a:solidFill>
                <a:latin typeface="Times New Roman"/>
                <a:cs typeface="Times New Roman"/>
              </a:rPr>
              <a:t>high</a:t>
            </a:r>
            <a:r>
              <a:rPr sz="2400" spc="30" dirty="0">
                <a:solidFill>
                  <a:srgbClr val="273139"/>
                </a:solidFill>
                <a:latin typeface="Times New Roman"/>
                <a:cs typeface="Times New Roman"/>
              </a:rPr>
              <a:t> </a:t>
            </a:r>
            <a:r>
              <a:rPr sz="2400" spc="-75" dirty="0">
                <a:solidFill>
                  <a:srgbClr val="273139"/>
                </a:solidFill>
                <a:latin typeface="Times New Roman"/>
                <a:cs typeface="Times New Roman"/>
              </a:rPr>
              <a:t>demand</a:t>
            </a:r>
            <a:r>
              <a:rPr sz="2400" spc="25" dirty="0">
                <a:solidFill>
                  <a:srgbClr val="273139"/>
                </a:solidFill>
                <a:latin typeface="Times New Roman"/>
                <a:cs typeface="Times New Roman"/>
              </a:rPr>
              <a:t> </a:t>
            </a:r>
            <a:r>
              <a:rPr sz="2400" dirty="0">
                <a:solidFill>
                  <a:srgbClr val="273139"/>
                </a:solidFill>
                <a:latin typeface="Times New Roman"/>
                <a:cs typeface="Times New Roman"/>
              </a:rPr>
              <a:t>or</a:t>
            </a:r>
            <a:r>
              <a:rPr sz="2400" spc="25" dirty="0">
                <a:solidFill>
                  <a:srgbClr val="273139"/>
                </a:solidFill>
                <a:latin typeface="Times New Roman"/>
                <a:cs typeface="Times New Roman"/>
              </a:rPr>
              <a:t> </a:t>
            </a:r>
            <a:r>
              <a:rPr sz="2400" spc="-95" dirty="0">
                <a:solidFill>
                  <a:srgbClr val="273139"/>
                </a:solidFill>
                <a:latin typeface="Times New Roman"/>
                <a:cs typeface="Times New Roman"/>
              </a:rPr>
              <a:t>high </a:t>
            </a:r>
            <a:r>
              <a:rPr sz="2400" spc="-10" dirty="0">
                <a:solidFill>
                  <a:srgbClr val="273139"/>
                </a:solidFill>
                <a:latin typeface="Times New Roman"/>
                <a:cs typeface="Times New Roman"/>
              </a:rPr>
              <a:t>incoming</a:t>
            </a:r>
            <a:r>
              <a:rPr sz="2400" spc="80" dirty="0">
                <a:solidFill>
                  <a:srgbClr val="273139"/>
                </a:solidFill>
                <a:latin typeface="Times New Roman"/>
                <a:cs typeface="Times New Roman"/>
              </a:rPr>
              <a:t> </a:t>
            </a:r>
            <a:r>
              <a:rPr sz="2400" dirty="0">
                <a:solidFill>
                  <a:srgbClr val="273139"/>
                </a:solidFill>
                <a:latin typeface="Times New Roman"/>
                <a:cs typeface="Times New Roman"/>
              </a:rPr>
              <a:t>traffic</a:t>
            </a:r>
            <a:r>
              <a:rPr sz="2400" spc="80" dirty="0">
                <a:solidFill>
                  <a:srgbClr val="273139"/>
                </a:solidFill>
                <a:latin typeface="Times New Roman"/>
                <a:cs typeface="Times New Roman"/>
              </a:rPr>
              <a:t> </a:t>
            </a:r>
            <a:r>
              <a:rPr sz="2400" dirty="0">
                <a:solidFill>
                  <a:srgbClr val="273139"/>
                </a:solidFill>
                <a:latin typeface="Times New Roman"/>
                <a:cs typeface="Times New Roman"/>
              </a:rPr>
              <a:t>aws</a:t>
            </a:r>
            <a:r>
              <a:rPr sz="2400" spc="85" dirty="0">
                <a:solidFill>
                  <a:srgbClr val="273139"/>
                </a:solidFill>
                <a:latin typeface="Times New Roman"/>
                <a:cs typeface="Times New Roman"/>
              </a:rPr>
              <a:t> </a:t>
            </a:r>
            <a:r>
              <a:rPr sz="2400" dirty="0">
                <a:solidFill>
                  <a:srgbClr val="273139"/>
                </a:solidFill>
                <a:latin typeface="Times New Roman"/>
                <a:cs typeface="Times New Roman"/>
              </a:rPr>
              <a:t>lambda</a:t>
            </a:r>
            <a:r>
              <a:rPr sz="2400" spc="85" dirty="0">
                <a:solidFill>
                  <a:srgbClr val="273139"/>
                </a:solidFill>
                <a:latin typeface="Times New Roman"/>
                <a:cs typeface="Times New Roman"/>
              </a:rPr>
              <a:t> </a:t>
            </a:r>
            <a:r>
              <a:rPr sz="2400" dirty="0">
                <a:solidFill>
                  <a:srgbClr val="273139"/>
                </a:solidFill>
                <a:latin typeface="Times New Roman"/>
                <a:cs typeface="Times New Roman"/>
              </a:rPr>
              <a:t>function</a:t>
            </a:r>
            <a:r>
              <a:rPr sz="2400" spc="80" dirty="0">
                <a:solidFill>
                  <a:srgbClr val="273139"/>
                </a:solidFill>
                <a:latin typeface="Times New Roman"/>
                <a:cs typeface="Times New Roman"/>
              </a:rPr>
              <a:t> </a:t>
            </a:r>
            <a:r>
              <a:rPr sz="2400" dirty="0">
                <a:solidFill>
                  <a:srgbClr val="273139"/>
                </a:solidFill>
                <a:latin typeface="Times New Roman"/>
                <a:cs typeface="Times New Roman"/>
              </a:rPr>
              <a:t>will</a:t>
            </a:r>
            <a:r>
              <a:rPr sz="2400" spc="85" dirty="0">
                <a:solidFill>
                  <a:srgbClr val="273139"/>
                </a:solidFill>
                <a:latin typeface="Times New Roman"/>
                <a:cs typeface="Times New Roman"/>
              </a:rPr>
              <a:t> </a:t>
            </a:r>
            <a:r>
              <a:rPr sz="2400" spc="-55" dirty="0">
                <a:solidFill>
                  <a:srgbClr val="273139"/>
                </a:solidFill>
                <a:latin typeface="Times New Roman"/>
                <a:cs typeface="Times New Roman"/>
              </a:rPr>
              <a:t>automatically</a:t>
            </a:r>
            <a:r>
              <a:rPr sz="2400" spc="80" dirty="0">
                <a:solidFill>
                  <a:srgbClr val="273139"/>
                </a:solidFill>
                <a:latin typeface="Times New Roman"/>
                <a:cs typeface="Times New Roman"/>
              </a:rPr>
              <a:t> </a:t>
            </a:r>
            <a:r>
              <a:rPr sz="2400" dirty="0">
                <a:solidFill>
                  <a:srgbClr val="273139"/>
                </a:solidFill>
                <a:latin typeface="Times New Roman"/>
                <a:cs typeface="Times New Roman"/>
              </a:rPr>
              <a:t>scale</a:t>
            </a:r>
            <a:r>
              <a:rPr sz="2400" spc="85" dirty="0">
                <a:solidFill>
                  <a:srgbClr val="273139"/>
                </a:solidFill>
                <a:latin typeface="Times New Roman"/>
                <a:cs typeface="Times New Roman"/>
              </a:rPr>
              <a:t> </a:t>
            </a:r>
            <a:r>
              <a:rPr sz="2400" spc="-25" dirty="0">
                <a:solidFill>
                  <a:srgbClr val="273139"/>
                </a:solidFill>
                <a:latin typeface="Times New Roman"/>
                <a:cs typeface="Times New Roman"/>
              </a:rPr>
              <a:t>the </a:t>
            </a:r>
            <a:r>
              <a:rPr sz="2400" spc="-10" dirty="0">
                <a:solidFill>
                  <a:srgbClr val="273139"/>
                </a:solidFill>
                <a:latin typeface="Times New Roman"/>
                <a:cs typeface="Times New Roman"/>
              </a:rPr>
              <a:t>servers.</a:t>
            </a:r>
            <a:endParaRPr sz="2400">
              <a:latin typeface="Times New Roman"/>
              <a:cs typeface="Times New Roman"/>
            </a:endParaRPr>
          </a:p>
          <a:p>
            <a:pPr marL="286385" marR="5080" indent="-274320" algn="just">
              <a:lnSpc>
                <a:spcPct val="100000"/>
              </a:lnSpc>
              <a:spcBef>
                <a:spcPts val="2400"/>
              </a:spcBef>
              <a:buClr>
                <a:srgbClr val="D24717"/>
              </a:buClr>
              <a:buSzPct val="85416"/>
              <a:buAutoNum type="arabicPeriod" startAt="4"/>
              <a:tabLst>
                <a:tab pos="286385" algn="l"/>
              </a:tabLst>
            </a:pPr>
            <a:r>
              <a:rPr sz="2400" b="1" spc="-25" dirty="0">
                <a:solidFill>
                  <a:srgbClr val="273139"/>
                </a:solidFill>
                <a:latin typeface="Times New Roman"/>
                <a:cs typeface="Times New Roman"/>
              </a:rPr>
              <a:t>Affordable:</a:t>
            </a:r>
            <a:r>
              <a:rPr sz="2400" b="1" spc="-125" dirty="0">
                <a:solidFill>
                  <a:srgbClr val="273139"/>
                </a:solidFill>
                <a:latin typeface="Times New Roman"/>
                <a:cs typeface="Times New Roman"/>
              </a:rPr>
              <a:t> </a:t>
            </a:r>
            <a:r>
              <a:rPr sz="2400" dirty="0">
                <a:solidFill>
                  <a:srgbClr val="273139"/>
                </a:solidFill>
                <a:latin typeface="Times New Roman"/>
                <a:cs typeface="Times New Roman"/>
              </a:rPr>
              <a:t>With</a:t>
            </a:r>
            <a:r>
              <a:rPr sz="2400" spc="-95" dirty="0">
                <a:solidFill>
                  <a:srgbClr val="273139"/>
                </a:solidFill>
                <a:latin typeface="Times New Roman"/>
                <a:cs typeface="Times New Roman"/>
              </a:rPr>
              <a:t> </a:t>
            </a:r>
            <a:r>
              <a:rPr sz="2400" spc="-325" dirty="0">
                <a:solidFill>
                  <a:srgbClr val="273139"/>
                </a:solidFill>
                <a:latin typeface="Times New Roman"/>
                <a:cs typeface="Times New Roman"/>
              </a:rPr>
              <a:t>AWS</a:t>
            </a:r>
            <a:r>
              <a:rPr sz="2400" spc="175" dirty="0">
                <a:solidFill>
                  <a:srgbClr val="273139"/>
                </a:solidFill>
                <a:latin typeface="Times New Roman"/>
                <a:cs typeface="Times New Roman"/>
              </a:rPr>
              <a:t> </a:t>
            </a:r>
            <a:r>
              <a:rPr sz="2400" spc="-100" dirty="0">
                <a:solidFill>
                  <a:srgbClr val="273139"/>
                </a:solidFill>
                <a:latin typeface="Times New Roman"/>
                <a:cs typeface="Times New Roman"/>
              </a:rPr>
              <a:t>Lambda,</a:t>
            </a:r>
            <a:r>
              <a:rPr sz="2400" spc="-50" dirty="0">
                <a:solidFill>
                  <a:srgbClr val="273139"/>
                </a:solidFill>
                <a:latin typeface="Times New Roman"/>
                <a:cs typeface="Times New Roman"/>
              </a:rPr>
              <a:t> </a:t>
            </a:r>
            <a:r>
              <a:rPr sz="2400" dirty="0">
                <a:solidFill>
                  <a:srgbClr val="273139"/>
                </a:solidFill>
                <a:latin typeface="Times New Roman"/>
                <a:cs typeface="Times New Roman"/>
              </a:rPr>
              <a:t>one</a:t>
            </a:r>
            <a:r>
              <a:rPr sz="2400" spc="5" dirty="0">
                <a:solidFill>
                  <a:srgbClr val="273139"/>
                </a:solidFill>
                <a:latin typeface="Times New Roman"/>
                <a:cs typeface="Times New Roman"/>
              </a:rPr>
              <a:t> </a:t>
            </a:r>
            <a:r>
              <a:rPr sz="2400" spc="-65" dirty="0">
                <a:solidFill>
                  <a:srgbClr val="273139"/>
                </a:solidFill>
                <a:latin typeface="Times New Roman"/>
                <a:cs typeface="Times New Roman"/>
              </a:rPr>
              <a:t>doesn’t</a:t>
            </a:r>
            <a:r>
              <a:rPr sz="2400" spc="15" dirty="0">
                <a:solidFill>
                  <a:srgbClr val="273139"/>
                </a:solidFill>
                <a:latin typeface="Times New Roman"/>
                <a:cs typeface="Times New Roman"/>
              </a:rPr>
              <a:t> </a:t>
            </a:r>
            <a:r>
              <a:rPr sz="2400" spc="-85" dirty="0">
                <a:solidFill>
                  <a:srgbClr val="273139"/>
                </a:solidFill>
                <a:latin typeface="Times New Roman"/>
                <a:cs typeface="Times New Roman"/>
              </a:rPr>
              <a:t>pay</a:t>
            </a:r>
            <a:r>
              <a:rPr sz="2400" dirty="0">
                <a:solidFill>
                  <a:srgbClr val="273139"/>
                </a:solidFill>
                <a:latin typeface="Times New Roman"/>
                <a:cs typeface="Times New Roman"/>
              </a:rPr>
              <a:t> </a:t>
            </a:r>
            <a:r>
              <a:rPr sz="2400" spc="-95" dirty="0">
                <a:solidFill>
                  <a:srgbClr val="273139"/>
                </a:solidFill>
                <a:latin typeface="Times New Roman"/>
                <a:cs typeface="Times New Roman"/>
              </a:rPr>
              <a:t>anything</a:t>
            </a:r>
            <a:r>
              <a:rPr sz="2400" spc="10" dirty="0">
                <a:solidFill>
                  <a:srgbClr val="273139"/>
                </a:solidFill>
                <a:latin typeface="Times New Roman"/>
                <a:cs typeface="Times New Roman"/>
              </a:rPr>
              <a:t> </a:t>
            </a:r>
            <a:r>
              <a:rPr sz="2400" spc="-25" dirty="0">
                <a:solidFill>
                  <a:srgbClr val="273139"/>
                </a:solidFill>
                <a:latin typeface="Times New Roman"/>
                <a:cs typeface="Times New Roman"/>
              </a:rPr>
              <a:t>when</a:t>
            </a:r>
            <a:r>
              <a:rPr sz="2400" spc="10" dirty="0">
                <a:solidFill>
                  <a:srgbClr val="273139"/>
                </a:solidFill>
                <a:latin typeface="Times New Roman"/>
                <a:cs typeface="Times New Roman"/>
              </a:rPr>
              <a:t> </a:t>
            </a:r>
            <a:r>
              <a:rPr sz="2400" spc="-25" dirty="0">
                <a:solidFill>
                  <a:srgbClr val="273139"/>
                </a:solidFill>
                <a:latin typeface="Times New Roman"/>
                <a:cs typeface="Times New Roman"/>
              </a:rPr>
              <a:t>the </a:t>
            </a:r>
            <a:r>
              <a:rPr sz="2400" spc="-60" dirty="0">
                <a:solidFill>
                  <a:srgbClr val="273139"/>
                </a:solidFill>
                <a:latin typeface="Times New Roman"/>
                <a:cs typeface="Times New Roman"/>
              </a:rPr>
              <a:t>code</a:t>
            </a:r>
            <a:r>
              <a:rPr sz="2400" spc="-90" dirty="0">
                <a:solidFill>
                  <a:srgbClr val="273139"/>
                </a:solidFill>
                <a:latin typeface="Times New Roman"/>
                <a:cs typeface="Times New Roman"/>
              </a:rPr>
              <a:t> </a:t>
            </a:r>
            <a:r>
              <a:rPr sz="2400" spc="-95" dirty="0">
                <a:solidFill>
                  <a:srgbClr val="273139"/>
                </a:solidFill>
                <a:latin typeface="Times New Roman"/>
                <a:cs typeface="Times New Roman"/>
              </a:rPr>
              <a:t>isn’t</a:t>
            </a:r>
            <a:r>
              <a:rPr sz="2400" spc="-55" dirty="0">
                <a:solidFill>
                  <a:srgbClr val="273139"/>
                </a:solidFill>
                <a:latin typeface="Times New Roman"/>
                <a:cs typeface="Times New Roman"/>
              </a:rPr>
              <a:t> </a:t>
            </a:r>
            <a:r>
              <a:rPr sz="2400" spc="-95" dirty="0">
                <a:solidFill>
                  <a:srgbClr val="273139"/>
                </a:solidFill>
                <a:latin typeface="Times New Roman"/>
                <a:cs typeface="Times New Roman"/>
              </a:rPr>
              <a:t>running.</a:t>
            </a:r>
            <a:r>
              <a:rPr sz="2400" spc="-55" dirty="0">
                <a:solidFill>
                  <a:srgbClr val="273139"/>
                </a:solidFill>
                <a:latin typeface="Times New Roman"/>
                <a:cs typeface="Times New Roman"/>
              </a:rPr>
              <a:t> </a:t>
            </a:r>
            <a:r>
              <a:rPr sz="2400" spc="-60" dirty="0">
                <a:solidFill>
                  <a:srgbClr val="273139"/>
                </a:solidFill>
                <a:latin typeface="Times New Roman"/>
                <a:cs typeface="Times New Roman"/>
              </a:rPr>
              <a:t>The</a:t>
            </a:r>
            <a:r>
              <a:rPr sz="2400" spc="-90" dirty="0">
                <a:solidFill>
                  <a:srgbClr val="273139"/>
                </a:solidFill>
                <a:latin typeface="Times New Roman"/>
                <a:cs typeface="Times New Roman"/>
              </a:rPr>
              <a:t> </a:t>
            </a:r>
            <a:r>
              <a:rPr sz="2400" spc="-50" dirty="0">
                <a:solidFill>
                  <a:srgbClr val="273139"/>
                </a:solidFill>
                <a:latin typeface="Times New Roman"/>
                <a:cs typeface="Times New Roman"/>
              </a:rPr>
              <a:t>user</a:t>
            </a:r>
            <a:r>
              <a:rPr sz="2400" spc="-40" dirty="0">
                <a:solidFill>
                  <a:srgbClr val="273139"/>
                </a:solidFill>
                <a:latin typeface="Times New Roman"/>
                <a:cs typeface="Times New Roman"/>
              </a:rPr>
              <a:t> </a:t>
            </a:r>
            <a:r>
              <a:rPr sz="2400" spc="-150" dirty="0">
                <a:solidFill>
                  <a:srgbClr val="273139"/>
                </a:solidFill>
                <a:latin typeface="Times New Roman"/>
                <a:cs typeface="Times New Roman"/>
              </a:rPr>
              <a:t>has</a:t>
            </a:r>
            <a:r>
              <a:rPr sz="2400" dirty="0">
                <a:solidFill>
                  <a:srgbClr val="273139"/>
                </a:solidFill>
                <a:latin typeface="Times New Roman"/>
                <a:cs typeface="Times New Roman"/>
              </a:rPr>
              <a:t> to</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only</a:t>
            </a:r>
            <a:r>
              <a:rPr sz="2400" spc="-45" dirty="0">
                <a:solidFill>
                  <a:srgbClr val="273139"/>
                </a:solidFill>
                <a:latin typeface="Times New Roman"/>
                <a:cs typeface="Times New Roman"/>
              </a:rPr>
              <a:t> </a:t>
            </a:r>
            <a:r>
              <a:rPr sz="2400" dirty="0">
                <a:solidFill>
                  <a:srgbClr val="273139"/>
                </a:solidFill>
                <a:latin typeface="Times New Roman"/>
                <a:cs typeface="Times New Roman"/>
              </a:rPr>
              <a:t>be</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charged</a:t>
            </a:r>
            <a:r>
              <a:rPr sz="2400" spc="-40" dirty="0">
                <a:solidFill>
                  <a:srgbClr val="273139"/>
                </a:solidFill>
                <a:latin typeface="Times New Roman"/>
                <a:cs typeface="Times New Roman"/>
              </a:rPr>
              <a:t> </a:t>
            </a:r>
            <a:r>
              <a:rPr sz="2400" spc="-20" dirty="0">
                <a:solidFill>
                  <a:srgbClr val="273139"/>
                </a:solidFill>
                <a:latin typeface="Times New Roman"/>
                <a:cs typeface="Times New Roman"/>
              </a:rPr>
              <a:t>for</a:t>
            </a:r>
            <a:r>
              <a:rPr sz="2400" spc="-50" dirty="0">
                <a:solidFill>
                  <a:srgbClr val="273139"/>
                </a:solidFill>
                <a:latin typeface="Times New Roman"/>
                <a:cs typeface="Times New Roman"/>
              </a:rPr>
              <a:t> </a:t>
            </a:r>
            <a:r>
              <a:rPr sz="2400" spc="-105" dirty="0">
                <a:solidFill>
                  <a:srgbClr val="273139"/>
                </a:solidFill>
                <a:latin typeface="Times New Roman"/>
                <a:cs typeface="Times New Roman"/>
              </a:rPr>
              <a:t>every</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100ms</a:t>
            </a:r>
            <a:r>
              <a:rPr sz="2400" spc="-40" dirty="0">
                <a:solidFill>
                  <a:srgbClr val="273139"/>
                </a:solidFill>
                <a:latin typeface="Times New Roman"/>
                <a:cs typeface="Times New Roman"/>
              </a:rPr>
              <a:t> </a:t>
            </a:r>
            <a:r>
              <a:rPr sz="2400" spc="-25" dirty="0">
                <a:solidFill>
                  <a:srgbClr val="273139"/>
                </a:solidFill>
                <a:latin typeface="Times New Roman"/>
                <a:cs typeface="Times New Roman"/>
              </a:rPr>
              <a:t>of </a:t>
            </a:r>
            <a:r>
              <a:rPr sz="2400" spc="-114" dirty="0">
                <a:solidFill>
                  <a:srgbClr val="273139"/>
                </a:solidFill>
                <a:latin typeface="Times New Roman"/>
                <a:cs typeface="Times New Roman"/>
              </a:rPr>
              <a:t>code</a:t>
            </a:r>
            <a:r>
              <a:rPr sz="2400" spc="-40" dirty="0">
                <a:solidFill>
                  <a:srgbClr val="273139"/>
                </a:solidFill>
                <a:latin typeface="Times New Roman"/>
                <a:cs typeface="Times New Roman"/>
              </a:rPr>
              <a:t> </a:t>
            </a:r>
            <a:r>
              <a:rPr sz="2400" spc="-105" dirty="0">
                <a:solidFill>
                  <a:srgbClr val="273139"/>
                </a:solidFill>
                <a:latin typeface="Times New Roman"/>
                <a:cs typeface="Times New Roman"/>
              </a:rPr>
              <a:t>execution</a:t>
            </a:r>
            <a:r>
              <a:rPr sz="2400" spc="-20" dirty="0">
                <a:solidFill>
                  <a:srgbClr val="273139"/>
                </a:solidFill>
                <a:latin typeface="Times New Roman"/>
                <a:cs typeface="Times New Roman"/>
              </a:rPr>
              <a:t> </a:t>
            </a:r>
            <a:r>
              <a:rPr sz="2400" spc="-145" dirty="0">
                <a:solidFill>
                  <a:srgbClr val="273139"/>
                </a:solidFill>
                <a:latin typeface="Times New Roman"/>
                <a:cs typeface="Times New Roman"/>
              </a:rPr>
              <a:t>and</a:t>
            </a:r>
            <a:r>
              <a:rPr sz="2400" spc="-35" dirty="0">
                <a:solidFill>
                  <a:srgbClr val="273139"/>
                </a:solidFill>
                <a:latin typeface="Times New Roman"/>
                <a:cs typeface="Times New Roman"/>
              </a:rPr>
              <a:t> </a:t>
            </a:r>
            <a:r>
              <a:rPr sz="2400" spc="-65" dirty="0">
                <a:solidFill>
                  <a:srgbClr val="273139"/>
                </a:solidFill>
                <a:latin typeface="Times New Roman"/>
                <a:cs typeface="Times New Roman"/>
              </a:rPr>
              <a:t>the</a:t>
            </a:r>
            <a:r>
              <a:rPr sz="2400" spc="-30" dirty="0">
                <a:solidFill>
                  <a:srgbClr val="273139"/>
                </a:solidFill>
                <a:latin typeface="Times New Roman"/>
                <a:cs typeface="Times New Roman"/>
              </a:rPr>
              <a:t> </a:t>
            </a:r>
            <a:r>
              <a:rPr sz="2400" spc="-105" dirty="0">
                <a:solidFill>
                  <a:srgbClr val="273139"/>
                </a:solidFill>
                <a:latin typeface="Times New Roman"/>
                <a:cs typeface="Times New Roman"/>
              </a:rPr>
              <a:t>number</a:t>
            </a:r>
            <a:r>
              <a:rPr sz="2400" spc="-45" dirty="0">
                <a:solidFill>
                  <a:srgbClr val="273139"/>
                </a:solidFill>
                <a:latin typeface="Times New Roman"/>
                <a:cs typeface="Times New Roman"/>
              </a:rPr>
              <a:t> </a:t>
            </a:r>
            <a:r>
              <a:rPr sz="2400" spc="-145" dirty="0">
                <a:solidFill>
                  <a:srgbClr val="273139"/>
                </a:solidFill>
                <a:latin typeface="Times New Roman"/>
                <a:cs typeface="Times New Roman"/>
              </a:rPr>
              <a:t>of</a:t>
            </a:r>
            <a:r>
              <a:rPr sz="2400" spc="-25" dirty="0">
                <a:solidFill>
                  <a:srgbClr val="273139"/>
                </a:solidFill>
                <a:latin typeface="Times New Roman"/>
                <a:cs typeface="Times New Roman"/>
              </a:rPr>
              <a:t> </a:t>
            </a:r>
            <a:r>
              <a:rPr sz="2400" spc="-110" dirty="0">
                <a:solidFill>
                  <a:srgbClr val="273139"/>
                </a:solidFill>
                <a:latin typeface="Times New Roman"/>
                <a:cs typeface="Times New Roman"/>
              </a:rPr>
              <a:t>times</a:t>
            </a:r>
            <a:r>
              <a:rPr sz="2400" spc="-40" dirty="0">
                <a:solidFill>
                  <a:srgbClr val="273139"/>
                </a:solidFill>
                <a:latin typeface="Times New Roman"/>
                <a:cs typeface="Times New Roman"/>
              </a:rPr>
              <a:t> </a:t>
            </a:r>
            <a:r>
              <a:rPr sz="2400" spc="-165" dirty="0">
                <a:solidFill>
                  <a:srgbClr val="273139"/>
                </a:solidFill>
                <a:latin typeface="Times New Roman"/>
                <a:cs typeface="Times New Roman"/>
              </a:rPr>
              <a:t>his</a:t>
            </a:r>
            <a:r>
              <a:rPr sz="2400" spc="-30" dirty="0">
                <a:solidFill>
                  <a:srgbClr val="273139"/>
                </a:solidFill>
                <a:latin typeface="Times New Roman"/>
                <a:cs typeface="Times New Roman"/>
              </a:rPr>
              <a:t> </a:t>
            </a:r>
            <a:r>
              <a:rPr sz="2400" spc="-114" dirty="0">
                <a:solidFill>
                  <a:srgbClr val="273139"/>
                </a:solidFill>
                <a:latin typeface="Times New Roman"/>
                <a:cs typeface="Times New Roman"/>
              </a:rPr>
              <a:t>code</a:t>
            </a:r>
            <a:r>
              <a:rPr sz="2400" spc="-45" dirty="0">
                <a:solidFill>
                  <a:srgbClr val="273139"/>
                </a:solidFill>
                <a:latin typeface="Times New Roman"/>
                <a:cs typeface="Times New Roman"/>
              </a:rPr>
              <a:t> </a:t>
            </a:r>
            <a:r>
              <a:rPr sz="2400" spc="-160" dirty="0">
                <a:solidFill>
                  <a:srgbClr val="273139"/>
                </a:solidFill>
                <a:latin typeface="Times New Roman"/>
                <a:cs typeface="Times New Roman"/>
              </a:rPr>
              <a:t>is</a:t>
            </a:r>
            <a:r>
              <a:rPr sz="2400" spc="-40" dirty="0">
                <a:solidFill>
                  <a:srgbClr val="273139"/>
                </a:solidFill>
                <a:latin typeface="Times New Roman"/>
                <a:cs typeface="Times New Roman"/>
              </a:rPr>
              <a:t> </a:t>
            </a:r>
            <a:r>
              <a:rPr sz="2400" spc="-140" dirty="0">
                <a:solidFill>
                  <a:srgbClr val="273139"/>
                </a:solidFill>
                <a:latin typeface="Times New Roman"/>
                <a:cs typeface="Times New Roman"/>
              </a:rPr>
              <a:t>actually</a:t>
            </a:r>
            <a:r>
              <a:rPr sz="2400" spc="-30" dirty="0">
                <a:solidFill>
                  <a:srgbClr val="273139"/>
                </a:solidFill>
                <a:latin typeface="Times New Roman"/>
                <a:cs typeface="Times New Roman"/>
              </a:rPr>
              <a:t> </a:t>
            </a:r>
            <a:r>
              <a:rPr sz="2400" spc="-10" dirty="0">
                <a:solidFill>
                  <a:srgbClr val="273139"/>
                </a:solidFill>
                <a:latin typeface="Times New Roman"/>
                <a:cs typeface="Times New Roman"/>
              </a:rPr>
              <a:t>triggered.</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86</a:t>
            </a:fld>
            <a:endParaRPr spc="-25"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2451735"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45" dirty="0"/>
              <a:t>Fargate</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83540" y="836803"/>
            <a:ext cx="8302625" cy="5441315"/>
          </a:xfrm>
          <a:prstGeom prst="rect">
            <a:avLst/>
          </a:prstGeom>
        </p:spPr>
        <p:txBody>
          <a:bodyPr vert="horz" wrap="square" lIns="0" tIns="12700" rIns="0" bIns="0" rtlCol="0">
            <a:spAutoFit/>
          </a:bodyPr>
          <a:lstStyle/>
          <a:p>
            <a:pPr marL="12700" marR="5080" algn="just">
              <a:lnSpc>
                <a:spcPct val="100000"/>
              </a:lnSpc>
              <a:spcBef>
                <a:spcPts val="100"/>
              </a:spcBef>
            </a:pPr>
            <a:r>
              <a:rPr sz="2400" b="1" spc="-270" dirty="0">
                <a:latin typeface="Times New Roman"/>
                <a:cs typeface="Times New Roman"/>
              </a:rPr>
              <a:t>AWS</a:t>
            </a:r>
            <a:r>
              <a:rPr sz="2400" b="1" spc="120" dirty="0">
                <a:latin typeface="Times New Roman"/>
                <a:cs typeface="Times New Roman"/>
              </a:rPr>
              <a:t> </a:t>
            </a:r>
            <a:r>
              <a:rPr sz="2400" b="1" spc="-20" dirty="0">
                <a:latin typeface="Times New Roman"/>
                <a:cs typeface="Times New Roman"/>
              </a:rPr>
              <a:t>Fargate</a:t>
            </a:r>
            <a:r>
              <a:rPr sz="2400" b="1" spc="-100"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65" dirty="0">
                <a:latin typeface="Times New Roman"/>
                <a:cs typeface="Times New Roman"/>
              </a:rPr>
              <a:t>serverless</a:t>
            </a:r>
            <a:r>
              <a:rPr sz="2400" spc="20" dirty="0">
                <a:latin typeface="Times New Roman"/>
                <a:cs typeface="Times New Roman"/>
              </a:rPr>
              <a:t> </a:t>
            </a:r>
            <a:r>
              <a:rPr sz="2400" spc="-45" dirty="0">
                <a:latin typeface="Times New Roman"/>
                <a:cs typeface="Times New Roman"/>
              </a:rPr>
              <a:t>compute</a:t>
            </a:r>
            <a:r>
              <a:rPr sz="2400" spc="5" dirty="0">
                <a:latin typeface="Times New Roman"/>
                <a:cs typeface="Times New Roman"/>
              </a:rPr>
              <a:t> </a:t>
            </a:r>
            <a:r>
              <a:rPr sz="2400" spc="-45" dirty="0">
                <a:latin typeface="Times New Roman"/>
                <a:cs typeface="Times New Roman"/>
              </a:rPr>
              <a:t>engine</a:t>
            </a:r>
            <a:r>
              <a:rPr sz="2400" spc="1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spc="-60" dirty="0">
                <a:latin typeface="Times New Roman"/>
                <a:cs typeface="Times New Roman"/>
              </a:rPr>
              <a:t>containers</a:t>
            </a:r>
            <a:r>
              <a:rPr sz="2400" spc="20" dirty="0">
                <a:latin typeface="Times New Roman"/>
                <a:cs typeface="Times New Roman"/>
              </a:rPr>
              <a:t> </a:t>
            </a:r>
            <a:r>
              <a:rPr sz="2400" spc="-65" dirty="0">
                <a:latin typeface="Times New Roman"/>
                <a:cs typeface="Times New Roman"/>
              </a:rPr>
              <a:t>offered</a:t>
            </a:r>
            <a:r>
              <a:rPr sz="2400" spc="10" dirty="0">
                <a:latin typeface="Times New Roman"/>
                <a:cs typeface="Times New Roman"/>
              </a:rPr>
              <a:t> </a:t>
            </a:r>
            <a:r>
              <a:rPr sz="2400" spc="-25" dirty="0">
                <a:latin typeface="Times New Roman"/>
                <a:cs typeface="Times New Roman"/>
              </a:rPr>
              <a:t>by </a:t>
            </a:r>
            <a:r>
              <a:rPr sz="2400" spc="-175" dirty="0">
                <a:latin typeface="Times New Roman"/>
                <a:cs typeface="Times New Roman"/>
              </a:rPr>
              <a:t>Amazon</a:t>
            </a:r>
            <a:r>
              <a:rPr sz="2400" spc="25" dirty="0">
                <a:latin typeface="Times New Roman"/>
                <a:cs typeface="Times New Roman"/>
              </a:rPr>
              <a:t> </a:t>
            </a:r>
            <a:r>
              <a:rPr sz="2400" spc="-180" dirty="0">
                <a:latin typeface="Times New Roman"/>
                <a:cs typeface="Times New Roman"/>
              </a:rPr>
              <a:t>Web</a:t>
            </a:r>
            <a:r>
              <a:rPr sz="2400" spc="30" dirty="0">
                <a:latin typeface="Times New Roman"/>
                <a:cs typeface="Times New Roman"/>
              </a:rPr>
              <a:t> </a:t>
            </a:r>
            <a:r>
              <a:rPr sz="2400" spc="-130" dirty="0">
                <a:latin typeface="Times New Roman"/>
                <a:cs typeface="Times New Roman"/>
              </a:rPr>
              <a:t>Services</a:t>
            </a:r>
            <a:r>
              <a:rPr sz="2400" spc="-20" dirty="0">
                <a:latin typeface="Times New Roman"/>
                <a:cs typeface="Times New Roman"/>
              </a:rPr>
              <a:t> </a:t>
            </a:r>
            <a:r>
              <a:rPr sz="2400" spc="-180" dirty="0">
                <a:latin typeface="Times New Roman"/>
                <a:cs typeface="Times New Roman"/>
              </a:rPr>
              <a:t>(AWS).</a:t>
            </a:r>
            <a:r>
              <a:rPr sz="2400" spc="30" dirty="0">
                <a:latin typeface="Times New Roman"/>
                <a:cs typeface="Times New Roman"/>
              </a:rPr>
              <a:t> </a:t>
            </a:r>
            <a:r>
              <a:rPr sz="2400" dirty="0">
                <a:latin typeface="Times New Roman"/>
                <a:cs typeface="Times New Roman"/>
              </a:rPr>
              <a:t>It</a:t>
            </a:r>
            <a:r>
              <a:rPr sz="2400" spc="-150" dirty="0">
                <a:latin typeface="Times New Roman"/>
                <a:cs typeface="Times New Roman"/>
              </a:rPr>
              <a:t> </a:t>
            </a:r>
            <a:r>
              <a:rPr sz="2400" spc="-140" dirty="0">
                <a:latin typeface="Times New Roman"/>
                <a:cs typeface="Times New Roman"/>
              </a:rPr>
              <a:t>allows</a:t>
            </a:r>
            <a:r>
              <a:rPr sz="2400" spc="-10" dirty="0">
                <a:latin typeface="Times New Roman"/>
                <a:cs typeface="Times New Roman"/>
              </a:rPr>
              <a:t> </a:t>
            </a:r>
            <a:r>
              <a:rPr sz="2400" spc="-125" dirty="0">
                <a:latin typeface="Times New Roman"/>
                <a:cs typeface="Times New Roman"/>
              </a:rPr>
              <a:t>you</a:t>
            </a:r>
            <a:r>
              <a:rPr sz="2400" spc="1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run</a:t>
            </a:r>
            <a:r>
              <a:rPr sz="2400" spc="-15" dirty="0">
                <a:latin typeface="Times New Roman"/>
                <a:cs typeface="Times New Roman"/>
              </a:rPr>
              <a:t> </a:t>
            </a:r>
            <a:r>
              <a:rPr sz="2400" spc="-90" dirty="0">
                <a:latin typeface="Times New Roman"/>
                <a:cs typeface="Times New Roman"/>
              </a:rPr>
              <a:t>containers</a:t>
            </a:r>
            <a:r>
              <a:rPr sz="2400" spc="5" dirty="0">
                <a:latin typeface="Times New Roman"/>
                <a:cs typeface="Times New Roman"/>
              </a:rPr>
              <a:t> </a:t>
            </a:r>
            <a:r>
              <a:rPr sz="2400" spc="-70" dirty="0">
                <a:latin typeface="Times New Roman"/>
                <a:cs typeface="Times New Roman"/>
              </a:rPr>
              <a:t>without</a:t>
            </a:r>
            <a:r>
              <a:rPr sz="2400" spc="-5" dirty="0">
                <a:latin typeface="Times New Roman"/>
                <a:cs typeface="Times New Roman"/>
              </a:rPr>
              <a:t> </a:t>
            </a:r>
            <a:r>
              <a:rPr sz="2400" spc="-25" dirty="0">
                <a:latin typeface="Times New Roman"/>
                <a:cs typeface="Times New Roman"/>
              </a:rPr>
              <a:t>the </a:t>
            </a:r>
            <a:r>
              <a:rPr sz="2400" dirty="0">
                <a:latin typeface="Times New Roman"/>
                <a:cs typeface="Times New Roman"/>
              </a:rPr>
              <a:t>need</a:t>
            </a:r>
            <a:r>
              <a:rPr sz="2400" spc="60" dirty="0">
                <a:latin typeface="Times New Roman"/>
                <a:cs typeface="Times New Roman"/>
              </a:rPr>
              <a:t> </a:t>
            </a:r>
            <a:r>
              <a:rPr sz="2400" dirty="0">
                <a:latin typeface="Times New Roman"/>
                <a:cs typeface="Times New Roman"/>
              </a:rPr>
              <a:t>to</a:t>
            </a:r>
            <a:r>
              <a:rPr sz="2400" spc="60" dirty="0">
                <a:latin typeface="Times New Roman"/>
                <a:cs typeface="Times New Roman"/>
              </a:rPr>
              <a:t> </a:t>
            </a:r>
            <a:r>
              <a:rPr sz="2400" spc="-75" dirty="0">
                <a:latin typeface="Times New Roman"/>
                <a:cs typeface="Times New Roman"/>
              </a:rPr>
              <a:t>provision,</a:t>
            </a:r>
            <a:r>
              <a:rPr sz="2400" spc="-10" dirty="0">
                <a:latin typeface="Times New Roman"/>
                <a:cs typeface="Times New Roman"/>
              </a:rPr>
              <a:t> </a:t>
            </a:r>
            <a:r>
              <a:rPr sz="2400" spc="-85" dirty="0">
                <a:latin typeface="Times New Roman"/>
                <a:cs typeface="Times New Roman"/>
              </a:rPr>
              <a:t>manage,</a:t>
            </a:r>
            <a:r>
              <a:rPr sz="2400" spc="-5"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55" dirty="0">
                <a:latin typeface="Times New Roman"/>
                <a:cs typeface="Times New Roman"/>
              </a:rPr>
              <a:t>scale</a:t>
            </a:r>
            <a:r>
              <a:rPr sz="2400" spc="60" dirty="0">
                <a:latin typeface="Times New Roman"/>
                <a:cs typeface="Times New Roman"/>
              </a:rPr>
              <a:t> </a:t>
            </a:r>
            <a:r>
              <a:rPr sz="2400" dirty="0">
                <a:latin typeface="Times New Roman"/>
                <a:cs typeface="Times New Roman"/>
              </a:rPr>
              <a:t>the</a:t>
            </a:r>
            <a:r>
              <a:rPr sz="2400" spc="55" dirty="0">
                <a:latin typeface="Times New Roman"/>
                <a:cs typeface="Times New Roman"/>
              </a:rPr>
              <a:t> </a:t>
            </a:r>
            <a:r>
              <a:rPr sz="2400" spc="-75" dirty="0">
                <a:latin typeface="Times New Roman"/>
                <a:cs typeface="Times New Roman"/>
              </a:rPr>
              <a:t>underlying</a:t>
            </a:r>
            <a:r>
              <a:rPr sz="2400" spc="45" dirty="0">
                <a:latin typeface="Times New Roman"/>
                <a:cs typeface="Times New Roman"/>
              </a:rPr>
              <a:t> </a:t>
            </a:r>
            <a:r>
              <a:rPr sz="2400" spc="-10" dirty="0">
                <a:latin typeface="Times New Roman"/>
                <a:cs typeface="Times New Roman"/>
              </a:rPr>
              <a:t>virtual</a:t>
            </a:r>
            <a:r>
              <a:rPr sz="2400" spc="65" dirty="0">
                <a:latin typeface="Times New Roman"/>
                <a:cs typeface="Times New Roman"/>
              </a:rPr>
              <a:t> </a:t>
            </a:r>
            <a:r>
              <a:rPr sz="2400" spc="-85" dirty="0">
                <a:latin typeface="Times New Roman"/>
                <a:cs typeface="Times New Roman"/>
              </a:rPr>
              <a:t>machines</a:t>
            </a:r>
            <a:r>
              <a:rPr sz="2400" spc="60" dirty="0">
                <a:latin typeface="Times New Roman"/>
                <a:cs typeface="Times New Roman"/>
              </a:rPr>
              <a:t> </a:t>
            </a:r>
            <a:r>
              <a:rPr sz="2400" spc="-25" dirty="0">
                <a:latin typeface="Times New Roman"/>
                <a:cs typeface="Times New Roman"/>
              </a:rPr>
              <a:t>or </a:t>
            </a:r>
            <a:r>
              <a:rPr sz="2400" dirty="0">
                <a:latin typeface="Times New Roman"/>
                <a:cs typeface="Times New Roman"/>
              </a:rPr>
              <a:t>clusters</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EC2</a:t>
            </a:r>
            <a:r>
              <a:rPr sz="2400" spc="30" dirty="0">
                <a:latin typeface="Times New Roman"/>
                <a:cs typeface="Times New Roman"/>
              </a:rPr>
              <a:t> </a:t>
            </a:r>
            <a:r>
              <a:rPr sz="2400" spc="-55" dirty="0">
                <a:latin typeface="Times New Roman"/>
                <a:cs typeface="Times New Roman"/>
              </a:rPr>
              <a:t>instances.</a:t>
            </a:r>
            <a:r>
              <a:rPr sz="2400" spc="-35" dirty="0">
                <a:latin typeface="Times New Roman"/>
                <a:cs typeface="Times New Roman"/>
              </a:rPr>
              <a:t> </a:t>
            </a:r>
            <a:r>
              <a:rPr sz="2400" spc="-45" dirty="0">
                <a:latin typeface="Times New Roman"/>
                <a:cs typeface="Times New Roman"/>
              </a:rPr>
              <a:t>Fargate</a:t>
            </a:r>
            <a:r>
              <a:rPr sz="2400" spc="25" dirty="0">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spc="-10" dirty="0">
                <a:latin typeface="Times New Roman"/>
                <a:cs typeface="Times New Roman"/>
              </a:rPr>
              <a:t>tightly</a:t>
            </a:r>
            <a:r>
              <a:rPr sz="2400" spc="30" dirty="0">
                <a:latin typeface="Times New Roman"/>
                <a:cs typeface="Times New Roman"/>
              </a:rPr>
              <a:t> </a:t>
            </a:r>
            <a:r>
              <a:rPr sz="2400" spc="-10" dirty="0">
                <a:latin typeface="Times New Roman"/>
                <a:cs typeface="Times New Roman"/>
              </a:rPr>
              <a:t>integrated</a:t>
            </a:r>
            <a:r>
              <a:rPr sz="2400" spc="30"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b="1" spc="-10" dirty="0">
                <a:latin typeface="Times New Roman"/>
                <a:cs typeface="Times New Roman"/>
              </a:rPr>
              <a:t>Amazon </a:t>
            </a:r>
            <a:r>
              <a:rPr sz="2400" b="1" spc="-20" dirty="0">
                <a:latin typeface="Times New Roman"/>
                <a:cs typeface="Times New Roman"/>
              </a:rPr>
              <a:t>Elastic </a:t>
            </a:r>
            <a:r>
              <a:rPr sz="2400" b="1" dirty="0">
                <a:latin typeface="Times New Roman"/>
                <a:cs typeface="Times New Roman"/>
              </a:rPr>
              <a:t>Container</a:t>
            </a:r>
            <a:r>
              <a:rPr sz="2400" b="1" spc="-30" dirty="0">
                <a:latin typeface="Times New Roman"/>
                <a:cs typeface="Times New Roman"/>
              </a:rPr>
              <a:t> </a:t>
            </a:r>
            <a:r>
              <a:rPr sz="2400" b="1" dirty="0">
                <a:latin typeface="Times New Roman"/>
                <a:cs typeface="Times New Roman"/>
              </a:rPr>
              <a:t>Service</a:t>
            </a:r>
            <a:r>
              <a:rPr sz="2400" b="1" spc="-15" dirty="0">
                <a:latin typeface="Times New Roman"/>
                <a:cs typeface="Times New Roman"/>
              </a:rPr>
              <a:t> </a:t>
            </a:r>
            <a:r>
              <a:rPr sz="2400" b="1" spc="-105" dirty="0">
                <a:latin typeface="Times New Roman"/>
                <a:cs typeface="Times New Roman"/>
              </a:rPr>
              <a:t>(ECS)</a:t>
            </a:r>
            <a:r>
              <a:rPr sz="2400" b="1" spc="-25" dirty="0">
                <a:latin typeface="Times New Roman"/>
                <a:cs typeface="Times New Roman"/>
              </a:rPr>
              <a:t> </a:t>
            </a:r>
            <a:r>
              <a:rPr sz="2400" spc="-30" dirty="0">
                <a:latin typeface="Times New Roman"/>
                <a:cs typeface="Times New Roman"/>
              </a:rPr>
              <a:t>and</a:t>
            </a:r>
            <a:r>
              <a:rPr sz="2400" spc="-20" dirty="0">
                <a:latin typeface="Times New Roman"/>
                <a:cs typeface="Times New Roman"/>
              </a:rPr>
              <a:t> </a:t>
            </a:r>
            <a:r>
              <a:rPr sz="2400" b="1" dirty="0">
                <a:latin typeface="Times New Roman"/>
                <a:cs typeface="Times New Roman"/>
              </a:rPr>
              <a:t>Amazon</a:t>
            </a:r>
            <a:r>
              <a:rPr sz="2400" b="1" spc="-30" dirty="0">
                <a:latin typeface="Times New Roman"/>
                <a:cs typeface="Times New Roman"/>
              </a:rPr>
              <a:t> </a:t>
            </a:r>
            <a:r>
              <a:rPr sz="2400" b="1" spc="-20" dirty="0">
                <a:latin typeface="Times New Roman"/>
                <a:cs typeface="Times New Roman"/>
              </a:rPr>
              <a:t>Elastic </a:t>
            </a:r>
            <a:r>
              <a:rPr sz="2400" b="1" spc="-10" dirty="0">
                <a:latin typeface="Times New Roman"/>
                <a:cs typeface="Times New Roman"/>
              </a:rPr>
              <a:t>Kubernetes </a:t>
            </a:r>
            <a:r>
              <a:rPr sz="2400" b="1" dirty="0">
                <a:latin typeface="Times New Roman"/>
                <a:cs typeface="Times New Roman"/>
              </a:rPr>
              <a:t>Service</a:t>
            </a:r>
            <a:r>
              <a:rPr sz="2400" b="1" spc="-145" dirty="0">
                <a:latin typeface="Times New Roman"/>
                <a:cs typeface="Times New Roman"/>
              </a:rPr>
              <a:t> </a:t>
            </a:r>
            <a:r>
              <a:rPr sz="2400" b="1" spc="-10" dirty="0">
                <a:latin typeface="Times New Roman"/>
                <a:cs typeface="Times New Roman"/>
              </a:rPr>
              <a:t>(EKS)</a:t>
            </a:r>
            <a:r>
              <a:rPr sz="2400" spc="-10" dirty="0">
                <a:latin typeface="Times New Roman"/>
                <a:cs typeface="Times New Roman"/>
              </a:rPr>
              <a:t>.</a:t>
            </a:r>
            <a:endParaRPr sz="2400">
              <a:latin typeface="Times New Roman"/>
              <a:cs typeface="Times New Roman"/>
            </a:endParaRPr>
          </a:p>
          <a:p>
            <a:pPr marL="286385" indent="-273685">
              <a:lnSpc>
                <a:spcPct val="100000"/>
              </a:lnSpc>
              <a:spcBef>
                <a:spcPts val="2400"/>
              </a:spcBef>
              <a:buClr>
                <a:srgbClr val="D24717"/>
              </a:buClr>
              <a:buSzPct val="85416"/>
              <a:buFont typeface="Segoe UI Symbol"/>
              <a:buChar char="⚫"/>
              <a:tabLst>
                <a:tab pos="286385" algn="l"/>
              </a:tabLst>
            </a:pPr>
            <a:r>
              <a:rPr sz="2400" b="1" spc="-100" dirty="0">
                <a:latin typeface="Times New Roman"/>
                <a:cs typeface="Times New Roman"/>
              </a:rPr>
              <a:t>Key</a:t>
            </a:r>
            <a:r>
              <a:rPr sz="2400" b="1" spc="-40" dirty="0">
                <a:latin typeface="Times New Roman"/>
                <a:cs typeface="Times New Roman"/>
              </a:rPr>
              <a:t> </a:t>
            </a:r>
            <a:r>
              <a:rPr sz="2400" b="1" spc="-10" dirty="0">
                <a:latin typeface="Times New Roman"/>
                <a:cs typeface="Times New Roman"/>
              </a:rPr>
              <a:t>Features</a:t>
            </a:r>
            <a:endParaRPr sz="2400">
              <a:latin typeface="Times New Roman"/>
              <a:cs typeface="Times New Roman"/>
            </a:endParaRPr>
          </a:p>
          <a:p>
            <a:pPr marL="286385" indent="-273685">
              <a:lnSpc>
                <a:spcPct val="100000"/>
              </a:lnSpc>
              <a:spcBef>
                <a:spcPts val="605"/>
              </a:spcBef>
              <a:buClr>
                <a:srgbClr val="D24717"/>
              </a:buClr>
              <a:buSzPct val="85416"/>
              <a:buAutoNum type="arabicPeriod"/>
              <a:tabLst>
                <a:tab pos="286385" algn="l"/>
              </a:tabLst>
            </a:pPr>
            <a:r>
              <a:rPr sz="2400" b="1" spc="-35" dirty="0">
                <a:latin typeface="Times New Roman"/>
                <a:cs typeface="Times New Roman"/>
              </a:rPr>
              <a:t>Serverless</a:t>
            </a:r>
            <a:r>
              <a:rPr sz="2400" b="1" spc="-90" dirty="0">
                <a:latin typeface="Times New Roman"/>
                <a:cs typeface="Times New Roman"/>
              </a:rPr>
              <a:t> </a:t>
            </a:r>
            <a:r>
              <a:rPr sz="2400" b="1" spc="-25" dirty="0">
                <a:latin typeface="Times New Roman"/>
                <a:cs typeface="Times New Roman"/>
              </a:rPr>
              <a:t>Container</a:t>
            </a:r>
            <a:r>
              <a:rPr sz="2400" b="1" spc="-85" dirty="0">
                <a:latin typeface="Times New Roman"/>
                <a:cs typeface="Times New Roman"/>
              </a:rPr>
              <a:t> </a:t>
            </a:r>
            <a:r>
              <a:rPr sz="2400" b="1" spc="-10" dirty="0">
                <a:latin typeface="Times New Roman"/>
                <a:cs typeface="Times New Roman"/>
              </a:rPr>
              <a:t>Management</a:t>
            </a:r>
            <a:r>
              <a:rPr sz="2400" spc="-10" dirty="0">
                <a:latin typeface="Times New Roman"/>
                <a:cs typeface="Times New Roman"/>
              </a:rPr>
              <a:t>:</a:t>
            </a:r>
            <a:endParaRPr sz="2400">
              <a:latin typeface="Times New Roman"/>
              <a:cs typeface="Times New Roman"/>
            </a:endParaRPr>
          </a:p>
          <a:p>
            <a:pPr marL="755650" lvl="1" indent="-285750">
              <a:lnSpc>
                <a:spcPct val="100000"/>
              </a:lnSpc>
              <a:spcBef>
                <a:spcPts val="395"/>
              </a:spcBef>
              <a:buClr>
                <a:srgbClr val="9B2C1F"/>
              </a:buClr>
              <a:buSzPct val="85416"/>
              <a:buAutoNum type="arabicPeriod"/>
              <a:tabLst>
                <a:tab pos="755650" algn="l"/>
              </a:tabLst>
            </a:pPr>
            <a:r>
              <a:rPr sz="2400" spc="-140" dirty="0">
                <a:latin typeface="Times New Roman"/>
                <a:cs typeface="Times New Roman"/>
              </a:rPr>
              <a:t>No</a:t>
            </a:r>
            <a:r>
              <a:rPr sz="2400" spc="-55" dirty="0">
                <a:latin typeface="Times New Roman"/>
                <a:cs typeface="Times New Roman"/>
              </a:rPr>
              <a:t> </a:t>
            </a:r>
            <a:r>
              <a:rPr sz="2400" spc="-110" dirty="0">
                <a:latin typeface="Times New Roman"/>
                <a:cs typeface="Times New Roman"/>
              </a:rPr>
              <a:t>need</a:t>
            </a:r>
            <a:r>
              <a:rPr sz="2400" spc="-65" dirty="0">
                <a:latin typeface="Times New Roman"/>
                <a:cs typeface="Times New Roman"/>
              </a:rPr>
              <a:t> </a:t>
            </a:r>
            <a:r>
              <a:rPr sz="2400" dirty="0">
                <a:latin typeface="Times New Roman"/>
                <a:cs typeface="Times New Roman"/>
              </a:rPr>
              <a:t>to</a:t>
            </a:r>
            <a:r>
              <a:rPr sz="2400" spc="-55" dirty="0">
                <a:latin typeface="Times New Roman"/>
                <a:cs typeface="Times New Roman"/>
              </a:rPr>
              <a:t> </a:t>
            </a:r>
            <a:r>
              <a:rPr sz="2400" spc="-165" dirty="0">
                <a:latin typeface="Times New Roman"/>
                <a:cs typeface="Times New Roman"/>
              </a:rPr>
              <a:t>manage</a:t>
            </a:r>
            <a:r>
              <a:rPr sz="2400" spc="-55" dirty="0">
                <a:latin typeface="Times New Roman"/>
                <a:cs typeface="Times New Roman"/>
              </a:rPr>
              <a:t> </a:t>
            </a:r>
            <a:r>
              <a:rPr sz="2400" spc="-75" dirty="0">
                <a:latin typeface="Times New Roman"/>
                <a:cs typeface="Times New Roman"/>
              </a:rPr>
              <a:t>servers,</a:t>
            </a:r>
            <a:r>
              <a:rPr sz="2400" spc="-160" dirty="0">
                <a:latin typeface="Times New Roman"/>
                <a:cs typeface="Times New Roman"/>
              </a:rPr>
              <a:t> </a:t>
            </a:r>
            <a:r>
              <a:rPr sz="2400" spc="-75" dirty="0">
                <a:latin typeface="Times New Roman"/>
                <a:cs typeface="Times New Roman"/>
              </a:rPr>
              <a:t>clusters,</a:t>
            </a:r>
            <a:r>
              <a:rPr sz="2400" spc="-155"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170" dirty="0">
                <a:latin typeface="Times New Roman"/>
                <a:cs typeface="Times New Roman"/>
              </a:rPr>
              <a:t>EC2</a:t>
            </a:r>
            <a:r>
              <a:rPr sz="2400" spc="-65" dirty="0">
                <a:latin typeface="Times New Roman"/>
                <a:cs typeface="Times New Roman"/>
              </a:rPr>
              <a:t> </a:t>
            </a:r>
            <a:r>
              <a:rPr sz="2400" spc="-10" dirty="0">
                <a:latin typeface="Times New Roman"/>
                <a:cs typeface="Times New Roman"/>
              </a:rPr>
              <a:t>instances.</a:t>
            </a:r>
            <a:endParaRPr sz="2400">
              <a:latin typeface="Times New Roman"/>
              <a:cs typeface="Times New Roman"/>
            </a:endParaRPr>
          </a:p>
          <a:p>
            <a:pPr marL="755650" lvl="1" indent="-285750">
              <a:lnSpc>
                <a:spcPct val="100000"/>
              </a:lnSpc>
              <a:spcBef>
                <a:spcPts val="395"/>
              </a:spcBef>
              <a:buClr>
                <a:srgbClr val="9B2C1F"/>
              </a:buClr>
              <a:buSzPct val="85416"/>
              <a:buAutoNum type="arabicPeriod"/>
              <a:tabLst>
                <a:tab pos="755650" algn="l"/>
              </a:tabLst>
            </a:pPr>
            <a:r>
              <a:rPr sz="2400" spc="-175" dirty="0">
                <a:latin typeface="Times New Roman"/>
                <a:cs typeface="Times New Roman"/>
              </a:rPr>
              <a:t>Focus</a:t>
            </a:r>
            <a:r>
              <a:rPr sz="2400" spc="-45" dirty="0">
                <a:latin typeface="Times New Roman"/>
                <a:cs typeface="Times New Roman"/>
              </a:rPr>
              <a:t> </a:t>
            </a:r>
            <a:r>
              <a:rPr sz="2400" spc="-114" dirty="0">
                <a:latin typeface="Times New Roman"/>
                <a:cs typeface="Times New Roman"/>
              </a:rPr>
              <a:t>on</a:t>
            </a:r>
            <a:r>
              <a:rPr sz="2400" spc="-20" dirty="0">
                <a:latin typeface="Times New Roman"/>
                <a:cs typeface="Times New Roman"/>
              </a:rPr>
              <a:t> </a:t>
            </a:r>
            <a:r>
              <a:rPr sz="2400" spc="-135" dirty="0">
                <a:latin typeface="Times New Roman"/>
                <a:cs typeface="Times New Roman"/>
              </a:rPr>
              <a:t>defining</a:t>
            </a:r>
            <a:r>
              <a:rPr sz="2400" spc="-25" dirty="0">
                <a:latin typeface="Times New Roman"/>
                <a:cs typeface="Times New Roman"/>
              </a:rPr>
              <a:t> </a:t>
            </a:r>
            <a:r>
              <a:rPr sz="2400" spc="-145" dirty="0">
                <a:latin typeface="Times New Roman"/>
                <a:cs typeface="Times New Roman"/>
              </a:rPr>
              <a:t>and</a:t>
            </a:r>
            <a:r>
              <a:rPr sz="2400" spc="-25" dirty="0">
                <a:latin typeface="Times New Roman"/>
                <a:cs typeface="Times New Roman"/>
              </a:rPr>
              <a:t> </a:t>
            </a:r>
            <a:r>
              <a:rPr sz="2400" spc="-145" dirty="0">
                <a:latin typeface="Times New Roman"/>
                <a:cs typeface="Times New Roman"/>
              </a:rPr>
              <a:t>deploying</a:t>
            </a:r>
            <a:r>
              <a:rPr sz="2400" spc="-35" dirty="0">
                <a:latin typeface="Times New Roman"/>
                <a:cs typeface="Times New Roman"/>
              </a:rPr>
              <a:t> </a:t>
            </a:r>
            <a:r>
              <a:rPr sz="2400" spc="-114" dirty="0">
                <a:latin typeface="Times New Roman"/>
                <a:cs typeface="Times New Roman"/>
              </a:rPr>
              <a:t>your</a:t>
            </a:r>
            <a:r>
              <a:rPr sz="2400" spc="-30" dirty="0">
                <a:latin typeface="Times New Roman"/>
                <a:cs typeface="Times New Roman"/>
              </a:rPr>
              <a:t> </a:t>
            </a:r>
            <a:r>
              <a:rPr sz="2400" spc="-10" dirty="0">
                <a:latin typeface="Times New Roman"/>
                <a:cs typeface="Times New Roman"/>
              </a:rPr>
              <a:t>containers.</a:t>
            </a:r>
            <a:endParaRPr sz="2400">
              <a:latin typeface="Times New Roman"/>
              <a:cs typeface="Times New Roman"/>
            </a:endParaRPr>
          </a:p>
          <a:p>
            <a:pPr marL="286385" indent="-273685">
              <a:lnSpc>
                <a:spcPct val="100000"/>
              </a:lnSpc>
              <a:spcBef>
                <a:spcPts val="600"/>
              </a:spcBef>
              <a:buClr>
                <a:srgbClr val="D24717"/>
              </a:buClr>
              <a:buSzPct val="85416"/>
              <a:buAutoNum type="arabicPeriod"/>
              <a:tabLst>
                <a:tab pos="286385" algn="l"/>
              </a:tabLst>
            </a:pPr>
            <a:r>
              <a:rPr sz="2400" b="1" spc="-50" dirty="0">
                <a:latin typeface="Times New Roman"/>
                <a:cs typeface="Times New Roman"/>
              </a:rPr>
              <a:t>Seamless</a:t>
            </a:r>
            <a:r>
              <a:rPr sz="2400" b="1" spc="-85" dirty="0">
                <a:latin typeface="Times New Roman"/>
                <a:cs typeface="Times New Roman"/>
              </a:rPr>
              <a:t> </a:t>
            </a:r>
            <a:r>
              <a:rPr sz="2400" b="1" spc="-10" dirty="0">
                <a:latin typeface="Times New Roman"/>
                <a:cs typeface="Times New Roman"/>
              </a:rPr>
              <a:t>Scaling</a:t>
            </a:r>
            <a:r>
              <a:rPr sz="2400" spc="-10" dirty="0">
                <a:latin typeface="Times New Roman"/>
                <a:cs typeface="Times New Roman"/>
              </a:rPr>
              <a:t>:</a:t>
            </a:r>
            <a:endParaRPr sz="2400">
              <a:latin typeface="Times New Roman"/>
              <a:cs typeface="Times New Roman"/>
            </a:endParaRPr>
          </a:p>
          <a:p>
            <a:pPr marL="755650" lvl="1" indent="-285750">
              <a:lnSpc>
                <a:spcPct val="100000"/>
              </a:lnSpc>
              <a:spcBef>
                <a:spcPts val="409"/>
              </a:spcBef>
              <a:buClr>
                <a:srgbClr val="9B2C1F"/>
              </a:buClr>
              <a:buSzPct val="85416"/>
              <a:buAutoNum type="arabicPeriod"/>
              <a:tabLst>
                <a:tab pos="755650" algn="l"/>
              </a:tabLst>
            </a:pPr>
            <a:r>
              <a:rPr sz="2400" spc="-150" dirty="0">
                <a:latin typeface="Times New Roman"/>
                <a:cs typeface="Times New Roman"/>
              </a:rPr>
              <a:t>Automatically</a:t>
            </a:r>
            <a:r>
              <a:rPr sz="2400" spc="-40" dirty="0">
                <a:latin typeface="Times New Roman"/>
                <a:cs typeface="Times New Roman"/>
              </a:rPr>
              <a:t> </a:t>
            </a:r>
            <a:r>
              <a:rPr sz="2400" spc="-160" dirty="0">
                <a:latin typeface="Times New Roman"/>
                <a:cs typeface="Times New Roman"/>
              </a:rPr>
              <a:t>scales</a:t>
            </a:r>
            <a:r>
              <a:rPr sz="2400" spc="-25" dirty="0">
                <a:latin typeface="Times New Roman"/>
                <a:cs typeface="Times New Roman"/>
              </a:rPr>
              <a:t> </a:t>
            </a:r>
            <a:r>
              <a:rPr sz="2400" spc="-105" dirty="0">
                <a:latin typeface="Times New Roman"/>
                <a:cs typeface="Times New Roman"/>
              </a:rPr>
              <a:t>resources</a:t>
            </a:r>
            <a:r>
              <a:rPr sz="2400" spc="-30"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125" dirty="0">
                <a:latin typeface="Times New Roman"/>
                <a:cs typeface="Times New Roman"/>
              </a:rPr>
              <a:t>match</a:t>
            </a:r>
            <a:r>
              <a:rPr sz="2400" spc="-15" dirty="0">
                <a:latin typeface="Times New Roman"/>
                <a:cs typeface="Times New Roman"/>
              </a:rPr>
              <a:t> </a:t>
            </a:r>
            <a:r>
              <a:rPr sz="2400" spc="-114" dirty="0">
                <a:latin typeface="Times New Roman"/>
                <a:cs typeface="Times New Roman"/>
              </a:rPr>
              <a:t>your</a:t>
            </a:r>
            <a:r>
              <a:rPr sz="2400" spc="-30" dirty="0">
                <a:latin typeface="Times New Roman"/>
                <a:cs typeface="Times New Roman"/>
              </a:rPr>
              <a:t> </a:t>
            </a:r>
            <a:r>
              <a:rPr sz="2400" spc="-95" dirty="0">
                <a:latin typeface="Times New Roman"/>
                <a:cs typeface="Times New Roman"/>
              </a:rPr>
              <a:t>container</a:t>
            </a:r>
            <a:r>
              <a:rPr sz="2400" spc="-25" dirty="0">
                <a:latin typeface="Times New Roman"/>
                <a:cs typeface="Times New Roman"/>
              </a:rPr>
              <a:t> </a:t>
            </a:r>
            <a:r>
              <a:rPr sz="2400" spc="-10" dirty="0">
                <a:latin typeface="Times New Roman"/>
                <a:cs typeface="Times New Roman"/>
              </a:rPr>
              <a:t>workloads.</a:t>
            </a:r>
            <a:endParaRPr sz="2400">
              <a:latin typeface="Times New Roman"/>
              <a:cs typeface="Times New Roman"/>
            </a:endParaRPr>
          </a:p>
          <a:p>
            <a:pPr marL="755650" lvl="1" indent="-285750">
              <a:lnSpc>
                <a:spcPct val="100000"/>
              </a:lnSpc>
              <a:spcBef>
                <a:spcPts val="395"/>
              </a:spcBef>
              <a:buClr>
                <a:srgbClr val="9B2C1F"/>
              </a:buClr>
              <a:buSzPct val="85416"/>
              <a:buAutoNum type="arabicPeriod"/>
              <a:tabLst>
                <a:tab pos="755650" algn="l"/>
              </a:tabLst>
            </a:pPr>
            <a:r>
              <a:rPr sz="2400" spc="-125" dirty="0">
                <a:latin typeface="Times New Roman"/>
                <a:cs typeface="Times New Roman"/>
              </a:rPr>
              <a:t>Eliminates</a:t>
            </a:r>
            <a:r>
              <a:rPr sz="2400" spc="-70" dirty="0">
                <a:latin typeface="Times New Roman"/>
                <a:cs typeface="Times New Roman"/>
              </a:rPr>
              <a:t> </a:t>
            </a:r>
            <a:r>
              <a:rPr sz="2400" spc="-60" dirty="0">
                <a:latin typeface="Times New Roman"/>
                <a:cs typeface="Times New Roman"/>
              </a:rPr>
              <a:t>the</a:t>
            </a:r>
            <a:r>
              <a:rPr sz="2400" spc="-55" dirty="0">
                <a:latin typeface="Times New Roman"/>
                <a:cs typeface="Times New Roman"/>
              </a:rPr>
              <a:t> </a:t>
            </a:r>
            <a:r>
              <a:rPr sz="2400" spc="-110" dirty="0">
                <a:latin typeface="Times New Roman"/>
                <a:cs typeface="Times New Roman"/>
              </a:rPr>
              <a:t>need</a:t>
            </a:r>
            <a:r>
              <a:rPr sz="2400" spc="-60" dirty="0">
                <a:latin typeface="Times New Roman"/>
                <a:cs typeface="Times New Roman"/>
              </a:rPr>
              <a:t> </a:t>
            </a:r>
            <a:r>
              <a:rPr sz="2400" spc="-90" dirty="0">
                <a:latin typeface="Times New Roman"/>
                <a:cs typeface="Times New Roman"/>
              </a:rPr>
              <a:t>for</a:t>
            </a:r>
            <a:r>
              <a:rPr sz="2400" spc="-45" dirty="0">
                <a:latin typeface="Times New Roman"/>
                <a:cs typeface="Times New Roman"/>
              </a:rPr>
              <a:t> </a:t>
            </a:r>
            <a:r>
              <a:rPr sz="2400" spc="-150" dirty="0">
                <a:latin typeface="Times New Roman"/>
                <a:cs typeface="Times New Roman"/>
              </a:rPr>
              <a:t>manual</a:t>
            </a:r>
            <a:r>
              <a:rPr sz="2400" spc="-75" dirty="0">
                <a:latin typeface="Times New Roman"/>
                <a:cs typeface="Times New Roman"/>
              </a:rPr>
              <a:t> </a:t>
            </a:r>
            <a:r>
              <a:rPr sz="2400" spc="-160" dirty="0">
                <a:latin typeface="Times New Roman"/>
                <a:cs typeface="Times New Roman"/>
              </a:rPr>
              <a:t>scaling</a:t>
            </a:r>
            <a:r>
              <a:rPr sz="2400" spc="-60"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spc="-65" dirty="0">
                <a:latin typeface="Times New Roman"/>
                <a:cs typeface="Times New Roman"/>
              </a:rPr>
              <a:t>overprovisioning.</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87</a:t>
            </a:fld>
            <a:endParaRPr spc="-25"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2451735"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45" dirty="0"/>
              <a:t>Fargate</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485038" y="1083310"/>
            <a:ext cx="7595870" cy="4923155"/>
          </a:xfrm>
          <a:prstGeom prst="rect">
            <a:avLst/>
          </a:prstGeom>
        </p:spPr>
        <p:txBody>
          <a:bodyPr vert="horz" wrap="square" lIns="0" tIns="62865" rIns="0" bIns="0" rtlCol="0">
            <a:spAutoFit/>
          </a:bodyPr>
          <a:lstStyle/>
          <a:p>
            <a:pPr marL="287655" indent="-274955">
              <a:lnSpc>
                <a:spcPct val="100000"/>
              </a:lnSpc>
              <a:spcBef>
                <a:spcPts val="495"/>
              </a:spcBef>
              <a:buAutoNum type="arabicPeriod" startAt="3"/>
              <a:tabLst>
                <a:tab pos="287655" algn="l"/>
              </a:tabLst>
            </a:pPr>
            <a:r>
              <a:rPr sz="2400" b="1" spc="-10" dirty="0">
                <a:latin typeface="Times New Roman"/>
                <a:cs typeface="Times New Roman"/>
              </a:rPr>
              <a:t>Resource</a:t>
            </a:r>
            <a:r>
              <a:rPr sz="2400" b="1" spc="-125" dirty="0">
                <a:latin typeface="Times New Roman"/>
                <a:cs typeface="Times New Roman"/>
              </a:rPr>
              <a:t> </a:t>
            </a:r>
            <a:r>
              <a:rPr sz="2400" b="1" spc="-10" dirty="0">
                <a:latin typeface="Times New Roman"/>
                <a:cs typeface="Times New Roman"/>
              </a:rPr>
              <a:t>Isolation</a:t>
            </a:r>
            <a:r>
              <a:rPr sz="2400" spc="-10" dirty="0">
                <a:latin typeface="Times New Roman"/>
                <a:cs typeface="Times New Roman"/>
              </a:rPr>
              <a:t>:</a:t>
            </a:r>
            <a:endParaRPr sz="2400">
              <a:latin typeface="Times New Roman"/>
              <a:cs typeface="Times New Roman"/>
            </a:endParaRPr>
          </a:p>
          <a:p>
            <a:pPr marL="755015" lvl="1" indent="-285750">
              <a:lnSpc>
                <a:spcPct val="100000"/>
              </a:lnSpc>
              <a:spcBef>
                <a:spcPts val="395"/>
              </a:spcBef>
              <a:buClr>
                <a:srgbClr val="9B2C1F"/>
              </a:buClr>
              <a:buSzPct val="85416"/>
              <a:buAutoNum type="arabicPeriod"/>
              <a:tabLst>
                <a:tab pos="755015" algn="l"/>
              </a:tabLst>
            </a:pPr>
            <a:r>
              <a:rPr sz="2400" spc="-140" dirty="0">
                <a:latin typeface="Times New Roman"/>
                <a:cs typeface="Times New Roman"/>
              </a:rPr>
              <a:t>Provides</a:t>
            </a:r>
            <a:r>
              <a:rPr sz="2400" spc="-40" dirty="0">
                <a:latin typeface="Times New Roman"/>
                <a:cs typeface="Times New Roman"/>
              </a:rPr>
              <a:t> </a:t>
            </a:r>
            <a:r>
              <a:rPr sz="2400" spc="-140" dirty="0">
                <a:latin typeface="Times New Roman"/>
                <a:cs typeface="Times New Roman"/>
              </a:rPr>
              <a:t>each</a:t>
            </a:r>
            <a:r>
              <a:rPr sz="2400" spc="-35" dirty="0">
                <a:latin typeface="Times New Roman"/>
                <a:cs typeface="Times New Roman"/>
              </a:rPr>
              <a:t> </a:t>
            </a:r>
            <a:r>
              <a:rPr sz="2400" spc="-90" dirty="0">
                <a:latin typeface="Times New Roman"/>
                <a:cs typeface="Times New Roman"/>
              </a:rPr>
              <a:t>container</a:t>
            </a:r>
            <a:r>
              <a:rPr sz="2400" spc="-45" dirty="0">
                <a:latin typeface="Times New Roman"/>
                <a:cs typeface="Times New Roman"/>
              </a:rPr>
              <a:t> </a:t>
            </a:r>
            <a:r>
              <a:rPr sz="2400" spc="-100" dirty="0">
                <a:latin typeface="Times New Roman"/>
                <a:cs typeface="Times New Roman"/>
              </a:rPr>
              <a:t>with</a:t>
            </a:r>
            <a:r>
              <a:rPr sz="2400" spc="-25" dirty="0">
                <a:latin typeface="Times New Roman"/>
                <a:cs typeface="Times New Roman"/>
              </a:rPr>
              <a:t> </a:t>
            </a:r>
            <a:r>
              <a:rPr sz="2400" spc="-100" dirty="0">
                <a:latin typeface="Times New Roman"/>
                <a:cs typeface="Times New Roman"/>
              </a:rPr>
              <a:t>its</a:t>
            </a:r>
            <a:r>
              <a:rPr sz="2400" spc="-30" dirty="0">
                <a:latin typeface="Times New Roman"/>
                <a:cs typeface="Times New Roman"/>
              </a:rPr>
              <a:t> </a:t>
            </a:r>
            <a:r>
              <a:rPr sz="2400" spc="-155" dirty="0">
                <a:latin typeface="Times New Roman"/>
                <a:cs typeface="Times New Roman"/>
              </a:rPr>
              <a:t>own</a:t>
            </a:r>
            <a:r>
              <a:rPr sz="2400" spc="-40" dirty="0">
                <a:latin typeface="Times New Roman"/>
                <a:cs typeface="Times New Roman"/>
              </a:rPr>
              <a:t> </a:t>
            </a:r>
            <a:r>
              <a:rPr sz="2400" spc="-105" dirty="0">
                <a:latin typeface="Times New Roman"/>
                <a:cs typeface="Times New Roman"/>
              </a:rPr>
              <a:t>compute</a:t>
            </a:r>
            <a:r>
              <a:rPr sz="2400" spc="-50" dirty="0">
                <a:latin typeface="Times New Roman"/>
                <a:cs typeface="Times New Roman"/>
              </a:rPr>
              <a:t> </a:t>
            </a:r>
            <a:r>
              <a:rPr sz="2400" spc="-10" dirty="0">
                <a:latin typeface="Times New Roman"/>
                <a:cs typeface="Times New Roman"/>
              </a:rPr>
              <a:t>resources.</a:t>
            </a:r>
            <a:endParaRPr sz="2400">
              <a:latin typeface="Times New Roman"/>
              <a:cs typeface="Times New Roman"/>
            </a:endParaRPr>
          </a:p>
          <a:p>
            <a:pPr marL="755015" lvl="1" indent="-285750">
              <a:lnSpc>
                <a:spcPct val="100000"/>
              </a:lnSpc>
              <a:spcBef>
                <a:spcPts val="395"/>
              </a:spcBef>
              <a:buClr>
                <a:srgbClr val="9B2C1F"/>
              </a:buClr>
              <a:buSzPct val="85416"/>
              <a:buAutoNum type="arabicPeriod"/>
              <a:tabLst>
                <a:tab pos="755015" algn="l"/>
              </a:tabLst>
            </a:pPr>
            <a:r>
              <a:rPr sz="2400" spc="-160" dirty="0">
                <a:latin typeface="Times New Roman"/>
                <a:cs typeface="Times New Roman"/>
              </a:rPr>
              <a:t>Enhances</a:t>
            </a:r>
            <a:r>
              <a:rPr sz="2400" spc="-35" dirty="0">
                <a:latin typeface="Times New Roman"/>
                <a:cs typeface="Times New Roman"/>
              </a:rPr>
              <a:t> </a:t>
            </a:r>
            <a:r>
              <a:rPr sz="2400" spc="-100" dirty="0">
                <a:latin typeface="Times New Roman"/>
                <a:cs typeface="Times New Roman"/>
              </a:rPr>
              <a:t>security</a:t>
            </a:r>
            <a:r>
              <a:rPr sz="2400" spc="-20" dirty="0">
                <a:latin typeface="Times New Roman"/>
                <a:cs typeface="Times New Roman"/>
              </a:rPr>
              <a:t> </a:t>
            </a:r>
            <a:r>
              <a:rPr sz="2400" spc="-145" dirty="0">
                <a:latin typeface="Times New Roman"/>
                <a:cs typeface="Times New Roman"/>
              </a:rPr>
              <a:t>and</a:t>
            </a:r>
            <a:r>
              <a:rPr sz="2400" spc="-5" dirty="0">
                <a:latin typeface="Times New Roman"/>
                <a:cs typeface="Times New Roman"/>
              </a:rPr>
              <a:t> </a:t>
            </a:r>
            <a:r>
              <a:rPr sz="2400" spc="-105" dirty="0">
                <a:latin typeface="Times New Roman"/>
                <a:cs typeface="Times New Roman"/>
              </a:rPr>
              <a:t>performance</a:t>
            </a:r>
            <a:r>
              <a:rPr sz="2400" spc="-25" dirty="0">
                <a:latin typeface="Times New Roman"/>
                <a:cs typeface="Times New Roman"/>
              </a:rPr>
              <a:t> </a:t>
            </a:r>
            <a:r>
              <a:rPr sz="2400" spc="-200" dirty="0">
                <a:latin typeface="Times New Roman"/>
                <a:cs typeface="Times New Roman"/>
              </a:rPr>
              <a:t>by</a:t>
            </a:r>
            <a:r>
              <a:rPr sz="2400" spc="-30" dirty="0">
                <a:latin typeface="Times New Roman"/>
                <a:cs typeface="Times New Roman"/>
              </a:rPr>
              <a:t> </a:t>
            </a:r>
            <a:r>
              <a:rPr sz="2400" spc="-170" dirty="0">
                <a:latin typeface="Times New Roman"/>
                <a:cs typeface="Times New Roman"/>
              </a:rPr>
              <a:t>avoiding</a:t>
            </a:r>
            <a:r>
              <a:rPr sz="2400" spc="-20" dirty="0">
                <a:latin typeface="Times New Roman"/>
                <a:cs typeface="Times New Roman"/>
              </a:rPr>
              <a:t> </a:t>
            </a:r>
            <a:r>
              <a:rPr sz="2400" spc="-10" dirty="0">
                <a:latin typeface="Times New Roman"/>
                <a:cs typeface="Times New Roman"/>
              </a:rPr>
              <a:t>resource</a:t>
            </a:r>
            <a:endParaRPr sz="2400">
              <a:latin typeface="Times New Roman"/>
              <a:cs typeface="Times New Roman"/>
            </a:endParaRPr>
          </a:p>
          <a:p>
            <a:pPr marL="756285">
              <a:lnSpc>
                <a:spcPct val="100000"/>
              </a:lnSpc>
              <a:spcBef>
                <a:spcPts val="5"/>
              </a:spcBef>
            </a:pPr>
            <a:r>
              <a:rPr sz="2400" spc="-10" dirty="0">
                <a:latin typeface="Times New Roman"/>
                <a:cs typeface="Times New Roman"/>
              </a:rPr>
              <a:t>contention.</a:t>
            </a:r>
            <a:endParaRPr sz="2400">
              <a:latin typeface="Times New Roman"/>
              <a:cs typeface="Times New Roman"/>
            </a:endParaRPr>
          </a:p>
          <a:p>
            <a:pPr marL="287655" indent="-274955">
              <a:lnSpc>
                <a:spcPct val="100000"/>
              </a:lnSpc>
              <a:spcBef>
                <a:spcPts val="600"/>
              </a:spcBef>
              <a:buAutoNum type="arabicPeriod" startAt="4"/>
              <a:tabLst>
                <a:tab pos="287655" algn="l"/>
              </a:tabLst>
            </a:pPr>
            <a:r>
              <a:rPr sz="2400" b="1" dirty="0">
                <a:latin typeface="Times New Roman"/>
                <a:cs typeface="Times New Roman"/>
              </a:rPr>
              <a:t>Flexible</a:t>
            </a:r>
            <a:r>
              <a:rPr sz="2400" b="1" spc="-125" dirty="0">
                <a:latin typeface="Times New Roman"/>
                <a:cs typeface="Times New Roman"/>
              </a:rPr>
              <a:t> </a:t>
            </a:r>
            <a:r>
              <a:rPr sz="2400" b="1" dirty="0">
                <a:latin typeface="Times New Roman"/>
                <a:cs typeface="Times New Roman"/>
              </a:rPr>
              <a:t>Resource</a:t>
            </a:r>
            <a:r>
              <a:rPr sz="2400" b="1" spc="-120" dirty="0">
                <a:latin typeface="Times New Roman"/>
                <a:cs typeface="Times New Roman"/>
              </a:rPr>
              <a:t> </a:t>
            </a:r>
            <a:r>
              <a:rPr sz="2400" b="1" spc="-10" dirty="0">
                <a:latin typeface="Times New Roman"/>
                <a:cs typeface="Times New Roman"/>
              </a:rPr>
              <a:t>Configurations</a:t>
            </a:r>
            <a:r>
              <a:rPr sz="2400" spc="-10" dirty="0">
                <a:latin typeface="Times New Roman"/>
                <a:cs typeface="Times New Roman"/>
              </a:rPr>
              <a:t>:</a:t>
            </a:r>
            <a:endParaRPr sz="2400">
              <a:latin typeface="Times New Roman"/>
              <a:cs typeface="Times New Roman"/>
            </a:endParaRPr>
          </a:p>
          <a:p>
            <a:pPr marL="755015" lvl="1" indent="-285750">
              <a:lnSpc>
                <a:spcPct val="100000"/>
              </a:lnSpc>
              <a:spcBef>
                <a:spcPts val="405"/>
              </a:spcBef>
              <a:buClr>
                <a:srgbClr val="9B2C1F"/>
              </a:buClr>
              <a:buSzPct val="85416"/>
              <a:buAutoNum type="arabicPeriod"/>
              <a:tabLst>
                <a:tab pos="755015" algn="l"/>
              </a:tabLst>
            </a:pPr>
            <a:r>
              <a:rPr sz="2400" spc="-175" dirty="0">
                <a:latin typeface="Times New Roman"/>
                <a:cs typeface="Times New Roman"/>
              </a:rPr>
              <a:t>Specify</a:t>
            </a:r>
            <a:r>
              <a:rPr sz="2400" spc="-40" dirty="0">
                <a:latin typeface="Times New Roman"/>
                <a:cs typeface="Times New Roman"/>
              </a:rPr>
              <a:t> </a:t>
            </a:r>
            <a:r>
              <a:rPr sz="2400" spc="-150" dirty="0">
                <a:latin typeface="Times New Roman"/>
                <a:cs typeface="Times New Roman"/>
              </a:rPr>
              <a:t>CPU</a:t>
            </a:r>
            <a:r>
              <a:rPr sz="2400" spc="-50" dirty="0">
                <a:latin typeface="Times New Roman"/>
                <a:cs typeface="Times New Roman"/>
              </a:rPr>
              <a:t> </a:t>
            </a:r>
            <a:r>
              <a:rPr sz="2400" spc="-145" dirty="0">
                <a:latin typeface="Times New Roman"/>
                <a:cs typeface="Times New Roman"/>
              </a:rPr>
              <a:t>and</a:t>
            </a:r>
            <a:r>
              <a:rPr sz="2400" spc="-40" dirty="0">
                <a:latin typeface="Times New Roman"/>
                <a:cs typeface="Times New Roman"/>
              </a:rPr>
              <a:t> </a:t>
            </a:r>
            <a:r>
              <a:rPr sz="2400" spc="-114" dirty="0">
                <a:latin typeface="Times New Roman"/>
                <a:cs typeface="Times New Roman"/>
              </a:rPr>
              <a:t>memory</a:t>
            </a:r>
            <a:r>
              <a:rPr sz="2400" spc="-40" dirty="0">
                <a:latin typeface="Times New Roman"/>
                <a:cs typeface="Times New Roman"/>
              </a:rPr>
              <a:t> </a:t>
            </a:r>
            <a:r>
              <a:rPr sz="2400" spc="-110" dirty="0">
                <a:latin typeface="Times New Roman"/>
                <a:cs typeface="Times New Roman"/>
              </a:rPr>
              <a:t>independently</a:t>
            </a:r>
            <a:r>
              <a:rPr sz="2400" spc="-55" dirty="0">
                <a:latin typeface="Times New Roman"/>
                <a:cs typeface="Times New Roman"/>
              </a:rPr>
              <a:t> </a:t>
            </a:r>
            <a:r>
              <a:rPr sz="2400" spc="-90" dirty="0">
                <a:latin typeface="Times New Roman"/>
                <a:cs typeface="Times New Roman"/>
              </a:rPr>
              <a:t>for</a:t>
            </a:r>
            <a:r>
              <a:rPr sz="2400" spc="-50" dirty="0">
                <a:latin typeface="Times New Roman"/>
                <a:cs typeface="Times New Roman"/>
              </a:rPr>
              <a:t> </a:t>
            </a:r>
            <a:r>
              <a:rPr sz="2400" spc="-140" dirty="0">
                <a:latin typeface="Times New Roman"/>
                <a:cs typeface="Times New Roman"/>
              </a:rPr>
              <a:t>each</a:t>
            </a:r>
            <a:r>
              <a:rPr sz="2400" spc="-35" dirty="0">
                <a:latin typeface="Times New Roman"/>
                <a:cs typeface="Times New Roman"/>
              </a:rPr>
              <a:t> </a:t>
            </a:r>
            <a:r>
              <a:rPr sz="2400" spc="-135" dirty="0">
                <a:latin typeface="Times New Roman"/>
                <a:cs typeface="Times New Roman"/>
              </a:rPr>
              <a:t>task</a:t>
            </a:r>
            <a:r>
              <a:rPr sz="2400" spc="-45"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spc="-20" dirty="0">
                <a:latin typeface="Times New Roman"/>
                <a:cs typeface="Times New Roman"/>
              </a:rPr>
              <a:t>pod.</a:t>
            </a:r>
            <a:endParaRPr sz="2400">
              <a:latin typeface="Times New Roman"/>
              <a:cs typeface="Times New Roman"/>
            </a:endParaRPr>
          </a:p>
          <a:p>
            <a:pPr marL="755015" lvl="1" indent="-285750">
              <a:lnSpc>
                <a:spcPct val="100000"/>
              </a:lnSpc>
              <a:spcBef>
                <a:spcPts val="400"/>
              </a:spcBef>
              <a:buClr>
                <a:srgbClr val="9B2C1F"/>
              </a:buClr>
              <a:buSzPct val="85416"/>
              <a:buAutoNum type="arabicPeriod"/>
              <a:tabLst>
                <a:tab pos="755015" algn="l"/>
              </a:tabLst>
            </a:pPr>
            <a:r>
              <a:rPr sz="2400" spc="-235" dirty="0">
                <a:latin typeface="Times New Roman"/>
                <a:cs typeface="Times New Roman"/>
              </a:rPr>
              <a:t>Pay</a:t>
            </a:r>
            <a:r>
              <a:rPr sz="2400" spc="-40" dirty="0">
                <a:latin typeface="Times New Roman"/>
                <a:cs typeface="Times New Roman"/>
              </a:rPr>
              <a:t> </a:t>
            </a:r>
            <a:r>
              <a:rPr sz="2400" spc="-150" dirty="0">
                <a:latin typeface="Times New Roman"/>
                <a:cs typeface="Times New Roman"/>
              </a:rPr>
              <a:t>only</a:t>
            </a:r>
            <a:r>
              <a:rPr sz="2400" spc="-55" dirty="0">
                <a:latin typeface="Times New Roman"/>
                <a:cs typeface="Times New Roman"/>
              </a:rPr>
              <a:t> </a:t>
            </a:r>
            <a:r>
              <a:rPr sz="2400" spc="-95" dirty="0">
                <a:latin typeface="Times New Roman"/>
                <a:cs typeface="Times New Roman"/>
              </a:rPr>
              <a:t>for</a:t>
            </a:r>
            <a:r>
              <a:rPr sz="2400" spc="-35" dirty="0">
                <a:latin typeface="Times New Roman"/>
                <a:cs typeface="Times New Roman"/>
              </a:rPr>
              <a:t> </a:t>
            </a:r>
            <a:r>
              <a:rPr sz="2400" spc="-65" dirty="0">
                <a:latin typeface="Times New Roman"/>
                <a:cs typeface="Times New Roman"/>
              </a:rPr>
              <a:t>the</a:t>
            </a:r>
            <a:r>
              <a:rPr sz="2400" spc="-35" dirty="0">
                <a:latin typeface="Times New Roman"/>
                <a:cs typeface="Times New Roman"/>
              </a:rPr>
              <a:t> </a:t>
            </a:r>
            <a:r>
              <a:rPr sz="2400" spc="-105" dirty="0">
                <a:latin typeface="Times New Roman"/>
                <a:cs typeface="Times New Roman"/>
              </a:rPr>
              <a:t>resources</a:t>
            </a:r>
            <a:r>
              <a:rPr sz="2400" spc="-65" dirty="0">
                <a:latin typeface="Times New Roman"/>
                <a:cs typeface="Times New Roman"/>
              </a:rPr>
              <a:t> </a:t>
            </a:r>
            <a:r>
              <a:rPr sz="2400" spc="-114" dirty="0">
                <a:latin typeface="Times New Roman"/>
                <a:cs typeface="Times New Roman"/>
              </a:rPr>
              <a:t>your</a:t>
            </a:r>
            <a:r>
              <a:rPr sz="2400" spc="-50" dirty="0">
                <a:latin typeface="Times New Roman"/>
                <a:cs typeface="Times New Roman"/>
              </a:rPr>
              <a:t> </a:t>
            </a:r>
            <a:r>
              <a:rPr sz="2400" spc="-95" dirty="0">
                <a:latin typeface="Times New Roman"/>
                <a:cs typeface="Times New Roman"/>
              </a:rPr>
              <a:t>containers</a:t>
            </a:r>
            <a:r>
              <a:rPr sz="2400" spc="-55" dirty="0">
                <a:latin typeface="Times New Roman"/>
                <a:cs typeface="Times New Roman"/>
              </a:rPr>
              <a:t> </a:t>
            </a:r>
            <a:r>
              <a:rPr sz="2400" spc="-20" dirty="0">
                <a:latin typeface="Times New Roman"/>
                <a:cs typeface="Times New Roman"/>
              </a:rPr>
              <a:t>use.</a:t>
            </a:r>
            <a:endParaRPr sz="2400">
              <a:latin typeface="Times New Roman"/>
              <a:cs typeface="Times New Roman"/>
            </a:endParaRPr>
          </a:p>
          <a:p>
            <a:pPr marL="287655" indent="-274955">
              <a:lnSpc>
                <a:spcPct val="100000"/>
              </a:lnSpc>
              <a:spcBef>
                <a:spcPts val="600"/>
              </a:spcBef>
              <a:buAutoNum type="arabicPeriod" startAt="4"/>
              <a:tabLst>
                <a:tab pos="287655" algn="l"/>
              </a:tabLst>
            </a:pPr>
            <a:r>
              <a:rPr sz="2400" b="1" dirty="0">
                <a:latin typeface="Times New Roman"/>
                <a:cs typeface="Times New Roman"/>
              </a:rPr>
              <a:t>Integration</a:t>
            </a:r>
            <a:r>
              <a:rPr sz="2400" b="1" spc="-60" dirty="0">
                <a:latin typeface="Times New Roman"/>
                <a:cs typeface="Times New Roman"/>
              </a:rPr>
              <a:t> </a:t>
            </a:r>
            <a:r>
              <a:rPr sz="2400" b="1" dirty="0">
                <a:latin typeface="Times New Roman"/>
                <a:cs typeface="Times New Roman"/>
              </a:rPr>
              <a:t>with</a:t>
            </a:r>
            <a:r>
              <a:rPr sz="2400" b="1" spc="-30" dirty="0">
                <a:latin typeface="Times New Roman"/>
                <a:cs typeface="Times New Roman"/>
              </a:rPr>
              <a:t> </a:t>
            </a:r>
            <a:r>
              <a:rPr sz="2400" b="1" spc="-300" dirty="0">
                <a:latin typeface="Times New Roman"/>
                <a:cs typeface="Times New Roman"/>
              </a:rPr>
              <a:t>ECS</a:t>
            </a:r>
            <a:r>
              <a:rPr sz="2400" b="1" spc="-45" dirty="0">
                <a:latin typeface="Times New Roman"/>
                <a:cs typeface="Times New Roman"/>
              </a:rPr>
              <a:t> </a:t>
            </a:r>
            <a:r>
              <a:rPr sz="2400" b="1" dirty="0">
                <a:latin typeface="Times New Roman"/>
                <a:cs typeface="Times New Roman"/>
              </a:rPr>
              <a:t>and</a:t>
            </a:r>
            <a:r>
              <a:rPr sz="2400" b="1" spc="-45" dirty="0">
                <a:latin typeface="Times New Roman"/>
                <a:cs typeface="Times New Roman"/>
              </a:rPr>
              <a:t> </a:t>
            </a:r>
            <a:r>
              <a:rPr sz="2400" b="1" spc="-20" dirty="0">
                <a:latin typeface="Times New Roman"/>
                <a:cs typeface="Times New Roman"/>
              </a:rPr>
              <a:t>EKS</a:t>
            </a:r>
            <a:r>
              <a:rPr sz="2400" spc="-20" dirty="0">
                <a:latin typeface="Times New Roman"/>
                <a:cs typeface="Times New Roman"/>
              </a:rPr>
              <a:t>:</a:t>
            </a:r>
            <a:endParaRPr sz="2400">
              <a:latin typeface="Times New Roman"/>
              <a:cs typeface="Times New Roman"/>
            </a:endParaRPr>
          </a:p>
          <a:p>
            <a:pPr marL="755015" marR="22225" lvl="1" indent="-285750">
              <a:lnSpc>
                <a:spcPct val="100000"/>
              </a:lnSpc>
              <a:spcBef>
                <a:spcPts val="395"/>
              </a:spcBef>
              <a:buClr>
                <a:srgbClr val="9B2C1F"/>
              </a:buClr>
              <a:buSzPct val="85416"/>
              <a:buAutoNum type="arabicPeriod"/>
              <a:tabLst>
                <a:tab pos="756285" algn="l"/>
              </a:tabLst>
            </a:pPr>
            <a:r>
              <a:rPr sz="2400" spc="-100" dirty="0">
                <a:latin typeface="Times New Roman"/>
                <a:cs typeface="Times New Roman"/>
              </a:rPr>
              <a:t>Supports</a:t>
            </a:r>
            <a:r>
              <a:rPr sz="2400" spc="-55" dirty="0">
                <a:latin typeface="Times New Roman"/>
                <a:cs typeface="Times New Roman"/>
              </a:rPr>
              <a:t> </a:t>
            </a:r>
            <a:r>
              <a:rPr sz="2400" spc="-85" dirty="0">
                <a:latin typeface="Times New Roman"/>
                <a:cs typeface="Times New Roman"/>
              </a:rPr>
              <a:t>orchestration</a:t>
            </a:r>
            <a:r>
              <a:rPr sz="2400" spc="-40" dirty="0">
                <a:latin typeface="Times New Roman"/>
                <a:cs typeface="Times New Roman"/>
              </a:rPr>
              <a:t> </a:t>
            </a:r>
            <a:r>
              <a:rPr sz="2400" spc="-110" dirty="0">
                <a:latin typeface="Times New Roman"/>
                <a:cs typeface="Times New Roman"/>
              </a:rPr>
              <a:t>through</a:t>
            </a:r>
            <a:r>
              <a:rPr sz="2400" spc="-55" dirty="0">
                <a:latin typeface="Times New Roman"/>
                <a:cs typeface="Times New Roman"/>
              </a:rPr>
              <a:t> </a:t>
            </a:r>
            <a:r>
              <a:rPr sz="2400" spc="-90" dirty="0">
                <a:latin typeface="Times New Roman"/>
                <a:cs typeface="Times New Roman"/>
              </a:rPr>
              <a:t>both</a:t>
            </a:r>
            <a:r>
              <a:rPr sz="2400" spc="-40" dirty="0">
                <a:latin typeface="Times New Roman"/>
                <a:cs typeface="Times New Roman"/>
              </a:rPr>
              <a:t> </a:t>
            </a:r>
            <a:r>
              <a:rPr sz="2400" spc="-240" dirty="0">
                <a:latin typeface="Times New Roman"/>
                <a:cs typeface="Times New Roman"/>
              </a:rPr>
              <a:t>ECS</a:t>
            </a:r>
            <a:r>
              <a:rPr sz="2400" spc="-30" dirty="0">
                <a:latin typeface="Times New Roman"/>
                <a:cs typeface="Times New Roman"/>
              </a:rPr>
              <a:t> </a:t>
            </a:r>
            <a:r>
              <a:rPr sz="2400" spc="-145" dirty="0">
                <a:latin typeface="Times New Roman"/>
                <a:cs typeface="Times New Roman"/>
              </a:rPr>
              <a:t>and</a:t>
            </a:r>
            <a:r>
              <a:rPr sz="2400" spc="-25" dirty="0">
                <a:latin typeface="Times New Roman"/>
                <a:cs typeface="Times New Roman"/>
              </a:rPr>
              <a:t> </a:t>
            </a:r>
            <a:r>
              <a:rPr sz="2400" spc="-114" dirty="0">
                <a:latin typeface="Times New Roman"/>
                <a:cs typeface="Times New Roman"/>
              </a:rPr>
              <a:t>Kubernetes</a:t>
            </a:r>
            <a:r>
              <a:rPr sz="2400" spc="-45" dirty="0">
                <a:latin typeface="Times New Roman"/>
                <a:cs typeface="Times New Roman"/>
              </a:rPr>
              <a:t> </a:t>
            </a:r>
            <a:r>
              <a:rPr sz="2400" spc="-75" dirty="0">
                <a:latin typeface="Times New Roman"/>
                <a:cs typeface="Times New Roman"/>
              </a:rPr>
              <a:t>(via 	</a:t>
            </a:r>
            <a:r>
              <a:rPr sz="2400" spc="-10" dirty="0">
                <a:latin typeface="Times New Roman"/>
                <a:cs typeface="Times New Roman"/>
              </a:rPr>
              <a:t>EKS).</a:t>
            </a:r>
            <a:endParaRPr sz="2400">
              <a:latin typeface="Times New Roman"/>
              <a:cs typeface="Times New Roman"/>
            </a:endParaRPr>
          </a:p>
          <a:p>
            <a:pPr marL="755015" marR="162560" lvl="1" indent="-285750">
              <a:lnSpc>
                <a:spcPct val="100000"/>
              </a:lnSpc>
              <a:spcBef>
                <a:spcPts val="409"/>
              </a:spcBef>
              <a:buClr>
                <a:srgbClr val="9B2C1F"/>
              </a:buClr>
              <a:buSzPct val="85416"/>
              <a:buAutoNum type="arabicPeriod"/>
              <a:tabLst>
                <a:tab pos="756285" algn="l"/>
              </a:tabLst>
            </a:pPr>
            <a:r>
              <a:rPr sz="2400" spc="-114" dirty="0">
                <a:latin typeface="Times New Roman"/>
                <a:cs typeface="Times New Roman"/>
              </a:rPr>
              <a:t>Compatible</a:t>
            </a:r>
            <a:r>
              <a:rPr sz="2400" spc="-50" dirty="0">
                <a:latin typeface="Times New Roman"/>
                <a:cs typeface="Times New Roman"/>
              </a:rPr>
              <a:t> </a:t>
            </a:r>
            <a:r>
              <a:rPr sz="2400" spc="-105" dirty="0">
                <a:latin typeface="Times New Roman"/>
                <a:cs typeface="Times New Roman"/>
              </a:rPr>
              <a:t>with</a:t>
            </a:r>
            <a:r>
              <a:rPr sz="2400" spc="-50" dirty="0">
                <a:latin typeface="Times New Roman"/>
                <a:cs typeface="Times New Roman"/>
              </a:rPr>
              <a:t> </a:t>
            </a:r>
            <a:r>
              <a:rPr sz="2400" spc="-120" dirty="0">
                <a:latin typeface="Times New Roman"/>
                <a:cs typeface="Times New Roman"/>
              </a:rPr>
              <a:t>existing</a:t>
            </a:r>
            <a:r>
              <a:rPr sz="2400" spc="-35" dirty="0">
                <a:latin typeface="Times New Roman"/>
                <a:cs typeface="Times New Roman"/>
              </a:rPr>
              <a:t> </a:t>
            </a:r>
            <a:r>
              <a:rPr sz="2400" spc="-240" dirty="0">
                <a:latin typeface="Times New Roman"/>
                <a:cs typeface="Times New Roman"/>
              </a:rPr>
              <a:t>ECS</a:t>
            </a:r>
            <a:r>
              <a:rPr sz="2400" spc="-45" dirty="0">
                <a:latin typeface="Times New Roman"/>
                <a:cs typeface="Times New Roman"/>
              </a:rPr>
              <a:t> </a:t>
            </a:r>
            <a:r>
              <a:rPr sz="2400" spc="-135" dirty="0">
                <a:latin typeface="Times New Roman"/>
                <a:cs typeface="Times New Roman"/>
              </a:rPr>
              <a:t>task</a:t>
            </a:r>
            <a:r>
              <a:rPr sz="2400" spc="-45" dirty="0">
                <a:latin typeface="Times New Roman"/>
                <a:cs typeface="Times New Roman"/>
              </a:rPr>
              <a:t> </a:t>
            </a:r>
            <a:r>
              <a:rPr sz="2400" spc="-114" dirty="0">
                <a:latin typeface="Times New Roman"/>
                <a:cs typeface="Times New Roman"/>
              </a:rPr>
              <a:t>definitions</a:t>
            </a:r>
            <a:r>
              <a:rPr sz="2400" spc="-50"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spc="-90" dirty="0">
                <a:latin typeface="Times New Roman"/>
                <a:cs typeface="Times New Roman"/>
              </a:rPr>
              <a:t>Kubernetes 	</a:t>
            </a:r>
            <a:r>
              <a:rPr sz="2400" spc="-20" dirty="0">
                <a:latin typeface="Times New Roman"/>
                <a:cs typeface="Times New Roman"/>
              </a:rPr>
              <a:t>manifests.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88</a:t>
            </a:fld>
            <a:endParaRPr spc="-2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640" y="219913"/>
            <a:ext cx="2451735" cy="574675"/>
          </a:xfrm>
          <a:prstGeom prst="rect">
            <a:avLst/>
          </a:prstGeom>
        </p:spPr>
        <p:txBody>
          <a:bodyPr vert="horz" wrap="square" lIns="0" tIns="12700" rIns="0" bIns="0" rtlCol="0">
            <a:spAutoFit/>
          </a:bodyPr>
          <a:lstStyle/>
          <a:p>
            <a:pPr marL="12700">
              <a:lnSpc>
                <a:spcPct val="100000"/>
              </a:lnSpc>
              <a:spcBef>
                <a:spcPts val="100"/>
              </a:spcBef>
            </a:pPr>
            <a:r>
              <a:rPr spc="-240" dirty="0"/>
              <a:t>AWS</a:t>
            </a:r>
            <a:r>
              <a:rPr spc="5" dirty="0"/>
              <a:t> </a:t>
            </a:r>
            <a:r>
              <a:rPr spc="-45" dirty="0"/>
              <a:t>Fargate</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421640" y="1070163"/>
            <a:ext cx="8234680" cy="5027930"/>
          </a:xfrm>
          <a:prstGeom prst="rect">
            <a:avLst/>
          </a:prstGeom>
        </p:spPr>
        <p:txBody>
          <a:bodyPr vert="horz" wrap="square" lIns="0" tIns="71755" rIns="0" bIns="0" rtlCol="0">
            <a:spAutoFit/>
          </a:bodyPr>
          <a:lstStyle/>
          <a:p>
            <a:pPr marL="308610" indent="-295910">
              <a:lnSpc>
                <a:spcPct val="100000"/>
              </a:lnSpc>
              <a:spcBef>
                <a:spcPts val="565"/>
              </a:spcBef>
              <a:buAutoNum type="arabicPeriod" startAt="6"/>
              <a:tabLst>
                <a:tab pos="308610" algn="l"/>
              </a:tabLst>
            </a:pPr>
            <a:r>
              <a:rPr sz="2600" b="1" spc="-105" dirty="0">
                <a:latin typeface="Times New Roman"/>
                <a:cs typeface="Times New Roman"/>
              </a:rPr>
              <a:t>Pay-</a:t>
            </a:r>
            <a:r>
              <a:rPr sz="2600" b="1" spc="-45" dirty="0">
                <a:latin typeface="Times New Roman"/>
                <a:cs typeface="Times New Roman"/>
              </a:rPr>
              <a:t>as-</a:t>
            </a:r>
            <a:r>
              <a:rPr sz="2600" b="1" spc="-100" dirty="0">
                <a:latin typeface="Times New Roman"/>
                <a:cs typeface="Times New Roman"/>
              </a:rPr>
              <a:t>You-</a:t>
            </a:r>
            <a:r>
              <a:rPr sz="2600" b="1" spc="-105" dirty="0">
                <a:latin typeface="Times New Roman"/>
                <a:cs typeface="Times New Roman"/>
              </a:rPr>
              <a:t>Go</a:t>
            </a:r>
            <a:r>
              <a:rPr sz="2600" b="1" spc="20" dirty="0">
                <a:latin typeface="Times New Roman"/>
                <a:cs typeface="Times New Roman"/>
              </a:rPr>
              <a:t> </a:t>
            </a:r>
            <a:r>
              <a:rPr sz="2600" b="1" spc="-10" dirty="0">
                <a:latin typeface="Times New Roman"/>
                <a:cs typeface="Times New Roman"/>
              </a:rPr>
              <a:t>Pricing</a:t>
            </a:r>
            <a:r>
              <a:rPr sz="2600" spc="-10" dirty="0">
                <a:latin typeface="Times New Roman"/>
                <a:cs typeface="Times New Roman"/>
              </a:rPr>
              <a:t>:</a:t>
            </a:r>
            <a:endParaRPr sz="2600">
              <a:latin typeface="Times New Roman"/>
              <a:cs typeface="Times New Roman"/>
            </a:endParaRPr>
          </a:p>
          <a:p>
            <a:pPr marL="755015" marR="5080" lvl="1" indent="-285750">
              <a:lnSpc>
                <a:spcPct val="100000"/>
              </a:lnSpc>
              <a:spcBef>
                <a:spcPts val="430"/>
              </a:spcBef>
              <a:buClr>
                <a:srgbClr val="9B2C1F"/>
              </a:buClr>
              <a:buSzPct val="85416"/>
              <a:buAutoNum type="arabicPeriod"/>
              <a:tabLst>
                <a:tab pos="756285" algn="l"/>
              </a:tabLst>
            </a:pPr>
            <a:r>
              <a:rPr sz="2400" spc="-155" dirty="0">
                <a:latin typeface="Times New Roman"/>
                <a:cs typeface="Times New Roman"/>
              </a:rPr>
              <a:t>Billed</a:t>
            </a:r>
            <a:r>
              <a:rPr sz="2400" spc="-25" dirty="0">
                <a:latin typeface="Times New Roman"/>
                <a:cs typeface="Times New Roman"/>
              </a:rPr>
              <a:t> </a:t>
            </a:r>
            <a:r>
              <a:rPr sz="2400" spc="-150" dirty="0">
                <a:latin typeface="Times New Roman"/>
                <a:cs typeface="Times New Roman"/>
              </a:rPr>
              <a:t>based</a:t>
            </a:r>
            <a:r>
              <a:rPr sz="2400" spc="-25" dirty="0">
                <a:latin typeface="Times New Roman"/>
                <a:cs typeface="Times New Roman"/>
              </a:rPr>
              <a:t> </a:t>
            </a:r>
            <a:r>
              <a:rPr sz="2400" spc="-110" dirty="0">
                <a:latin typeface="Times New Roman"/>
                <a:cs typeface="Times New Roman"/>
              </a:rPr>
              <a:t>on</a:t>
            </a:r>
            <a:r>
              <a:rPr sz="2400" spc="-40" dirty="0">
                <a:latin typeface="Times New Roman"/>
                <a:cs typeface="Times New Roman"/>
              </a:rPr>
              <a:t> </a:t>
            </a:r>
            <a:r>
              <a:rPr sz="2400" spc="-65" dirty="0">
                <a:latin typeface="Times New Roman"/>
                <a:cs typeface="Times New Roman"/>
              </a:rPr>
              <a:t>the</a:t>
            </a:r>
            <a:r>
              <a:rPr sz="2400" spc="-20" dirty="0">
                <a:latin typeface="Times New Roman"/>
                <a:cs typeface="Times New Roman"/>
              </a:rPr>
              <a:t> </a:t>
            </a:r>
            <a:r>
              <a:rPr sz="2400" spc="-165" dirty="0">
                <a:latin typeface="Times New Roman"/>
                <a:cs typeface="Times New Roman"/>
              </a:rPr>
              <a:t>vCPU</a:t>
            </a:r>
            <a:r>
              <a:rPr sz="2400" spc="-25" dirty="0">
                <a:latin typeface="Times New Roman"/>
                <a:cs typeface="Times New Roman"/>
              </a:rPr>
              <a:t> </a:t>
            </a:r>
            <a:r>
              <a:rPr sz="2400" spc="-145" dirty="0">
                <a:latin typeface="Times New Roman"/>
                <a:cs typeface="Times New Roman"/>
              </a:rPr>
              <a:t>and</a:t>
            </a:r>
            <a:r>
              <a:rPr sz="2400" spc="-30" dirty="0">
                <a:latin typeface="Times New Roman"/>
                <a:cs typeface="Times New Roman"/>
              </a:rPr>
              <a:t> </a:t>
            </a:r>
            <a:r>
              <a:rPr sz="2400" spc="-114" dirty="0">
                <a:latin typeface="Times New Roman"/>
                <a:cs typeface="Times New Roman"/>
              </a:rPr>
              <a:t>memory</a:t>
            </a:r>
            <a:r>
              <a:rPr sz="2400" spc="-50" dirty="0">
                <a:latin typeface="Times New Roman"/>
                <a:cs typeface="Times New Roman"/>
              </a:rPr>
              <a:t> </a:t>
            </a:r>
            <a:r>
              <a:rPr sz="2400" spc="-105" dirty="0">
                <a:latin typeface="Times New Roman"/>
                <a:cs typeface="Times New Roman"/>
              </a:rPr>
              <a:t>resources</a:t>
            </a:r>
            <a:r>
              <a:rPr sz="2400" spc="-50" dirty="0">
                <a:latin typeface="Times New Roman"/>
                <a:cs typeface="Times New Roman"/>
              </a:rPr>
              <a:t> </a:t>
            </a:r>
            <a:r>
              <a:rPr sz="2400" spc="-130" dirty="0">
                <a:latin typeface="Times New Roman"/>
                <a:cs typeface="Times New Roman"/>
              </a:rPr>
              <a:t>consumed</a:t>
            </a:r>
            <a:r>
              <a:rPr sz="2400" spc="-45" dirty="0">
                <a:latin typeface="Times New Roman"/>
                <a:cs typeface="Times New Roman"/>
              </a:rPr>
              <a:t> </a:t>
            </a:r>
            <a:r>
              <a:rPr sz="2400" spc="-200" dirty="0">
                <a:latin typeface="Times New Roman"/>
                <a:cs typeface="Times New Roman"/>
              </a:rPr>
              <a:t>by</a:t>
            </a:r>
            <a:r>
              <a:rPr sz="2400" spc="-25" dirty="0">
                <a:latin typeface="Times New Roman"/>
                <a:cs typeface="Times New Roman"/>
              </a:rPr>
              <a:t> </a:t>
            </a:r>
            <a:r>
              <a:rPr sz="2400" spc="-55" dirty="0">
                <a:latin typeface="Times New Roman"/>
                <a:cs typeface="Times New Roman"/>
              </a:rPr>
              <a:t>your 	</a:t>
            </a:r>
            <a:r>
              <a:rPr sz="2400" spc="-10" dirty="0">
                <a:latin typeface="Times New Roman"/>
                <a:cs typeface="Times New Roman"/>
              </a:rPr>
              <a:t>containers.</a:t>
            </a:r>
            <a:endParaRPr sz="2400">
              <a:latin typeface="Times New Roman"/>
              <a:cs typeface="Times New Roman"/>
            </a:endParaRPr>
          </a:p>
          <a:p>
            <a:pPr marL="755650" lvl="1" indent="-285750">
              <a:lnSpc>
                <a:spcPct val="100000"/>
              </a:lnSpc>
              <a:spcBef>
                <a:spcPts val="400"/>
              </a:spcBef>
              <a:buClr>
                <a:srgbClr val="9B2C1F"/>
              </a:buClr>
              <a:buSzPct val="85416"/>
              <a:buAutoNum type="arabicPeriod"/>
              <a:tabLst>
                <a:tab pos="755650" algn="l"/>
              </a:tabLst>
            </a:pPr>
            <a:r>
              <a:rPr sz="2400" spc="-135" dirty="0">
                <a:latin typeface="Times New Roman"/>
                <a:cs typeface="Times New Roman"/>
              </a:rPr>
              <a:t>No</a:t>
            </a:r>
            <a:r>
              <a:rPr sz="2400" spc="-60" dirty="0">
                <a:latin typeface="Times New Roman"/>
                <a:cs typeface="Times New Roman"/>
              </a:rPr>
              <a:t> </a:t>
            </a:r>
            <a:r>
              <a:rPr sz="2400" spc="-90" dirty="0">
                <a:latin typeface="Times New Roman"/>
                <a:cs typeface="Times New Roman"/>
              </a:rPr>
              <a:t>upfront</a:t>
            </a:r>
            <a:r>
              <a:rPr sz="2400" spc="-85" dirty="0">
                <a:latin typeface="Times New Roman"/>
                <a:cs typeface="Times New Roman"/>
              </a:rPr>
              <a:t> </a:t>
            </a:r>
            <a:r>
              <a:rPr sz="2400" spc="-130" dirty="0">
                <a:latin typeface="Times New Roman"/>
                <a:cs typeface="Times New Roman"/>
              </a:rPr>
              <a:t>costs</a:t>
            </a:r>
            <a:r>
              <a:rPr sz="2400" spc="-70" dirty="0">
                <a:latin typeface="Times New Roman"/>
                <a:cs typeface="Times New Roman"/>
              </a:rPr>
              <a:t> </a:t>
            </a:r>
            <a:r>
              <a:rPr sz="2400" dirty="0">
                <a:latin typeface="Times New Roman"/>
                <a:cs typeface="Times New Roman"/>
              </a:rPr>
              <a:t>or</a:t>
            </a:r>
            <a:r>
              <a:rPr sz="2400" spc="-65" dirty="0">
                <a:latin typeface="Times New Roman"/>
                <a:cs typeface="Times New Roman"/>
              </a:rPr>
              <a:t> </a:t>
            </a:r>
            <a:r>
              <a:rPr sz="2400" spc="-120" dirty="0">
                <a:latin typeface="Times New Roman"/>
                <a:cs typeface="Times New Roman"/>
              </a:rPr>
              <a:t>long-</a:t>
            </a:r>
            <a:r>
              <a:rPr sz="2400" spc="-20" dirty="0">
                <a:latin typeface="Times New Roman"/>
                <a:cs typeface="Times New Roman"/>
              </a:rPr>
              <a:t>term</a:t>
            </a:r>
            <a:r>
              <a:rPr sz="2400" spc="-80" dirty="0">
                <a:latin typeface="Times New Roman"/>
                <a:cs typeface="Times New Roman"/>
              </a:rPr>
              <a:t> </a:t>
            </a:r>
            <a:r>
              <a:rPr sz="2400" spc="-10" dirty="0">
                <a:latin typeface="Times New Roman"/>
                <a:cs typeface="Times New Roman"/>
              </a:rPr>
              <a:t>commitments.</a:t>
            </a:r>
            <a:endParaRPr sz="2400">
              <a:latin typeface="Times New Roman"/>
              <a:cs typeface="Times New Roman"/>
            </a:endParaRPr>
          </a:p>
          <a:p>
            <a:pPr marL="308610" indent="-295910">
              <a:lnSpc>
                <a:spcPct val="100000"/>
              </a:lnSpc>
              <a:spcBef>
                <a:spcPts val="580"/>
              </a:spcBef>
              <a:buAutoNum type="arabicPeriod" startAt="6"/>
              <a:tabLst>
                <a:tab pos="308610" algn="l"/>
              </a:tabLst>
            </a:pPr>
            <a:r>
              <a:rPr sz="2600" b="1" dirty="0">
                <a:latin typeface="Times New Roman"/>
                <a:cs typeface="Times New Roman"/>
              </a:rPr>
              <a:t>Networking</a:t>
            </a:r>
            <a:r>
              <a:rPr sz="2600" b="1" spc="-110" dirty="0">
                <a:latin typeface="Times New Roman"/>
                <a:cs typeface="Times New Roman"/>
              </a:rPr>
              <a:t> </a:t>
            </a:r>
            <a:r>
              <a:rPr sz="2600" b="1" dirty="0">
                <a:latin typeface="Times New Roman"/>
                <a:cs typeface="Times New Roman"/>
              </a:rPr>
              <a:t>and</a:t>
            </a:r>
            <a:r>
              <a:rPr sz="2600" b="1" spc="-95" dirty="0">
                <a:latin typeface="Times New Roman"/>
                <a:cs typeface="Times New Roman"/>
              </a:rPr>
              <a:t> </a:t>
            </a:r>
            <a:r>
              <a:rPr sz="2600" b="1" spc="-10" dirty="0">
                <a:latin typeface="Times New Roman"/>
                <a:cs typeface="Times New Roman"/>
              </a:rPr>
              <a:t>Security</a:t>
            </a:r>
            <a:r>
              <a:rPr sz="2600" spc="-10" dirty="0">
                <a:latin typeface="Times New Roman"/>
                <a:cs typeface="Times New Roman"/>
              </a:rPr>
              <a:t>:</a:t>
            </a:r>
            <a:endParaRPr sz="2600">
              <a:latin typeface="Times New Roman"/>
              <a:cs typeface="Times New Roman"/>
            </a:endParaRPr>
          </a:p>
          <a:p>
            <a:pPr marL="755650" lvl="1" indent="-285750">
              <a:lnSpc>
                <a:spcPct val="100000"/>
              </a:lnSpc>
              <a:spcBef>
                <a:spcPts val="425"/>
              </a:spcBef>
              <a:buClr>
                <a:srgbClr val="9B2C1F"/>
              </a:buClr>
              <a:buSzPct val="85416"/>
              <a:buAutoNum type="arabicPeriod"/>
              <a:tabLst>
                <a:tab pos="755650" algn="l"/>
              </a:tabLst>
            </a:pPr>
            <a:r>
              <a:rPr sz="2400" spc="-100" dirty="0">
                <a:latin typeface="Times New Roman"/>
                <a:cs typeface="Times New Roman"/>
              </a:rPr>
              <a:t>Supports</a:t>
            </a:r>
            <a:r>
              <a:rPr sz="2400" spc="-20" dirty="0">
                <a:latin typeface="Times New Roman"/>
                <a:cs typeface="Times New Roman"/>
              </a:rPr>
              <a:t> </a:t>
            </a:r>
            <a:r>
              <a:rPr sz="2400" b="1" spc="-245" dirty="0">
                <a:latin typeface="Times New Roman"/>
                <a:cs typeface="Times New Roman"/>
              </a:rPr>
              <a:t>VPC</a:t>
            </a:r>
            <a:r>
              <a:rPr sz="2400" b="1" spc="15" dirty="0">
                <a:latin typeface="Times New Roman"/>
                <a:cs typeface="Times New Roman"/>
              </a:rPr>
              <a:t> </a:t>
            </a:r>
            <a:r>
              <a:rPr sz="2400" b="1" dirty="0">
                <a:latin typeface="Times New Roman"/>
                <a:cs typeface="Times New Roman"/>
              </a:rPr>
              <a:t>networking</a:t>
            </a:r>
            <a:r>
              <a:rPr sz="2400" dirty="0">
                <a:latin typeface="Times New Roman"/>
                <a:cs typeface="Times New Roman"/>
              </a:rPr>
              <a:t>,</a:t>
            </a:r>
            <a:r>
              <a:rPr sz="2400" spc="-105" dirty="0">
                <a:latin typeface="Times New Roman"/>
                <a:cs typeface="Times New Roman"/>
              </a:rPr>
              <a:t> </a:t>
            </a:r>
            <a:r>
              <a:rPr sz="2400" spc="-140" dirty="0">
                <a:latin typeface="Times New Roman"/>
                <a:cs typeface="Times New Roman"/>
              </a:rPr>
              <a:t>allowing</a:t>
            </a:r>
            <a:r>
              <a:rPr sz="2400" spc="-10" dirty="0">
                <a:latin typeface="Times New Roman"/>
                <a:cs typeface="Times New Roman"/>
              </a:rPr>
              <a:t> </a:t>
            </a:r>
            <a:r>
              <a:rPr sz="2400" spc="-114" dirty="0">
                <a:latin typeface="Times New Roman"/>
                <a:cs typeface="Times New Roman"/>
              </a:rPr>
              <a:t>fine-grained</a:t>
            </a:r>
            <a:r>
              <a:rPr sz="2400" spc="10" dirty="0">
                <a:latin typeface="Times New Roman"/>
                <a:cs typeface="Times New Roman"/>
              </a:rPr>
              <a:t> </a:t>
            </a:r>
            <a:r>
              <a:rPr sz="2400" spc="-85" dirty="0">
                <a:latin typeface="Times New Roman"/>
                <a:cs typeface="Times New Roman"/>
              </a:rPr>
              <a:t>control</a:t>
            </a:r>
            <a:r>
              <a:rPr sz="2400" spc="5" dirty="0">
                <a:latin typeface="Times New Roman"/>
                <a:cs typeface="Times New Roman"/>
              </a:rPr>
              <a:t> </a:t>
            </a:r>
            <a:r>
              <a:rPr sz="2400" spc="-20" dirty="0">
                <a:latin typeface="Times New Roman"/>
                <a:cs typeface="Times New Roman"/>
              </a:rPr>
              <a:t>over</a:t>
            </a:r>
            <a:endParaRPr sz="2400">
              <a:latin typeface="Times New Roman"/>
              <a:cs typeface="Times New Roman"/>
            </a:endParaRPr>
          </a:p>
          <a:p>
            <a:pPr marL="756285">
              <a:lnSpc>
                <a:spcPct val="100000"/>
              </a:lnSpc>
              <a:spcBef>
                <a:spcPts val="5"/>
              </a:spcBef>
            </a:pPr>
            <a:r>
              <a:rPr sz="2400" spc="-90" dirty="0">
                <a:latin typeface="Times New Roman"/>
                <a:cs typeface="Times New Roman"/>
              </a:rPr>
              <a:t>container</a:t>
            </a:r>
            <a:r>
              <a:rPr sz="2400" spc="-70" dirty="0">
                <a:latin typeface="Times New Roman"/>
                <a:cs typeface="Times New Roman"/>
              </a:rPr>
              <a:t> </a:t>
            </a:r>
            <a:r>
              <a:rPr sz="2400" spc="-40" dirty="0">
                <a:latin typeface="Times New Roman"/>
                <a:cs typeface="Times New Roman"/>
              </a:rPr>
              <a:t>communication.</a:t>
            </a:r>
            <a:endParaRPr sz="2400">
              <a:latin typeface="Times New Roman"/>
              <a:cs typeface="Times New Roman"/>
            </a:endParaRPr>
          </a:p>
          <a:p>
            <a:pPr marL="755015" marR="382905" lvl="1" indent="-285750">
              <a:lnSpc>
                <a:spcPct val="100000"/>
              </a:lnSpc>
              <a:spcBef>
                <a:spcPts val="395"/>
              </a:spcBef>
              <a:buClr>
                <a:srgbClr val="9B2C1F"/>
              </a:buClr>
              <a:buSzPct val="85416"/>
              <a:buAutoNum type="arabicPeriod" startAt="2"/>
              <a:tabLst>
                <a:tab pos="756285" algn="l"/>
              </a:tabLst>
            </a:pPr>
            <a:r>
              <a:rPr sz="2400" spc="-95" dirty="0">
                <a:latin typeface="Times New Roman"/>
                <a:cs typeface="Times New Roman"/>
              </a:rPr>
              <a:t>Integrated</a:t>
            </a:r>
            <a:r>
              <a:rPr sz="2400" spc="-15" dirty="0">
                <a:latin typeface="Times New Roman"/>
                <a:cs typeface="Times New Roman"/>
              </a:rPr>
              <a:t> </a:t>
            </a:r>
            <a:r>
              <a:rPr sz="2400" spc="-105" dirty="0">
                <a:latin typeface="Times New Roman"/>
                <a:cs typeface="Times New Roman"/>
              </a:rPr>
              <a:t>with</a:t>
            </a:r>
            <a:r>
              <a:rPr sz="2400" spc="-210" dirty="0">
                <a:latin typeface="Times New Roman"/>
                <a:cs typeface="Times New Roman"/>
              </a:rPr>
              <a:t> </a:t>
            </a:r>
            <a:r>
              <a:rPr sz="2400" spc="-325" dirty="0">
                <a:latin typeface="Times New Roman"/>
                <a:cs typeface="Times New Roman"/>
              </a:rPr>
              <a:t>AWS</a:t>
            </a:r>
            <a:r>
              <a:rPr sz="2400" spc="-20" dirty="0">
                <a:latin typeface="Times New Roman"/>
                <a:cs typeface="Times New Roman"/>
              </a:rPr>
              <a:t> </a:t>
            </a:r>
            <a:r>
              <a:rPr sz="2400" spc="-95" dirty="0">
                <a:latin typeface="Times New Roman"/>
                <a:cs typeface="Times New Roman"/>
              </a:rPr>
              <a:t>Identity</a:t>
            </a:r>
            <a:r>
              <a:rPr sz="2400" spc="-15" dirty="0">
                <a:latin typeface="Times New Roman"/>
                <a:cs typeface="Times New Roman"/>
              </a:rPr>
              <a:t> </a:t>
            </a:r>
            <a:r>
              <a:rPr sz="2400" spc="-145" dirty="0">
                <a:latin typeface="Times New Roman"/>
                <a:cs typeface="Times New Roman"/>
              </a:rPr>
              <a:t>and</a:t>
            </a:r>
            <a:r>
              <a:rPr sz="2400" spc="-215" dirty="0">
                <a:latin typeface="Times New Roman"/>
                <a:cs typeface="Times New Roman"/>
              </a:rPr>
              <a:t> </a:t>
            </a:r>
            <a:r>
              <a:rPr sz="2400" spc="-190" dirty="0">
                <a:latin typeface="Times New Roman"/>
                <a:cs typeface="Times New Roman"/>
              </a:rPr>
              <a:t>Access</a:t>
            </a:r>
            <a:r>
              <a:rPr sz="2400" spc="-15" dirty="0">
                <a:latin typeface="Times New Roman"/>
                <a:cs typeface="Times New Roman"/>
              </a:rPr>
              <a:t> </a:t>
            </a:r>
            <a:r>
              <a:rPr sz="2400" spc="-145" dirty="0">
                <a:latin typeface="Times New Roman"/>
                <a:cs typeface="Times New Roman"/>
              </a:rPr>
              <a:t>Management</a:t>
            </a:r>
            <a:r>
              <a:rPr sz="2400" spc="-15" dirty="0">
                <a:latin typeface="Times New Roman"/>
                <a:cs typeface="Times New Roman"/>
              </a:rPr>
              <a:t> </a:t>
            </a:r>
            <a:r>
              <a:rPr sz="2400" spc="-185" dirty="0">
                <a:latin typeface="Times New Roman"/>
                <a:cs typeface="Times New Roman"/>
              </a:rPr>
              <a:t>(IAM)</a:t>
            </a:r>
            <a:r>
              <a:rPr sz="2400" spc="-30" dirty="0">
                <a:latin typeface="Times New Roman"/>
                <a:cs typeface="Times New Roman"/>
              </a:rPr>
              <a:t> </a:t>
            </a:r>
            <a:r>
              <a:rPr sz="2400" spc="-25" dirty="0">
                <a:latin typeface="Times New Roman"/>
                <a:cs typeface="Times New Roman"/>
              </a:rPr>
              <a:t>for 	</a:t>
            </a:r>
            <a:r>
              <a:rPr sz="2400" spc="-114" dirty="0">
                <a:latin typeface="Times New Roman"/>
                <a:cs typeface="Times New Roman"/>
              </a:rPr>
              <a:t>secure</a:t>
            </a:r>
            <a:r>
              <a:rPr sz="2400" spc="-40" dirty="0">
                <a:latin typeface="Times New Roman"/>
                <a:cs typeface="Times New Roman"/>
              </a:rPr>
              <a:t> </a:t>
            </a:r>
            <a:r>
              <a:rPr sz="2400" spc="-10" dirty="0">
                <a:latin typeface="Times New Roman"/>
                <a:cs typeface="Times New Roman"/>
              </a:rPr>
              <a:t>access.</a:t>
            </a:r>
            <a:endParaRPr sz="2400">
              <a:latin typeface="Times New Roman"/>
              <a:cs typeface="Times New Roman"/>
            </a:endParaRPr>
          </a:p>
          <a:p>
            <a:pPr marL="755650" lvl="1" indent="-285750">
              <a:lnSpc>
                <a:spcPct val="100000"/>
              </a:lnSpc>
              <a:spcBef>
                <a:spcPts val="395"/>
              </a:spcBef>
              <a:buClr>
                <a:srgbClr val="9B2C1F"/>
              </a:buClr>
              <a:buSzPct val="85416"/>
              <a:buAutoNum type="arabicPeriod" startAt="2"/>
              <a:tabLst>
                <a:tab pos="755650" algn="l"/>
              </a:tabLst>
            </a:pPr>
            <a:r>
              <a:rPr sz="2400" spc="-180" dirty="0">
                <a:latin typeface="Times New Roman"/>
                <a:cs typeface="Times New Roman"/>
              </a:rPr>
              <a:t>Each</a:t>
            </a:r>
            <a:r>
              <a:rPr sz="2400" spc="-55" dirty="0">
                <a:latin typeface="Times New Roman"/>
                <a:cs typeface="Times New Roman"/>
              </a:rPr>
              <a:t> </a:t>
            </a:r>
            <a:r>
              <a:rPr sz="2400" spc="-135" dirty="0">
                <a:latin typeface="Times New Roman"/>
                <a:cs typeface="Times New Roman"/>
              </a:rPr>
              <a:t>task</a:t>
            </a:r>
            <a:r>
              <a:rPr sz="2400" spc="-55"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spc="-114" dirty="0">
                <a:latin typeface="Times New Roman"/>
                <a:cs typeface="Times New Roman"/>
              </a:rPr>
              <a:t>pod</a:t>
            </a:r>
            <a:r>
              <a:rPr sz="2400" spc="-60" dirty="0">
                <a:latin typeface="Times New Roman"/>
                <a:cs typeface="Times New Roman"/>
              </a:rPr>
              <a:t> </a:t>
            </a:r>
            <a:r>
              <a:rPr sz="2400" spc="-120" dirty="0">
                <a:latin typeface="Times New Roman"/>
                <a:cs typeface="Times New Roman"/>
              </a:rPr>
              <a:t>gets</a:t>
            </a:r>
            <a:r>
              <a:rPr sz="2400" spc="-35" dirty="0">
                <a:latin typeface="Times New Roman"/>
                <a:cs typeface="Times New Roman"/>
              </a:rPr>
              <a:t> </a:t>
            </a:r>
            <a:r>
              <a:rPr sz="2400" spc="-95" dirty="0">
                <a:latin typeface="Times New Roman"/>
                <a:cs typeface="Times New Roman"/>
              </a:rPr>
              <a:t>its</a:t>
            </a:r>
            <a:r>
              <a:rPr sz="2400" spc="-55" dirty="0">
                <a:latin typeface="Times New Roman"/>
                <a:cs typeface="Times New Roman"/>
              </a:rPr>
              <a:t> </a:t>
            </a:r>
            <a:r>
              <a:rPr sz="2400" spc="-145" dirty="0">
                <a:latin typeface="Times New Roman"/>
                <a:cs typeface="Times New Roman"/>
              </a:rPr>
              <a:t>own</a:t>
            </a:r>
            <a:r>
              <a:rPr sz="2400" spc="-40" dirty="0">
                <a:latin typeface="Times New Roman"/>
                <a:cs typeface="Times New Roman"/>
              </a:rPr>
              <a:t> </a:t>
            </a:r>
            <a:r>
              <a:rPr sz="2400" spc="-140" dirty="0">
                <a:latin typeface="Times New Roman"/>
                <a:cs typeface="Times New Roman"/>
              </a:rPr>
              <a:t>Elastic</a:t>
            </a:r>
            <a:r>
              <a:rPr sz="2400" spc="-55" dirty="0">
                <a:latin typeface="Times New Roman"/>
                <a:cs typeface="Times New Roman"/>
              </a:rPr>
              <a:t> </a:t>
            </a:r>
            <a:r>
              <a:rPr sz="2400" spc="-100" dirty="0">
                <a:latin typeface="Times New Roman"/>
                <a:cs typeface="Times New Roman"/>
              </a:rPr>
              <a:t>Network</a:t>
            </a:r>
            <a:r>
              <a:rPr sz="2400" spc="-35" dirty="0">
                <a:latin typeface="Times New Roman"/>
                <a:cs typeface="Times New Roman"/>
              </a:rPr>
              <a:t> </a:t>
            </a:r>
            <a:r>
              <a:rPr sz="2400" spc="-110" dirty="0">
                <a:latin typeface="Times New Roman"/>
                <a:cs typeface="Times New Roman"/>
              </a:rPr>
              <a:t>Interface</a:t>
            </a:r>
            <a:r>
              <a:rPr sz="2400" spc="-40" dirty="0">
                <a:latin typeface="Times New Roman"/>
                <a:cs typeface="Times New Roman"/>
              </a:rPr>
              <a:t> </a:t>
            </a:r>
            <a:r>
              <a:rPr sz="2400" spc="-10" dirty="0">
                <a:latin typeface="Times New Roman"/>
                <a:cs typeface="Times New Roman"/>
              </a:rPr>
              <a:t>(ENI).</a:t>
            </a:r>
            <a:endParaRPr sz="2400">
              <a:latin typeface="Times New Roman"/>
              <a:cs typeface="Times New Roman"/>
            </a:endParaRPr>
          </a:p>
          <a:p>
            <a:pPr marL="308610" indent="-295910">
              <a:lnSpc>
                <a:spcPct val="100000"/>
              </a:lnSpc>
              <a:spcBef>
                <a:spcPts val="585"/>
              </a:spcBef>
              <a:buAutoNum type="arabicPeriod" startAt="6"/>
              <a:tabLst>
                <a:tab pos="308610" algn="l"/>
              </a:tabLst>
            </a:pPr>
            <a:r>
              <a:rPr sz="2600" b="1" dirty="0">
                <a:latin typeface="Times New Roman"/>
                <a:cs typeface="Times New Roman"/>
              </a:rPr>
              <a:t>High</a:t>
            </a:r>
            <a:r>
              <a:rPr sz="2600" b="1" spc="-120" dirty="0">
                <a:latin typeface="Times New Roman"/>
                <a:cs typeface="Times New Roman"/>
              </a:rPr>
              <a:t> </a:t>
            </a:r>
            <a:r>
              <a:rPr sz="2600" b="1" spc="-10" dirty="0">
                <a:latin typeface="Times New Roman"/>
                <a:cs typeface="Times New Roman"/>
              </a:rPr>
              <a:t>Availability</a:t>
            </a:r>
            <a:r>
              <a:rPr sz="2600" spc="-10" dirty="0">
                <a:latin typeface="Times New Roman"/>
                <a:cs typeface="Times New Roman"/>
              </a:rPr>
              <a:t>:</a:t>
            </a:r>
            <a:endParaRPr sz="2600">
              <a:latin typeface="Times New Roman"/>
              <a:cs typeface="Times New Roman"/>
            </a:endParaRPr>
          </a:p>
          <a:p>
            <a:pPr marL="755650" lvl="1" indent="-285750">
              <a:lnSpc>
                <a:spcPct val="100000"/>
              </a:lnSpc>
              <a:spcBef>
                <a:spcPts val="425"/>
              </a:spcBef>
              <a:buClr>
                <a:srgbClr val="9B2C1F"/>
              </a:buClr>
              <a:buSzPct val="85416"/>
              <a:buAutoNum type="arabicPeriod"/>
              <a:tabLst>
                <a:tab pos="755650" algn="l"/>
              </a:tabLst>
            </a:pPr>
            <a:r>
              <a:rPr sz="2400" spc="-150" dirty="0">
                <a:latin typeface="Times New Roman"/>
                <a:cs typeface="Times New Roman"/>
              </a:rPr>
              <a:t>Runs</a:t>
            </a:r>
            <a:r>
              <a:rPr sz="2400" spc="-35" dirty="0">
                <a:latin typeface="Times New Roman"/>
                <a:cs typeface="Times New Roman"/>
              </a:rPr>
              <a:t> </a:t>
            </a:r>
            <a:r>
              <a:rPr sz="2400" spc="-135" dirty="0">
                <a:latin typeface="Times New Roman"/>
                <a:cs typeface="Times New Roman"/>
              </a:rPr>
              <a:t>workloads</a:t>
            </a:r>
            <a:r>
              <a:rPr sz="2400" spc="-30" dirty="0">
                <a:latin typeface="Times New Roman"/>
                <a:cs typeface="Times New Roman"/>
              </a:rPr>
              <a:t> </a:t>
            </a:r>
            <a:r>
              <a:rPr sz="2400" spc="-145" dirty="0">
                <a:latin typeface="Times New Roman"/>
                <a:cs typeface="Times New Roman"/>
              </a:rPr>
              <a:t>across</a:t>
            </a:r>
            <a:r>
              <a:rPr sz="2400" spc="-35" dirty="0">
                <a:latin typeface="Times New Roman"/>
                <a:cs typeface="Times New Roman"/>
              </a:rPr>
              <a:t> </a:t>
            </a:r>
            <a:r>
              <a:rPr sz="2400" spc="-100" dirty="0">
                <a:latin typeface="Times New Roman"/>
                <a:cs typeface="Times New Roman"/>
              </a:rPr>
              <a:t>multiple</a:t>
            </a:r>
            <a:r>
              <a:rPr sz="2400" spc="-220" dirty="0">
                <a:latin typeface="Times New Roman"/>
                <a:cs typeface="Times New Roman"/>
              </a:rPr>
              <a:t> </a:t>
            </a:r>
            <a:r>
              <a:rPr sz="2400" spc="-165" dirty="0">
                <a:latin typeface="Times New Roman"/>
                <a:cs typeface="Times New Roman"/>
              </a:rPr>
              <a:t>Availability</a:t>
            </a:r>
            <a:r>
              <a:rPr sz="2400" spc="-10" dirty="0">
                <a:latin typeface="Times New Roman"/>
                <a:cs typeface="Times New Roman"/>
              </a:rPr>
              <a:t> </a:t>
            </a:r>
            <a:r>
              <a:rPr sz="2400" spc="-130" dirty="0">
                <a:latin typeface="Times New Roman"/>
                <a:cs typeface="Times New Roman"/>
              </a:rPr>
              <a:t>Zones</a:t>
            </a:r>
            <a:r>
              <a:rPr sz="2400" spc="-40" dirty="0">
                <a:latin typeface="Times New Roman"/>
                <a:cs typeface="Times New Roman"/>
              </a:rPr>
              <a:t> </a:t>
            </a:r>
            <a:r>
              <a:rPr sz="2400" spc="-90" dirty="0">
                <a:latin typeface="Times New Roman"/>
                <a:cs typeface="Times New Roman"/>
              </a:rPr>
              <a:t>for</a:t>
            </a:r>
            <a:r>
              <a:rPr sz="2400" spc="-20" dirty="0">
                <a:latin typeface="Times New Roman"/>
                <a:cs typeface="Times New Roman"/>
              </a:rPr>
              <a:t> </a:t>
            </a:r>
            <a:r>
              <a:rPr sz="2400" spc="-10" dirty="0">
                <a:latin typeface="Times New Roman"/>
                <a:cs typeface="Times New Roman"/>
              </a:rPr>
              <a:t>redundancy.</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89</a:t>
            </a:fld>
            <a:endParaRPr spc="-25"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240" dirty="0"/>
              <a:t>AWS</a:t>
            </a:r>
            <a:r>
              <a:rPr spc="-10" dirty="0"/>
              <a:t> </a:t>
            </a:r>
            <a:r>
              <a:rPr spc="-30" dirty="0"/>
              <a:t>Fargate:</a:t>
            </a:r>
            <a:r>
              <a:rPr spc="-140" dirty="0"/>
              <a:t> </a:t>
            </a:r>
            <a:r>
              <a:rPr spc="-10" dirty="0"/>
              <a:t>Benefits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418287" y="1476502"/>
            <a:ext cx="8221980" cy="3683635"/>
          </a:xfrm>
          <a:prstGeom prst="rect">
            <a:avLst/>
          </a:prstGeom>
        </p:spPr>
        <p:txBody>
          <a:bodyPr vert="horz" wrap="square" lIns="0" tIns="12700" rIns="0" bIns="0" rtlCol="0">
            <a:spAutoFit/>
          </a:bodyPr>
          <a:lstStyle/>
          <a:p>
            <a:pPr marL="231140" indent="-226695">
              <a:lnSpc>
                <a:spcPct val="100000"/>
              </a:lnSpc>
              <a:spcBef>
                <a:spcPts val="100"/>
              </a:spcBef>
              <a:buSzPct val="93750"/>
              <a:buAutoNum type="arabicPeriod"/>
              <a:tabLst>
                <a:tab pos="231140" algn="l"/>
              </a:tabLst>
            </a:pPr>
            <a:r>
              <a:rPr sz="2400" b="1" dirty="0">
                <a:latin typeface="Times New Roman"/>
                <a:cs typeface="Times New Roman"/>
              </a:rPr>
              <a:t>No</a:t>
            </a:r>
            <a:r>
              <a:rPr sz="2400" b="1" spc="-70" dirty="0">
                <a:latin typeface="Times New Roman"/>
                <a:cs typeface="Times New Roman"/>
              </a:rPr>
              <a:t> </a:t>
            </a:r>
            <a:r>
              <a:rPr sz="2400" b="1" spc="-30" dirty="0">
                <a:latin typeface="Times New Roman"/>
                <a:cs typeface="Times New Roman"/>
              </a:rPr>
              <a:t>Infrastructure</a:t>
            </a:r>
            <a:r>
              <a:rPr sz="2400" b="1" spc="-90" dirty="0">
                <a:latin typeface="Times New Roman"/>
                <a:cs typeface="Times New Roman"/>
              </a:rPr>
              <a:t> </a:t>
            </a:r>
            <a:r>
              <a:rPr sz="2400" b="1" spc="-10" dirty="0">
                <a:latin typeface="Times New Roman"/>
                <a:cs typeface="Times New Roman"/>
              </a:rPr>
              <a:t>Management</a:t>
            </a:r>
            <a:r>
              <a:rPr sz="2400" spc="-1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170" dirty="0">
                <a:latin typeface="Times New Roman"/>
                <a:cs typeface="Times New Roman"/>
              </a:rPr>
              <a:t>Removes</a:t>
            </a:r>
            <a:r>
              <a:rPr sz="2400" spc="-65" dirty="0">
                <a:latin typeface="Times New Roman"/>
                <a:cs typeface="Times New Roman"/>
              </a:rPr>
              <a:t> </a:t>
            </a:r>
            <a:r>
              <a:rPr sz="2400" spc="-60" dirty="0">
                <a:latin typeface="Times New Roman"/>
                <a:cs typeface="Times New Roman"/>
              </a:rPr>
              <a:t>the</a:t>
            </a:r>
            <a:r>
              <a:rPr sz="2400" spc="-55" dirty="0">
                <a:latin typeface="Times New Roman"/>
                <a:cs typeface="Times New Roman"/>
              </a:rPr>
              <a:t> </a:t>
            </a:r>
            <a:r>
              <a:rPr sz="2400" spc="-100" dirty="0">
                <a:latin typeface="Times New Roman"/>
                <a:cs typeface="Times New Roman"/>
              </a:rPr>
              <a:t>operational</a:t>
            </a:r>
            <a:r>
              <a:rPr sz="2400" spc="-55" dirty="0">
                <a:latin typeface="Times New Roman"/>
                <a:cs typeface="Times New Roman"/>
              </a:rPr>
              <a:t> </a:t>
            </a:r>
            <a:r>
              <a:rPr sz="2400" spc="-135" dirty="0">
                <a:latin typeface="Times New Roman"/>
                <a:cs typeface="Times New Roman"/>
              </a:rPr>
              <a:t>overhead</a:t>
            </a:r>
            <a:r>
              <a:rPr sz="2400" spc="-65" dirty="0">
                <a:latin typeface="Times New Roman"/>
                <a:cs typeface="Times New Roman"/>
              </a:rPr>
              <a:t> </a:t>
            </a:r>
            <a:r>
              <a:rPr sz="2400" spc="-140" dirty="0">
                <a:latin typeface="Times New Roman"/>
                <a:cs typeface="Times New Roman"/>
              </a:rPr>
              <a:t>of</a:t>
            </a:r>
            <a:r>
              <a:rPr sz="2400" spc="-65" dirty="0">
                <a:latin typeface="Times New Roman"/>
                <a:cs typeface="Times New Roman"/>
              </a:rPr>
              <a:t> </a:t>
            </a:r>
            <a:r>
              <a:rPr sz="2400" spc="-160" dirty="0">
                <a:latin typeface="Times New Roman"/>
                <a:cs typeface="Times New Roman"/>
              </a:rPr>
              <a:t>managing</a:t>
            </a:r>
            <a:r>
              <a:rPr sz="2400" spc="-55" dirty="0">
                <a:latin typeface="Times New Roman"/>
                <a:cs typeface="Times New Roman"/>
              </a:rPr>
              <a:t> </a:t>
            </a:r>
            <a:r>
              <a:rPr sz="2400" spc="-170" dirty="0">
                <a:latin typeface="Times New Roman"/>
                <a:cs typeface="Times New Roman"/>
              </a:rPr>
              <a:t>EC2</a:t>
            </a:r>
            <a:r>
              <a:rPr sz="2400" spc="-60" dirty="0">
                <a:latin typeface="Times New Roman"/>
                <a:cs typeface="Times New Roman"/>
              </a:rPr>
              <a:t> </a:t>
            </a:r>
            <a:r>
              <a:rPr sz="2400" spc="-120" dirty="0">
                <a:latin typeface="Times New Roman"/>
                <a:cs typeface="Times New Roman"/>
              </a:rPr>
              <a:t>instances</a:t>
            </a:r>
            <a:r>
              <a:rPr sz="2400" spc="-65" dirty="0">
                <a:latin typeface="Times New Roman"/>
                <a:cs typeface="Times New Roman"/>
              </a:rPr>
              <a:t> </a:t>
            </a:r>
            <a:r>
              <a:rPr sz="2400" spc="-10" dirty="0">
                <a:latin typeface="Times New Roman"/>
                <a:cs typeface="Times New Roman"/>
              </a:rPr>
              <a:t>or</a:t>
            </a:r>
            <a:r>
              <a:rPr sz="2400" spc="-65" dirty="0">
                <a:latin typeface="Times New Roman"/>
                <a:cs typeface="Times New Roman"/>
              </a:rPr>
              <a:t> </a:t>
            </a:r>
            <a:r>
              <a:rPr sz="2400" spc="-30" dirty="0">
                <a:latin typeface="Times New Roman"/>
                <a:cs typeface="Times New Roman"/>
              </a:rPr>
              <a:t>clusters.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31140" indent="-226695">
              <a:lnSpc>
                <a:spcPct val="100000"/>
              </a:lnSpc>
              <a:buSzPct val="93750"/>
              <a:buAutoNum type="arabicPeriod" startAt="2"/>
              <a:tabLst>
                <a:tab pos="231140" algn="l"/>
              </a:tabLst>
            </a:pPr>
            <a:r>
              <a:rPr sz="2400" b="1" spc="-40" dirty="0">
                <a:latin typeface="Times New Roman"/>
                <a:cs typeface="Times New Roman"/>
              </a:rPr>
              <a:t>Enhanced</a:t>
            </a:r>
            <a:r>
              <a:rPr sz="2400" b="1" spc="-105" dirty="0">
                <a:latin typeface="Times New Roman"/>
                <a:cs typeface="Times New Roman"/>
              </a:rPr>
              <a:t> </a:t>
            </a:r>
            <a:r>
              <a:rPr sz="2400" b="1" spc="-10" dirty="0">
                <a:latin typeface="Times New Roman"/>
                <a:cs typeface="Times New Roman"/>
              </a:rPr>
              <a:t>Security</a:t>
            </a:r>
            <a:r>
              <a:rPr sz="2400" spc="-1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105" dirty="0">
                <a:latin typeface="Times New Roman"/>
                <a:cs typeface="Times New Roman"/>
              </a:rPr>
              <a:t>Containers</a:t>
            </a:r>
            <a:r>
              <a:rPr sz="2400" spc="-40" dirty="0">
                <a:latin typeface="Times New Roman"/>
                <a:cs typeface="Times New Roman"/>
              </a:rPr>
              <a:t> </a:t>
            </a:r>
            <a:r>
              <a:rPr sz="2400" spc="-100" dirty="0">
                <a:latin typeface="Times New Roman"/>
                <a:cs typeface="Times New Roman"/>
              </a:rPr>
              <a:t>are</a:t>
            </a:r>
            <a:r>
              <a:rPr sz="2400" spc="-35" dirty="0">
                <a:latin typeface="Times New Roman"/>
                <a:cs typeface="Times New Roman"/>
              </a:rPr>
              <a:t> </a:t>
            </a:r>
            <a:r>
              <a:rPr sz="2400" spc="-120" dirty="0">
                <a:latin typeface="Times New Roman"/>
                <a:cs typeface="Times New Roman"/>
              </a:rPr>
              <a:t>isolated</a:t>
            </a:r>
            <a:r>
              <a:rPr sz="2400" spc="-50" dirty="0">
                <a:latin typeface="Times New Roman"/>
                <a:cs typeface="Times New Roman"/>
              </a:rPr>
              <a:t> </a:t>
            </a:r>
            <a:r>
              <a:rPr sz="2400" spc="-95" dirty="0">
                <a:latin typeface="Times New Roman"/>
                <a:cs typeface="Times New Roman"/>
              </a:rPr>
              <a:t>at</a:t>
            </a:r>
            <a:r>
              <a:rPr sz="2400" spc="-40" dirty="0">
                <a:latin typeface="Times New Roman"/>
                <a:cs typeface="Times New Roman"/>
              </a:rPr>
              <a:t> </a:t>
            </a:r>
            <a:r>
              <a:rPr sz="2400" spc="-60" dirty="0">
                <a:latin typeface="Times New Roman"/>
                <a:cs typeface="Times New Roman"/>
              </a:rPr>
              <a:t>the</a:t>
            </a:r>
            <a:r>
              <a:rPr sz="2400" spc="-30" dirty="0">
                <a:latin typeface="Times New Roman"/>
                <a:cs typeface="Times New Roman"/>
              </a:rPr>
              <a:t> </a:t>
            </a:r>
            <a:r>
              <a:rPr sz="2400" spc="-80" dirty="0">
                <a:latin typeface="Times New Roman"/>
                <a:cs typeface="Times New Roman"/>
              </a:rPr>
              <a:t>infrastructure</a:t>
            </a:r>
            <a:r>
              <a:rPr sz="2400" spc="-50" dirty="0">
                <a:latin typeface="Times New Roman"/>
                <a:cs typeface="Times New Roman"/>
              </a:rPr>
              <a:t> </a:t>
            </a:r>
            <a:r>
              <a:rPr sz="2400" spc="-10" dirty="0">
                <a:latin typeface="Times New Roman"/>
                <a:cs typeface="Times New Roman"/>
              </a:rPr>
              <a:t>level.</a:t>
            </a:r>
            <a:endParaRPr sz="2400">
              <a:latin typeface="Times New Roman"/>
              <a:cs typeface="Times New Roman"/>
            </a:endParaRPr>
          </a:p>
          <a:p>
            <a:pPr marL="118745" lvl="1" indent="-114300">
              <a:lnSpc>
                <a:spcPct val="100000"/>
              </a:lnSpc>
              <a:buSzPct val="95833"/>
              <a:buChar char="•"/>
              <a:tabLst>
                <a:tab pos="118745" algn="l"/>
              </a:tabLst>
            </a:pPr>
            <a:r>
              <a:rPr sz="2400" spc="-105" dirty="0">
                <a:latin typeface="Times New Roman"/>
                <a:cs typeface="Times New Roman"/>
              </a:rPr>
              <a:t>Tasks/pods</a:t>
            </a:r>
            <a:r>
              <a:rPr sz="2400" spc="-80" dirty="0">
                <a:latin typeface="Times New Roman"/>
                <a:cs typeface="Times New Roman"/>
              </a:rPr>
              <a:t> </a:t>
            </a:r>
            <a:r>
              <a:rPr sz="2400" spc="-35" dirty="0">
                <a:latin typeface="Times New Roman"/>
                <a:cs typeface="Times New Roman"/>
              </a:rPr>
              <a:t>run</a:t>
            </a:r>
            <a:r>
              <a:rPr sz="2400" spc="-45" dirty="0">
                <a:latin typeface="Times New Roman"/>
                <a:cs typeface="Times New Roman"/>
              </a:rPr>
              <a:t> </a:t>
            </a:r>
            <a:r>
              <a:rPr sz="2400" spc="-114" dirty="0">
                <a:latin typeface="Times New Roman"/>
                <a:cs typeface="Times New Roman"/>
              </a:rPr>
              <a:t>in</a:t>
            </a:r>
            <a:r>
              <a:rPr sz="2400" spc="-45" dirty="0">
                <a:latin typeface="Times New Roman"/>
                <a:cs typeface="Times New Roman"/>
              </a:rPr>
              <a:t> </a:t>
            </a:r>
            <a:r>
              <a:rPr sz="2400" spc="-110" dirty="0">
                <a:latin typeface="Times New Roman"/>
                <a:cs typeface="Times New Roman"/>
              </a:rPr>
              <a:t>separate</a:t>
            </a:r>
            <a:r>
              <a:rPr sz="2400" spc="-50" dirty="0">
                <a:latin typeface="Times New Roman"/>
                <a:cs typeface="Times New Roman"/>
              </a:rPr>
              <a:t> </a:t>
            </a:r>
            <a:r>
              <a:rPr sz="2400" spc="-140" dirty="0">
                <a:latin typeface="Times New Roman"/>
                <a:cs typeface="Times New Roman"/>
              </a:rPr>
              <a:t>ENIs,</a:t>
            </a:r>
            <a:r>
              <a:rPr sz="2400" spc="-145" dirty="0">
                <a:latin typeface="Times New Roman"/>
                <a:cs typeface="Times New Roman"/>
              </a:rPr>
              <a:t> </a:t>
            </a:r>
            <a:r>
              <a:rPr sz="2400" spc="-114" dirty="0">
                <a:latin typeface="Times New Roman"/>
                <a:cs typeface="Times New Roman"/>
              </a:rPr>
              <a:t>ensuring</a:t>
            </a:r>
            <a:r>
              <a:rPr sz="2400" spc="-55" dirty="0">
                <a:latin typeface="Times New Roman"/>
                <a:cs typeface="Times New Roman"/>
              </a:rPr>
              <a:t> </a:t>
            </a:r>
            <a:r>
              <a:rPr sz="2400" spc="-95" dirty="0">
                <a:latin typeface="Times New Roman"/>
                <a:cs typeface="Times New Roman"/>
              </a:rPr>
              <a:t>network</a:t>
            </a:r>
            <a:r>
              <a:rPr sz="2400" spc="-30" dirty="0">
                <a:latin typeface="Times New Roman"/>
                <a:cs typeface="Times New Roman"/>
              </a:rPr>
              <a:t> </a:t>
            </a:r>
            <a:r>
              <a:rPr sz="2400" spc="-10" dirty="0">
                <a:latin typeface="Times New Roman"/>
                <a:cs typeface="Times New Roman"/>
              </a:rPr>
              <a:t>isolation.</a:t>
            </a:r>
            <a:endParaRPr sz="2400">
              <a:latin typeface="Times New Roman"/>
              <a:cs typeface="Times New Roman"/>
            </a:endParaRPr>
          </a:p>
          <a:p>
            <a:pPr>
              <a:lnSpc>
                <a:spcPct val="100000"/>
              </a:lnSpc>
              <a:spcBef>
                <a:spcPts val="125"/>
              </a:spcBef>
            </a:pPr>
            <a:endParaRPr sz="2400">
              <a:latin typeface="Times New Roman"/>
              <a:cs typeface="Times New Roman"/>
            </a:endParaRPr>
          </a:p>
          <a:p>
            <a:pPr marL="231140" indent="-226695">
              <a:lnSpc>
                <a:spcPct val="100000"/>
              </a:lnSpc>
              <a:buSzPct val="93750"/>
              <a:buAutoNum type="arabicPeriod" startAt="3"/>
              <a:tabLst>
                <a:tab pos="231140" algn="l"/>
              </a:tabLst>
            </a:pPr>
            <a:r>
              <a:rPr sz="2400" b="1" spc="-60" dirty="0">
                <a:latin typeface="Times New Roman"/>
                <a:cs typeface="Times New Roman"/>
              </a:rPr>
              <a:t>Cost</a:t>
            </a:r>
            <a:r>
              <a:rPr sz="2400" b="1" spc="-85" dirty="0">
                <a:latin typeface="Times New Roman"/>
                <a:cs typeface="Times New Roman"/>
              </a:rPr>
              <a:t> </a:t>
            </a:r>
            <a:r>
              <a:rPr sz="2400" b="1" spc="-10" dirty="0">
                <a:latin typeface="Times New Roman"/>
                <a:cs typeface="Times New Roman"/>
              </a:rPr>
              <a:t>Efficiency</a:t>
            </a:r>
            <a:r>
              <a:rPr sz="2400" spc="-10" dirty="0">
                <a:latin typeface="Times New Roman"/>
                <a:cs typeface="Times New Roman"/>
              </a:rPr>
              <a:t>:</a:t>
            </a:r>
            <a:endParaRPr sz="2400">
              <a:latin typeface="Times New Roman"/>
              <a:cs typeface="Times New Roman"/>
            </a:endParaRPr>
          </a:p>
          <a:p>
            <a:pPr marL="118745" lvl="1" indent="-114300">
              <a:lnSpc>
                <a:spcPct val="100000"/>
              </a:lnSpc>
              <a:buSzPct val="95833"/>
              <a:buChar char="•"/>
              <a:tabLst>
                <a:tab pos="118745" algn="l"/>
              </a:tabLst>
            </a:pPr>
            <a:r>
              <a:rPr sz="2400" spc="-235" dirty="0">
                <a:latin typeface="Times New Roman"/>
                <a:cs typeface="Times New Roman"/>
              </a:rPr>
              <a:t>Pay</a:t>
            </a:r>
            <a:r>
              <a:rPr sz="2400" spc="-40" dirty="0">
                <a:latin typeface="Times New Roman"/>
                <a:cs typeface="Times New Roman"/>
              </a:rPr>
              <a:t> </a:t>
            </a:r>
            <a:r>
              <a:rPr sz="2400" spc="-145" dirty="0">
                <a:latin typeface="Times New Roman"/>
                <a:cs typeface="Times New Roman"/>
              </a:rPr>
              <a:t>only</a:t>
            </a:r>
            <a:r>
              <a:rPr sz="2400" spc="-45" dirty="0">
                <a:latin typeface="Times New Roman"/>
                <a:cs typeface="Times New Roman"/>
              </a:rPr>
              <a:t> </a:t>
            </a:r>
            <a:r>
              <a:rPr sz="2400" spc="-90" dirty="0">
                <a:latin typeface="Times New Roman"/>
                <a:cs typeface="Times New Roman"/>
              </a:rPr>
              <a:t>for</a:t>
            </a:r>
            <a:r>
              <a:rPr sz="2400" spc="-25" dirty="0">
                <a:latin typeface="Times New Roman"/>
                <a:cs typeface="Times New Roman"/>
              </a:rPr>
              <a:t> </a:t>
            </a:r>
            <a:r>
              <a:rPr sz="2400" spc="-60" dirty="0">
                <a:latin typeface="Times New Roman"/>
                <a:cs typeface="Times New Roman"/>
              </a:rPr>
              <a:t>the</a:t>
            </a:r>
            <a:r>
              <a:rPr sz="2400" spc="-35" dirty="0">
                <a:latin typeface="Times New Roman"/>
                <a:cs typeface="Times New Roman"/>
              </a:rPr>
              <a:t> </a:t>
            </a:r>
            <a:r>
              <a:rPr sz="2400" spc="-105" dirty="0">
                <a:latin typeface="Times New Roman"/>
                <a:cs typeface="Times New Roman"/>
              </a:rPr>
              <a:t>compute</a:t>
            </a:r>
            <a:r>
              <a:rPr sz="2400" spc="-50" dirty="0">
                <a:latin typeface="Times New Roman"/>
                <a:cs typeface="Times New Roman"/>
              </a:rPr>
              <a:t> </a:t>
            </a:r>
            <a:r>
              <a:rPr sz="2400" spc="-145" dirty="0">
                <a:latin typeface="Times New Roman"/>
                <a:cs typeface="Times New Roman"/>
              </a:rPr>
              <a:t>and</a:t>
            </a:r>
            <a:r>
              <a:rPr sz="2400" spc="-35" dirty="0">
                <a:latin typeface="Times New Roman"/>
                <a:cs typeface="Times New Roman"/>
              </a:rPr>
              <a:t> </a:t>
            </a:r>
            <a:r>
              <a:rPr sz="2400" spc="-114" dirty="0">
                <a:latin typeface="Times New Roman"/>
                <a:cs typeface="Times New Roman"/>
              </a:rPr>
              <a:t>memory</a:t>
            </a:r>
            <a:r>
              <a:rPr sz="2400" spc="-50" dirty="0">
                <a:latin typeface="Times New Roman"/>
                <a:cs typeface="Times New Roman"/>
              </a:rPr>
              <a:t> </a:t>
            </a:r>
            <a:r>
              <a:rPr sz="2400" spc="-105" dirty="0">
                <a:latin typeface="Times New Roman"/>
                <a:cs typeface="Times New Roman"/>
              </a:rPr>
              <a:t>resources</a:t>
            </a:r>
            <a:r>
              <a:rPr sz="2400" spc="-45" dirty="0">
                <a:latin typeface="Times New Roman"/>
                <a:cs typeface="Times New Roman"/>
              </a:rPr>
              <a:t> </a:t>
            </a:r>
            <a:r>
              <a:rPr sz="2400" spc="-10" dirty="0">
                <a:latin typeface="Times New Roman"/>
                <a:cs typeface="Times New Roman"/>
              </a:rPr>
              <a:t>consumed.</a:t>
            </a:r>
            <a:endParaRPr sz="2400">
              <a:latin typeface="Times New Roman"/>
              <a:cs typeface="Times New Roman"/>
            </a:endParaRPr>
          </a:p>
          <a:p>
            <a:pPr marL="118745" lvl="1" indent="-114300">
              <a:lnSpc>
                <a:spcPct val="100000"/>
              </a:lnSpc>
              <a:buSzPct val="95833"/>
              <a:buChar char="•"/>
              <a:tabLst>
                <a:tab pos="118745" algn="l"/>
              </a:tabLst>
            </a:pPr>
            <a:r>
              <a:rPr sz="2400" spc="-140" dirty="0">
                <a:latin typeface="Times New Roman"/>
                <a:cs typeface="Times New Roman"/>
              </a:rPr>
              <a:t>Reduces</a:t>
            </a:r>
            <a:r>
              <a:rPr sz="2400" spc="-60" dirty="0">
                <a:latin typeface="Times New Roman"/>
                <a:cs typeface="Times New Roman"/>
              </a:rPr>
              <a:t> </a:t>
            </a:r>
            <a:r>
              <a:rPr sz="2400" spc="-130" dirty="0">
                <a:latin typeface="Times New Roman"/>
                <a:cs typeface="Times New Roman"/>
              </a:rPr>
              <a:t>costs</a:t>
            </a:r>
            <a:r>
              <a:rPr sz="2400" spc="-60" dirty="0">
                <a:latin typeface="Times New Roman"/>
                <a:cs typeface="Times New Roman"/>
              </a:rPr>
              <a:t> </a:t>
            </a:r>
            <a:r>
              <a:rPr sz="2400" spc="-200" dirty="0">
                <a:latin typeface="Times New Roman"/>
                <a:cs typeface="Times New Roman"/>
              </a:rPr>
              <a:t>by</a:t>
            </a:r>
            <a:r>
              <a:rPr sz="2400" spc="-55" dirty="0">
                <a:latin typeface="Times New Roman"/>
                <a:cs typeface="Times New Roman"/>
              </a:rPr>
              <a:t> </a:t>
            </a:r>
            <a:r>
              <a:rPr sz="2400" spc="-120" dirty="0">
                <a:latin typeface="Times New Roman"/>
                <a:cs typeface="Times New Roman"/>
              </a:rPr>
              <a:t>eliminating</a:t>
            </a:r>
            <a:r>
              <a:rPr sz="2400" spc="-60" dirty="0">
                <a:latin typeface="Times New Roman"/>
                <a:cs typeface="Times New Roman"/>
              </a:rPr>
              <a:t> the</a:t>
            </a:r>
            <a:r>
              <a:rPr sz="2400" spc="-55" dirty="0">
                <a:latin typeface="Times New Roman"/>
                <a:cs typeface="Times New Roman"/>
              </a:rPr>
              <a:t> </a:t>
            </a:r>
            <a:r>
              <a:rPr sz="2400" spc="-110" dirty="0">
                <a:latin typeface="Times New Roman"/>
                <a:cs typeface="Times New Roman"/>
              </a:rPr>
              <a:t>need</a:t>
            </a:r>
            <a:r>
              <a:rPr sz="2400" spc="-6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125" dirty="0">
                <a:latin typeface="Times New Roman"/>
                <a:cs typeface="Times New Roman"/>
              </a:rPr>
              <a:t>overprovision</a:t>
            </a:r>
            <a:r>
              <a:rPr sz="2400" spc="-60" dirty="0">
                <a:latin typeface="Times New Roman"/>
                <a:cs typeface="Times New Roman"/>
              </a:rPr>
              <a:t> </a:t>
            </a:r>
            <a:r>
              <a:rPr sz="2400" spc="-10" dirty="0">
                <a:latin typeface="Times New Roman"/>
                <a:cs typeface="Times New Roman"/>
              </a:rPr>
              <a:t>resources.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90</a:t>
            </a:fld>
            <a:endParaRPr spc="-2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0">
              <a:lnSpc>
                <a:spcPct val="100000"/>
              </a:lnSpc>
              <a:spcBef>
                <a:spcPts val="100"/>
              </a:spcBef>
            </a:pPr>
            <a:r>
              <a:rPr spc="-240" dirty="0"/>
              <a:t>AWS</a:t>
            </a:r>
            <a:r>
              <a:rPr spc="-10" dirty="0"/>
              <a:t> </a:t>
            </a:r>
            <a:r>
              <a:rPr spc="-30" dirty="0"/>
              <a:t>Fargate:</a:t>
            </a:r>
            <a:r>
              <a:rPr spc="-140" dirty="0"/>
              <a:t> </a:t>
            </a:r>
            <a:r>
              <a:rPr spc="-10" dirty="0"/>
              <a:t>Benefits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421640" y="1133602"/>
            <a:ext cx="8301355" cy="2586355"/>
          </a:xfrm>
          <a:prstGeom prst="rect">
            <a:avLst/>
          </a:prstGeom>
        </p:spPr>
        <p:txBody>
          <a:bodyPr vert="horz" wrap="square" lIns="0" tIns="12700" rIns="0" bIns="0" rtlCol="0">
            <a:spAutoFit/>
          </a:bodyPr>
          <a:lstStyle/>
          <a:p>
            <a:pPr marL="231140" indent="-226695">
              <a:lnSpc>
                <a:spcPct val="100000"/>
              </a:lnSpc>
              <a:spcBef>
                <a:spcPts val="100"/>
              </a:spcBef>
              <a:buSzPct val="93750"/>
              <a:buAutoNum type="arabicPeriod" startAt="4"/>
              <a:tabLst>
                <a:tab pos="231140" algn="l"/>
              </a:tabLst>
            </a:pPr>
            <a:r>
              <a:rPr sz="2400" b="1" spc="-20" dirty="0">
                <a:latin typeface="Times New Roman"/>
                <a:cs typeface="Times New Roman"/>
              </a:rPr>
              <a:t>Improved</a:t>
            </a:r>
            <a:r>
              <a:rPr sz="2400" b="1" spc="-10" dirty="0">
                <a:latin typeface="Times New Roman"/>
                <a:cs typeface="Times New Roman"/>
              </a:rPr>
              <a:t> </a:t>
            </a:r>
            <a:r>
              <a:rPr sz="2400" b="1" dirty="0">
                <a:latin typeface="Times New Roman"/>
                <a:cs typeface="Times New Roman"/>
              </a:rPr>
              <a:t>Developer </a:t>
            </a:r>
            <a:r>
              <a:rPr sz="2400" b="1" spc="-10" dirty="0">
                <a:latin typeface="Times New Roman"/>
                <a:cs typeface="Times New Roman"/>
              </a:rPr>
              <a:t>Productivity</a:t>
            </a:r>
            <a:r>
              <a:rPr sz="2400" spc="-10" dirty="0">
                <a:latin typeface="Times New Roman"/>
                <a:cs typeface="Times New Roman"/>
              </a:rPr>
              <a:t>:</a:t>
            </a:r>
            <a:endParaRPr sz="2400">
              <a:latin typeface="Times New Roman"/>
              <a:cs typeface="Times New Roman"/>
            </a:endParaRPr>
          </a:p>
          <a:p>
            <a:pPr marL="12700" marR="5715" lvl="1" indent="-8255">
              <a:lnSpc>
                <a:spcPct val="100000"/>
              </a:lnSpc>
              <a:buSzPct val="95833"/>
              <a:buChar char="•"/>
              <a:tabLst>
                <a:tab pos="118745" algn="l"/>
              </a:tabLst>
            </a:pPr>
            <a:r>
              <a:rPr sz="2400" spc="-95" dirty="0">
                <a:latin typeface="Times New Roman"/>
                <a:cs typeface="Times New Roman"/>
              </a:rPr>
              <a:t>	Developers</a:t>
            </a:r>
            <a:r>
              <a:rPr sz="2400" spc="75" dirty="0">
                <a:latin typeface="Times New Roman"/>
                <a:cs typeface="Times New Roman"/>
              </a:rPr>
              <a:t> </a:t>
            </a:r>
            <a:r>
              <a:rPr sz="2400" spc="-90" dirty="0">
                <a:latin typeface="Times New Roman"/>
                <a:cs typeface="Times New Roman"/>
              </a:rPr>
              <a:t>focus</a:t>
            </a:r>
            <a:r>
              <a:rPr sz="2400" spc="65" dirty="0">
                <a:latin typeface="Times New Roman"/>
                <a:cs typeface="Times New Roman"/>
              </a:rPr>
              <a:t> </a:t>
            </a:r>
            <a:r>
              <a:rPr sz="2400" dirty="0">
                <a:latin typeface="Times New Roman"/>
                <a:cs typeface="Times New Roman"/>
              </a:rPr>
              <a:t>on</a:t>
            </a:r>
            <a:r>
              <a:rPr sz="2400" spc="75" dirty="0">
                <a:latin typeface="Times New Roman"/>
                <a:cs typeface="Times New Roman"/>
              </a:rPr>
              <a:t> </a:t>
            </a:r>
            <a:r>
              <a:rPr sz="2400" spc="-90" dirty="0">
                <a:latin typeface="Times New Roman"/>
                <a:cs typeface="Times New Roman"/>
              </a:rPr>
              <a:t>building</a:t>
            </a:r>
            <a:r>
              <a:rPr sz="2400" spc="55" dirty="0">
                <a:latin typeface="Times New Roman"/>
                <a:cs typeface="Times New Roman"/>
              </a:rPr>
              <a:t> </a:t>
            </a:r>
            <a:r>
              <a:rPr sz="2400" spc="-40" dirty="0">
                <a:latin typeface="Times New Roman"/>
                <a:cs typeface="Times New Roman"/>
              </a:rPr>
              <a:t>and</a:t>
            </a:r>
            <a:r>
              <a:rPr sz="2400" spc="80" dirty="0">
                <a:latin typeface="Times New Roman"/>
                <a:cs typeface="Times New Roman"/>
              </a:rPr>
              <a:t> </a:t>
            </a:r>
            <a:r>
              <a:rPr sz="2400" spc="-114" dirty="0">
                <a:latin typeface="Times New Roman"/>
                <a:cs typeface="Times New Roman"/>
              </a:rPr>
              <a:t>deploying</a:t>
            </a:r>
            <a:r>
              <a:rPr sz="2400" spc="70" dirty="0">
                <a:latin typeface="Times New Roman"/>
                <a:cs typeface="Times New Roman"/>
              </a:rPr>
              <a:t> </a:t>
            </a:r>
            <a:r>
              <a:rPr sz="2400" spc="-95" dirty="0">
                <a:latin typeface="Times New Roman"/>
                <a:cs typeface="Times New Roman"/>
              </a:rPr>
              <a:t>applications,</a:t>
            </a:r>
            <a:r>
              <a:rPr sz="2400" spc="5" dirty="0">
                <a:latin typeface="Times New Roman"/>
                <a:cs typeface="Times New Roman"/>
              </a:rPr>
              <a:t> </a:t>
            </a:r>
            <a:r>
              <a:rPr sz="2400" dirty="0">
                <a:latin typeface="Times New Roman"/>
                <a:cs typeface="Times New Roman"/>
              </a:rPr>
              <a:t>not</a:t>
            </a:r>
            <a:r>
              <a:rPr sz="2400" spc="65" dirty="0">
                <a:latin typeface="Times New Roman"/>
                <a:cs typeface="Times New Roman"/>
              </a:rPr>
              <a:t> </a:t>
            </a:r>
            <a:r>
              <a:rPr sz="2400" spc="-100" dirty="0">
                <a:latin typeface="Times New Roman"/>
                <a:cs typeface="Times New Roman"/>
              </a:rPr>
              <a:t>managing </a:t>
            </a:r>
            <a:r>
              <a:rPr sz="2400" spc="-10" dirty="0">
                <a:latin typeface="Times New Roman"/>
                <a:cs typeface="Times New Roman"/>
              </a:rPr>
              <a:t>servers.</a:t>
            </a:r>
            <a:endParaRPr sz="2400">
              <a:latin typeface="Times New Roman"/>
              <a:cs typeface="Times New Roman"/>
            </a:endParaRPr>
          </a:p>
          <a:p>
            <a:pPr>
              <a:lnSpc>
                <a:spcPct val="100000"/>
              </a:lnSpc>
              <a:spcBef>
                <a:spcPts val="120"/>
              </a:spcBef>
            </a:pPr>
            <a:endParaRPr sz="2400">
              <a:latin typeface="Times New Roman"/>
              <a:cs typeface="Times New Roman"/>
            </a:endParaRPr>
          </a:p>
          <a:p>
            <a:pPr marL="231140" indent="-226695">
              <a:lnSpc>
                <a:spcPct val="100000"/>
              </a:lnSpc>
              <a:buSzPct val="93750"/>
              <a:buAutoNum type="arabicPeriod" startAt="5"/>
              <a:tabLst>
                <a:tab pos="231140" algn="l"/>
              </a:tabLst>
            </a:pPr>
            <a:r>
              <a:rPr sz="2400" b="1" dirty="0">
                <a:latin typeface="Times New Roman"/>
                <a:cs typeface="Times New Roman"/>
              </a:rPr>
              <a:t>Deep</a:t>
            </a:r>
            <a:r>
              <a:rPr sz="2400" b="1" spc="-20" dirty="0">
                <a:latin typeface="Times New Roman"/>
                <a:cs typeface="Times New Roman"/>
              </a:rPr>
              <a:t> </a:t>
            </a:r>
            <a:r>
              <a:rPr sz="2400" b="1" dirty="0">
                <a:latin typeface="Times New Roman"/>
                <a:cs typeface="Times New Roman"/>
              </a:rPr>
              <a:t>Integration</a:t>
            </a:r>
            <a:r>
              <a:rPr sz="2400" b="1" spc="5" dirty="0">
                <a:latin typeface="Times New Roman"/>
                <a:cs typeface="Times New Roman"/>
              </a:rPr>
              <a:t> </a:t>
            </a:r>
            <a:r>
              <a:rPr sz="2400" b="1" dirty="0">
                <a:latin typeface="Times New Roman"/>
                <a:cs typeface="Times New Roman"/>
              </a:rPr>
              <a:t>with</a:t>
            </a:r>
            <a:r>
              <a:rPr sz="2400" b="1" spc="-95" dirty="0">
                <a:latin typeface="Times New Roman"/>
                <a:cs typeface="Times New Roman"/>
              </a:rPr>
              <a:t> </a:t>
            </a:r>
            <a:r>
              <a:rPr sz="2400" b="1" spc="-270" dirty="0">
                <a:latin typeface="Times New Roman"/>
                <a:cs typeface="Times New Roman"/>
              </a:rPr>
              <a:t>AWS</a:t>
            </a:r>
            <a:r>
              <a:rPr sz="2400" b="1" spc="10" dirty="0">
                <a:latin typeface="Times New Roman"/>
                <a:cs typeface="Times New Roman"/>
              </a:rPr>
              <a:t> </a:t>
            </a:r>
            <a:r>
              <a:rPr sz="2400" b="1" spc="-10" dirty="0">
                <a:latin typeface="Times New Roman"/>
                <a:cs typeface="Times New Roman"/>
              </a:rPr>
              <a:t>Ecosystem</a:t>
            </a:r>
            <a:r>
              <a:rPr sz="2400" spc="-10" dirty="0">
                <a:latin typeface="Times New Roman"/>
                <a:cs typeface="Times New Roman"/>
              </a:rPr>
              <a:t>:</a:t>
            </a:r>
            <a:endParaRPr sz="2400">
              <a:latin typeface="Times New Roman"/>
              <a:cs typeface="Times New Roman"/>
            </a:endParaRPr>
          </a:p>
          <a:p>
            <a:pPr marL="12700" marR="5080" lvl="1" indent="-8255">
              <a:lnSpc>
                <a:spcPct val="100000"/>
              </a:lnSpc>
              <a:buSzPct val="95833"/>
              <a:buChar char="•"/>
              <a:tabLst>
                <a:tab pos="118745" algn="l"/>
              </a:tabLst>
            </a:pPr>
            <a:r>
              <a:rPr sz="2400" spc="-100" dirty="0">
                <a:latin typeface="Times New Roman"/>
                <a:cs typeface="Times New Roman"/>
              </a:rPr>
              <a:t>	Works</a:t>
            </a:r>
            <a:r>
              <a:rPr sz="2400" spc="-45" dirty="0">
                <a:latin typeface="Times New Roman"/>
                <a:cs typeface="Times New Roman"/>
              </a:rPr>
              <a:t> </a:t>
            </a:r>
            <a:r>
              <a:rPr sz="2400" spc="-135" dirty="0">
                <a:latin typeface="Times New Roman"/>
                <a:cs typeface="Times New Roman"/>
              </a:rPr>
              <a:t>seamlessly</a:t>
            </a:r>
            <a:r>
              <a:rPr sz="2400" spc="-10" dirty="0">
                <a:latin typeface="Times New Roman"/>
                <a:cs typeface="Times New Roman"/>
              </a:rPr>
              <a:t> </a:t>
            </a:r>
            <a:r>
              <a:rPr sz="2400" spc="-30" dirty="0">
                <a:latin typeface="Times New Roman"/>
                <a:cs typeface="Times New Roman"/>
              </a:rPr>
              <a:t>with</a:t>
            </a:r>
            <a:r>
              <a:rPr sz="2400" spc="40" dirty="0">
                <a:latin typeface="Times New Roman"/>
                <a:cs typeface="Times New Roman"/>
              </a:rPr>
              <a:t> </a:t>
            </a:r>
            <a:r>
              <a:rPr sz="2400" spc="-330" dirty="0">
                <a:latin typeface="Times New Roman"/>
                <a:cs typeface="Times New Roman"/>
              </a:rPr>
              <a:t>AWS</a:t>
            </a:r>
            <a:r>
              <a:rPr sz="2400" spc="180" dirty="0">
                <a:latin typeface="Times New Roman"/>
                <a:cs typeface="Times New Roman"/>
              </a:rPr>
              <a:t> </a:t>
            </a:r>
            <a:r>
              <a:rPr sz="2400" spc="-85" dirty="0">
                <a:latin typeface="Times New Roman"/>
                <a:cs typeface="Times New Roman"/>
              </a:rPr>
              <a:t>services</a:t>
            </a:r>
            <a:r>
              <a:rPr sz="2400" spc="50" dirty="0">
                <a:latin typeface="Times New Roman"/>
                <a:cs typeface="Times New Roman"/>
              </a:rPr>
              <a:t> </a:t>
            </a:r>
            <a:r>
              <a:rPr sz="2400" spc="-50" dirty="0">
                <a:latin typeface="Times New Roman"/>
                <a:cs typeface="Times New Roman"/>
              </a:rPr>
              <a:t>like</a:t>
            </a:r>
            <a:r>
              <a:rPr sz="2400" spc="45" dirty="0">
                <a:latin typeface="Times New Roman"/>
                <a:cs typeface="Times New Roman"/>
              </a:rPr>
              <a:t> </a:t>
            </a:r>
            <a:r>
              <a:rPr sz="2400" spc="-130" dirty="0">
                <a:latin typeface="Times New Roman"/>
                <a:cs typeface="Times New Roman"/>
              </a:rPr>
              <a:t>IAM,</a:t>
            </a:r>
            <a:r>
              <a:rPr sz="2400" spc="-20" dirty="0">
                <a:latin typeface="Times New Roman"/>
                <a:cs typeface="Times New Roman"/>
              </a:rPr>
              <a:t> </a:t>
            </a:r>
            <a:r>
              <a:rPr sz="2400" spc="-95" dirty="0">
                <a:latin typeface="Times New Roman"/>
                <a:cs typeface="Times New Roman"/>
              </a:rPr>
              <a:t>CloudWatch,</a:t>
            </a:r>
            <a:r>
              <a:rPr sz="2400" spc="-10" dirty="0">
                <a:latin typeface="Times New Roman"/>
                <a:cs typeface="Times New Roman"/>
              </a:rPr>
              <a:t> </a:t>
            </a:r>
            <a:r>
              <a:rPr sz="2400" spc="-65" dirty="0">
                <a:latin typeface="Times New Roman"/>
                <a:cs typeface="Times New Roman"/>
              </a:rPr>
              <a:t>ECR,</a:t>
            </a:r>
            <a:r>
              <a:rPr sz="2400" spc="-30" dirty="0">
                <a:latin typeface="Times New Roman"/>
                <a:cs typeface="Times New Roman"/>
              </a:rPr>
              <a:t> and </a:t>
            </a:r>
            <a:r>
              <a:rPr sz="2400" spc="-10" dirty="0">
                <a:latin typeface="Times New Roman"/>
                <a:cs typeface="Times New Roman"/>
              </a:rPr>
              <a:t>more.</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91</a:t>
            </a:fld>
            <a:endParaRPr spc="-2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270" y="436880"/>
            <a:ext cx="7474584" cy="513715"/>
          </a:xfrm>
          <a:prstGeom prst="rect">
            <a:avLst/>
          </a:prstGeom>
        </p:spPr>
        <p:txBody>
          <a:bodyPr vert="horz" wrap="square" lIns="0" tIns="13335" rIns="0" bIns="0" rtlCol="0">
            <a:spAutoFit/>
          </a:bodyPr>
          <a:lstStyle/>
          <a:p>
            <a:pPr marL="12700">
              <a:lnSpc>
                <a:spcPct val="100000"/>
              </a:lnSpc>
              <a:spcBef>
                <a:spcPts val="105"/>
              </a:spcBef>
            </a:pPr>
            <a:r>
              <a:rPr sz="3200" spc="-20" dirty="0"/>
              <a:t>Comparison:</a:t>
            </a:r>
            <a:r>
              <a:rPr sz="3200" spc="-150" dirty="0"/>
              <a:t> </a:t>
            </a:r>
            <a:r>
              <a:rPr sz="3200" spc="-210" dirty="0"/>
              <a:t>AWS</a:t>
            </a:r>
            <a:r>
              <a:rPr sz="3200" spc="-25" dirty="0"/>
              <a:t> </a:t>
            </a:r>
            <a:r>
              <a:rPr sz="3200" spc="-35" dirty="0"/>
              <a:t>Fargate</a:t>
            </a:r>
            <a:r>
              <a:rPr sz="3200" spc="-75" dirty="0"/>
              <a:t> </a:t>
            </a:r>
            <a:r>
              <a:rPr sz="3200" dirty="0"/>
              <a:t>vs.</a:t>
            </a:r>
            <a:r>
              <a:rPr sz="3200" spc="-55" dirty="0"/>
              <a:t> </a:t>
            </a:r>
            <a:r>
              <a:rPr sz="3200" dirty="0"/>
              <a:t>Other</a:t>
            </a:r>
            <a:r>
              <a:rPr sz="3200" spc="-70" dirty="0"/>
              <a:t> </a:t>
            </a:r>
            <a:r>
              <a:rPr sz="3200" spc="-10" dirty="0"/>
              <a:t>Options</a:t>
            </a:r>
            <a:endParaRPr sz="32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pic>
        <p:nvPicPr>
          <p:cNvPr id="4" name="object 4"/>
          <p:cNvPicPr/>
          <p:nvPr/>
        </p:nvPicPr>
        <p:blipFill>
          <a:blip r:embed="rId2" cstate="print"/>
          <a:stretch>
            <a:fillRect/>
          </a:stretch>
        </p:blipFill>
        <p:spPr>
          <a:xfrm>
            <a:off x="385170" y="1594591"/>
            <a:ext cx="8487897" cy="339845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92</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99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839</TotalTime>
  <Words>5317</Words>
  <Application>Microsoft Office PowerPoint</Application>
  <PresentationFormat>On-screen Show (4:3)</PresentationFormat>
  <Paragraphs>577</Paragraphs>
  <Slides>92</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92</vt:i4>
      </vt:variant>
    </vt:vector>
  </HeadingPairs>
  <TitlesOfParts>
    <vt:vector size="103" baseType="lpstr">
      <vt:lpstr>Arial</vt:lpstr>
      <vt:lpstr>Arial MT</vt:lpstr>
      <vt:lpstr>Arial Unicode MS</vt:lpstr>
      <vt:lpstr>Calibri</vt:lpstr>
      <vt:lpstr>Cambria</vt:lpstr>
      <vt:lpstr>Franklin Gothic Medium</vt:lpstr>
      <vt:lpstr>Segoe UI Symbol</vt:lpstr>
      <vt:lpstr>Symbol</vt:lpstr>
      <vt:lpstr>Times New Roman</vt:lpstr>
      <vt:lpstr>Trebuchet MS</vt:lpstr>
      <vt:lpstr>Office Theme</vt:lpstr>
      <vt:lpstr>AWS Cloud Practitioner</vt:lpstr>
      <vt:lpstr>PowerPoint Presentation</vt:lpstr>
      <vt:lpstr>Compute Service – Amazon EC2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of Instances</vt:lpstr>
      <vt:lpstr>Type of Instances</vt:lpstr>
      <vt:lpstr>Type of Instances</vt:lpstr>
      <vt:lpstr>Type of Instances</vt:lpstr>
      <vt:lpstr>Examples : [family][generation][optional suffix]</vt:lpstr>
      <vt:lpstr>Type of Instances</vt:lpstr>
      <vt:lpstr>Elastic Beanstalk</vt:lpstr>
      <vt:lpstr>PowerPoint Presentation</vt:lpstr>
      <vt:lpstr>PowerPoint Presentation</vt:lpstr>
      <vt:lpstr>How Elastic Beanstalk Works</vt:lpstr>
      <vt:lpstr>Key features of Elastic Beanstalk</vt:lpstr>
      <vt:lpstr>How Elastic Beanstalk works?</vt:lpstr>
      <vt:lpstr>How Elastic Beanstalk works?</vt:lpstr>
      <vt:lpstr>PowerPoint Presentation</vt:lpstr>
      <vt:lpstr>PowerPoint Presentation</vt:lpstr>
      <vt:lpstr>PowerPoint Presentation</vt:lpstr>
      <vt:lpstr>Web Server Tier</vt:lpstr>
      <vt:lpstr>Web Server Tier</vt:lpstr>
      <vt:lpstr>Worker Tier</vt:lpstr>
      <vt:lpstr>Worker Tier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AWS Local Zones AWS Local Zones are extensions of AWS Regions that bring compute, storage, and other select AWS services closer to major population centers, industry hubs, and end users. They are designed to address use cases requiring low latency (single-digit millisecond) or local data residency.</vt:lpstr>
      <vt:lpstr>AWS Local Zones</vt:lpstr>
      <vt:lpstr>AWS Backup AWS Backup is a fully managed, centralized service that simplifies and automates the process of backing up data across AWS services and on- premises environments.</vt:lpstr>
      <vt:lpstr>AWS Backup</vt:lpstr>
      <vt:lpstr>AWS Backup</vt:lpstr>
      <vt:lpstr>Supported AWS Services</vt:lpstr>
      <vt:lpstr>Storage-Amazon EBS</vt:lpstr>
      <vt:lpstr>Storage-Amazon EBS</vt:lpstr>
      <vt:lpstr>Storage-Amazon EBS</vt:lpstr>
      <vt:lpstr>Storage-Amazon EBS</vt:lpstr>
      <vt:lpstr>Storage-Amazon EBS</vt:lpstr>
      <vt:lpstr>Storage-Amazon EBS</vt:lpstr>
      <vt:lpstr>Types of EBS</vt:lpstr>
      <vt:lpstr>EBS – Use cases</vt:lpstr>
      <vt:lpstr>AWS Snapshots</vt:lpstr>
      <vt:lpstr>AWS Snapshots</vt:lpstr>
      <vt:lpstr>Types of AWS Snapshots</vt:lpstr>
      <vt:lpstr>Types of AWS Snapshots</vt:lpstr>
      <vt:lpstr>AWS Snapshots</vt:lpstr>
      <vt:lpstr>AWS Simple Storage Service (S3)</vt:lpstr>
      <vt:lpstr>S3 used for?</vt:lpstr>
      <vt:lpstr>S3 used for?</vt:lpstr>
      <vt:lpstr>S3 used for?</vt:lpstr>
      <vt:lpstr>S3 used for?</vt:lpstr>
      <vt:lpstr>Amazon S3 Versioning and Access Control</vt:lpstr>
      <vt:lpstr>Amazon S3 Storage Classes</vt:lpstr>
      <vt:lpstr>Amazon S3 Storage Classes</vt:lpstr>
      <vt:lpstr>Amazon S3 Storage Classes</vt:lpstr>
      <vt:lpstr>Amazon S3 Storage Classes</vt:lpstr>
      <vt:lpstr>Amazon S3 Storage Classes</vt:lpstr>
      <vt:lpstr>Amazon S3 Storage Classes</vt:lpstr>
      <vt:lpstr>Amazon S3 Storage Classes</vt:lpstr>
      <vt:lpstr>Amazon S3 Storage Classes</vt:lpstr>
      <vt:lpstr>AWS Lambda Overview</vt:lpstr>
      <vt:lpstr>AWS Lambda Overview</vt:lpstr>
      <vt:lpstr>AWS Lambda Overview</vt:lpstr>
      <vt:lpstr>AWS Lambda: Advantage</vt:lpstr>
      <vt:lpstr>AWS Lambda: Advantage</vt:lpstr>
      <vt:lpstr>AWS Fargate</vt:lpstr>
      <vt:lpstr>AWS Fargate</vt:lpstr>
      <vt:lpstr>AWS Fargate</vt:lpstr>
      <vt:lpstr>AWS Fargate: Benefits</vt:lpstr>
      <vt:lpstr>AWS Fargate: Benefits</vt:lpstr>
      <vt:lpstr>Comparison: AWS Fargate vs. Other Options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Seminar  on  Development of Strategy for Dynamic Load Balancing on Web Server System</dc:title>
  <dc:creator>WELCOME</dc:creator>
  <cp:lastModifiedBy>abha sharma</cp:lastModifiedBy>
  <cp:revision>8</cp:revision>
  <dcterms:created xsi:type="dcterms:W3CDTF">2025-06-23T05:44:22Z</dcterms:created>
  <dcterms:modified xsi:type="dcterms:W3CDTF">2025-07-30T10:59:23Z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2025-01-29T00:00:00Z</vt:filetime>
  </property>
  <property fmtid="{D5CDD505-2E9C-101B-9397-08002B2CF9AE}" pid="3" name="Creator">
    <vt:lpwstr>Microsoft® PowerPoint® 2021</vt:lpwstr>
  </property>
  <property fmtid="{D5CDD505-2E9C-101B-9397-08002B2CF9AE}" pid="4" name="LastSaved">
    <vt:filetime>2025-06-23T00:00:00Z</vt:filetime>
  </property>
  <property fmtid="{D5CDD505-2E9C-101B-9397-08002B2CF9AE}" pid="5" name="Producer">
    <vt:lpwstr>Microsoft® PowerPoint® 2021</vt:lpwstr>
  </property>
</Properties>
</file>